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35EE3-CBEB-C5F1-5A2E-A429E208D57E}"/>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A650812D-D7D8-78F9-2169-96585D1E43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0EC9B46F-0156-9E0D-9EC5-28D2E21BBB63}"/>
              </a:ext>
            </a:extLst>
          </p:cNvPr>
          <p:cNvSpPr>
            <a:spLocks noGrp="1"/>
          </p:cNvSpPr>
          <p:nvPr>
            <p:ph type="dt" idx="10"/>
          </p:nvPr>
        </p:nvSpPr>
        <p:spPr/>
        <p:txBody>
          <a:bodyPr/>
          <a:lstStyle/>
          <a:p>
            <a:fld id="{BED57EE9-F4F4-420B-8C03-6CFE56CD69AF}" type="datetimeFigureOut">
              <a:t>21-Aug-26</a:t>
            </a:fld>
            <a:endParaRPr/>
          </a:p>
        </p:txBody>
      </p:sp>
      <p:sp>
        <p:nvSpPr>
          <p:cNvPr id="5" name="Footer Placeholder 4">
            <a:extLst>
              <a:ext uri="{FF2B5EF4-FFF2-40B4-BE49-F238E27FC236}">
                <a16:creationId xmlns:a16="http://schemas.microsoft.com/office/drawing/2014/main" id="{DAB626EB-C458-7932-9DA8-BAEF785FD3D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0665DC1-1DA7-8A08-C94C-3180E30F0B62}"/>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7BB-C34B-E84E-65D0-01F60071D50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C340837F-A389-C974-2BAF-8E746CD58F32}"/>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2F59CE1-15EA-84D9-59CC-12B9342B3FFE}"/>
              </a:ext>
            </a:extLst>
          </p:cNvPr>
          <p:cNvSpPr>
            <a:spLocks noGrp="1"/>
          </p:cNvSpPr>
          <p:nvPr>
            <p:ph type="dt" idx="10"/>
          </p:nvPr>
        </p:nvSpPr>
        <p:spPr/>
        <p:txBody>
          <a:bodyPr/>
          <a:lstStyle/>
          <a:p>
            <a:fld id="{BED57EE9-F4F4-420B-8C03-6CFE56CD69AF}" type="datetimeFigureOut">
              <a:t>21-Aug-26</a:t>
            </a:fld>
            <a:endParaRPr/>
          </a:p>
        </p:txBody>
      </p:sp>
      <p:sp>
        <p:nvSpPr>
          <p:cNvPr id="5" name="Footer Placeholder 4">
            <a:extLst>
              <a:ext uri="{FF2B5EF4-FFF2-40B4-BE49-F238E27FC236}">
                <a16:creationId xmlns:a16="http://schemas.microsoft.com/office/drawing/2014/main" id="{56785B9A-F4AF-9CF3-08DA-EE8AE6DAC0C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10DB065-693C-F339-8D44-16CCF6C15F10}"/>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1C600-0CAE-BF39-C229-E67C5464AF56}"/>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1890BFE0-ECCE-21A6-FF8F-DCCECD8B51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30FAB67-6EE6-3234-94D5-EE6899241148}"/>
              </a:ext>
            </a:extLst>
          </p:cNvPr>
          <p:cNvSpPr>
            <a:spLocks noGrp="1"/>
          </p:cNvSpPr>
          <p:nvPr>
            <p:ph type="dt" idx="10"/>
          </p:nvPr>
        </p:nvSpPr>
        <p:spPr/>
        <p:txBody>
          <a:bodyPr/>
          <a:lstStyle/>
          <a:p>
            <a:fld id="{BED57EE9-F4F4-420B-8C03-6CFE56CD69AF}" type="datetimeFigureOut">
              <a:t>21-Aug-26</a:t>
            </a:fld>
            <a:endParaRPr/>
          </a:p>
        </p:txBody>
      </p:sp>
      <p:sp>
        <p:nvSpPr>
          <p:cNvPr id="5" name="Footer Placeholder 4">
            <a:extLst>
              <a:ext uri="{FF2B5EF4-FFF2-40B4-BE49-F238E27FC236}">
                <a16:creationId xmlns:a16="http://schemas.microsoft.com/office/drawing/2014/main" id="{EE196AFC-E015-CBA2-3937-FC076E88447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C30A754-78FE-216C-EA9A-F79A071DB6B9}"/>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2E68C-A015-2D2A-7D42-2DCC335D681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F5C4776-9876-8ADC-E9FC-223DF82A282E}"/>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315C52CF-7BB9-AAE0-4758-7172C535672B}"/>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A2E0F7FA-9EA3-E94C-B50A-9FCA9E404645}"/>
              </a:ext>
            </a:extLst>
          </p:cNvPr>
          <p:cNvSpPr>
            <a:spLocks noGrp="1"/>
          </p:cNvSpPr>
          <p:nvPr>
            <p:ph type="dt" idx="10"/>
          </p:nvPr>
        </p:nvSpPr>
        <p:spPr/>
        <p:txBody>
          <a:bodyPr/>
          <a:lstStyle/>
          <a:p>
            <a:fld id="{BED57EE9-F4F4-420B-8C03-6CFE56CD69AF}" type="datetimeFigureOut">
              <a:t>21-Aug-26</a:t>
            </a:fld>
            <a:endParaRPr/>
          </a:p>
        </p:txBody>
      </p:sp>
      <p:sp>
        <p:nvSpPr>
          <p:cNvPr id="6" name="Footer Placeholder 5">
            <a:extLst>
              <a:ext uri="{FF2B5EF4-FFF2-40B4-BE49-F238E27FC236}">
                <a16:creationId xmlns:a16="http://schemas.microsoft.com/office/drawing/2014/main" id="{47E1982D-A0EA-93B7-28F5-4051C1371AD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C9D8440-A093-9730-2F4D-FDD9C5612165}"/>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F31CB-A310-E0A2-9D30-C2A2CFEB78D3}"/>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7CD33F70-2611-118C-DE95-0FC9B70F61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AAC2050-2107-49BA-51D7-A9CF66EE0CAA}"/>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B094D51-6C23-65E8-7E1D-DFBB8A3A5512}"/>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B16399F-45B8-DD3E-E295-80EB1AB129B4}"/>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E06A01E9-F741-06B6-F09D-C01CA644F6DA}"/>
              </a:ext>
            </a:extLst>
          </p:cNvPr>
          <p:cNvSpPr>
            <a:spLocks noGrp="1"/>
          </p:cNvSpPr>
          <p:nvPr>
            <p:ph type="dt" idx="10"/>
          </p:nvPr>
        </p:nvSpPr>
        <p:spPr/>
        <p:txBody>
          <a:bodyPr/>
          <a:lstStyle/>
          <a:p>
            <a:fld id="{BED57EE9-F4F4-420B-8C03-6CFE56CD69AF}" type="datetimeFigureOut">
              <a:t>21-Aug-26</a:t>
            </a:fld>
            <a:endParaRPr/>
          </a:p>
        </p:txBody>
      </p:sp>
      <p:sp>
        <p:nvSpPr>
          <p:cNvPr id="8" name="Footer Placeholder 7">
            <a:extLst>
              <a:ext uri="{FF2B5EF4-FFF2-40B4-BE49-F238E27FC236}">
                <a16:creationId xmlns:a16="http://schemas.microsoft.com/office/drawing/2014/main" id="{24835832-9B91-4D70-0C7B-C04378E73FA2}"/>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9B793162-A9DE-1F8A-EB22-6AAE453403D1}"/>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B82AF-7B1A-0D0D-50A9-CF2330AC6E4C}"/>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95068767-CA43-A692-7D0E-4163EF3B6E5E}"/>
              </a:ext>
            </a:extLst>
          </p:cNvPr>
          <p:cNvSpPr>
            <a:spLocks noGrp="1"/>
          </p:cNvSpPr>
          <p:nvPr>
            <p:ph type="dt" idx="10"/>
          </p:nvPr>
        </p:nvSpPr>
        <p:spPr/>
        <p:txBody>
          <a:bodyPr/>
          <a:lstStyle/>
          <a:p>
            <a:fld id="{BED57EE9-F4F4-420B-8C03-6CFE56CD69AF}" type="datetimeFigureOut">
              <a:t>21-Aug-26</a:t>
            </a:fld>
            <a:endParaRPr/>
          </a:p>
        </p:txBody>
      </p:sp>
      <p:sp>
        <p:nvSpPr>
          <p:cNvPr id="4" name="Footer Placeholder 3">
            <a:extLst>
              <a:ext uri="{FF2B5EF4-FFF2-40B4-BE49-F238E27FC236}">
                <a16:creationId xmlns:a16="http://schemas.microsoft.com/office/drawing/2014/main" id="{9E8A392A-F43E-F766-5DE0-20CD7EF5E009}"/>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53D8E5D3-36D6-DE03-6387-591C86543317}"/>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215C99-55F2-C48C-0004-4A1B2FF23FF8}"/>
              </a:ext>
            </a:extLst>
          </p:cNvPr>
          <p:cNvSpPr>
            <a:spLocks noGrp="1"/>
          </p:cNvSpPr>
          <p:nvPr>
            <p:ph type="dt" idx="10"/>
          </p:nvPr>
        </p:nvSpPr>
        <p:spPr/>
        <p:txBody>
          <a:bodyPr/>
          <a:lstStyle/>
          <a:p>
            <a:fld id="{BED57EE9-F4F4-420B-8C03-6CFE56CD69AF}" type="datetimeFigureOut">
              <a:t>21-Aug-26</a:t>
            </a:fld>
            <a:endParaRPr/>
          </a:p>
        </p:txBody>
      </p:sp>
      <p:sp>
        <p:nvSpPr>
          <p:cNvPr id="3" name="Footer Placeholder 2">
            <a:extLst>
              <a:ext uri="{FF2B5EF4-FFF2-40B4-BE49-F238E27FC236}">
                <a16:creationId xmlns:a16="http://schemas.microsoft.com/office/drawing/2014/main" id="{884627CB-EBF2-B949-FBD4-90C2B29DB26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8A2DE42D-DFA5-D451-B91B-8AB31371E9A2}"/>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1532-B6E0-F823-A65A-1E3EDF5559F7}"/>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250EDDE5-3BC8-FE1A-4D04-8346F21AE14C}"/>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F8FEACDC-CB32-809B-4D6B-FF334A6B83DF}"/>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48C9E14D-DDD6-A969-760C-73327CE1B93F}"/>
              </a:ext>
            </a:extLst>
          </p:cNvPr>
          <p:cNvSpPr>
            <a:spLocks noGrp="1"/>
          </p:cNvSpPr>
          <p:nvPr>
            <p:ph type="dt" idx="10"/>
          </p:nvPr>
        </p:nvSpPr>
        <p:spPr/>
        <p:txBody>
          <a:bodyPr/>
          <a:lstStyle/>
          <a:p>
            <a:fld id="{BED57EE9-F4F4-420B-8C03-6CFE56CD69AF}" type="datetimeFigureOut">
              <a:t>21-Aug-26</a:t>
            </a:fld>
            <a:endParaRPr/>
          </a:p>
        </p:txBody>
      </p:sp>
      <p:sp>
        <p:nvSpPr>
          <p:cNvPr id="6" name="Footer Placeholder 5">
            <a:extLst>
              <a:ext uri="{FF2B5EF4-FFF2-40B4-BE49-F238E27FC236}">
                <a16:creationId xmlns:a16="http://schemas.microsoft.com/office/drawing/2014/main" id="{90B32D0A-FB2C-7BB9-CE7F-DFEB1768667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56EF874-9C99-C0A1-51D5-2CF5087B6EEA}"/>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7345-5D7D-7F52-9C71-0E7F57027B4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61B6F8F0-71AC-75C8-2D67-0A26B71EB2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4646C1B6-30F3-DD82-1933-EB56A0B9C78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F658B194-24AF-A6DA-C53A-5F7BB3C00963}"/>
              </a:ext>
            </a:extLst>
          </p:cNvPr>
          <p:cNvSpPr>
            <a:spLocks noGrp="1"/>
          </p:cNvSpPr>
          <p:nvPr>
            <p:ph type="dt" idx="10"/>
          </p:nvPr>
        </p:nvSpPr>
        <p:spPr/>
        <p:txBody>
          <a:bodyPr/>
          <a:lstStyle/>
          <a:p>
            <a:fld id="{BED57EE9-F4F4-420B-8C03-6CFE56CD69AF}" type="datetimeFigureOut">
              <a:t>21-Aug-26</a:t>
            </a:fld>
            <a:endParaRPr/>
          </a:p>
        </p:txBody>
      </p:sp>
      <p:sp>
        <p:nvSpPr>
          <p:cNvPr id="6" name="Footer Placeholder 5">
            <a:extLst>
              <a:ext uri="{FF2B5EF4-FFF2-40B4-BE49-F238E27FC236}">
                <a16:creationId xmlns:a16="http://schemas.microsoft.com/office/drawing/2014/main" id="{B6BE9B97-D0FB-7952-031A-2E78B026C9E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BAEEA29-2341-C7B1-1FB7-1FBA2FB9DCDA}"/>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3E24-8068-F73B-DA0D-B55DBE09BB71}"/>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C8EBE0FB-2A74-5976-191D-3E2103F90373}"/>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9A65BE6-53AC-180D-57DC-AEECFA3736D7}"/>
              </a:ext>
            </a:extLst>
          </p:cNvPr>
          <p:cNvSpPr>
            <a:spLocks noGrp="1"/>
          </p:cNvSpPr>
          <p:nvPr>
            <p:ph type="dt" idx="10"/>
          </p:nvPr>
        </p:nvSpPr>
        <p:spPr/>
        <p:txBody>
          <a:bodyPr/>
          <a:lstStyle/>
          <a:p>
            <a:fld id="{BED57EE9-F4F4-420B-8C03-6CFE56CD69AF}" type="datetimeFigureOut">
              <a:t>21-Aug-26</a:t>
            </a:fld>
            <a:endParaRPr/>
          </a:p>
        </p:txBody>
      </p:sp>
      <p:sp>
        <p:nvSpPr>
          <p:cNvPr id="5" name="Footer Placeholder 4">
            <a:extLst>
              <a:ext uri="{FF2B5EF4-FFF2-40B4-BE49-F238E27FC236}">
                <a16:creationId xmlns:a16="http://schemas.microsoft.com/office/drawing/2014/main" id="{53675740-A589-6905-FD36-041E0E3F6B3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5E2BE3E-96AE-1FD1-1499-147AC952F216}"/>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9FF4F6-288E-3925-9B27-48F28CC2A00D}"/>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DF2C3B0-FB19-36D7-D616-155D50FBAEAD}"/>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F454BBC-D257-5183-4609-2D17B836A7C6}"/>
              </a:ext>
            </a:extLst>
          </p:cNvPr>
          <p:cNvSpPr>
            <a:spLocks noGrp="1"/>
          </p:cNvSpPr>
          <p:nvPr>
            <p:ph type="dt" idx="10"/>
          </p:nvPr>
        </p:nvSpPr>
        <p:spPr/>
        <p:txBody>
          <a:bodyPr/>
          <a:lstStyle/>
          <a:p>
            <a:fld id="{BED57EE9-F4F4-420B-8C03-6CFE56CD69AF}" type="datetimeFigureOut">
              <a:t>21-Aug-26</a:t>
            </a:fld>
            <a:endParaRPr/>
          </a:p>
        </p:txBody>
      </p:sp>
      <p:sp>
        <p:nvSpPr>
          <p:cNvPr id="5" name="Footer Placeholder 4">
            <a:extLst>
              <a:ext uri="{FF2B5EF4-FFF2-40B4-BE49-F238E27FC236}">
                <a16:creationId xmlns:a16="http://schemas.microsoft.com/office/drawing/2014/main" id="{DA73D840-2FAA-0C7B-BB01-07E30FF6E5C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0161204-966C-E099-5B80-3B9E73755518}"/>
              </a:ext>
            </a:extLst>
          </p:cNvPr>
          <p:cNvSpPr>
            <a:spLocks noGrp="1"/>
          </p:cNvSpPr>
          <p:nvPr>
            <p:ph type="sldNum" idx="12"/>
          </p:nvPr>
        </p:nvSpPr>
        <p:spPr/>
        <p:txBody>
          <a:bodyPr/>
          <a:lstStyle/>
          <a:p>
            <a:fld id="{F195F7A4-C892-43A8-BFE5-786463805512}"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C346E3-140B-0F2D-0918-986221FB6B93}"/>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47DE9D32-B11D-6D60-0383-39B19F550DD5}"/>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E551220-077A-2368-BCC7-6B4F70C7A26F}"/>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BED57EE9-F4F4-420B-8C03-6CFE56CD69AF}" type="datetimeFigureOut">
              <a:t>21-Aug-26</a:t>
            </a:fld>
            <a:endParaRPr/>
          </a:p>
        </p:txBody>
      </p:sp>
      <p:sp>
        <p:nvSpPr>
          <p:cNvPr id="5" name="Footer Placeholder 4">
            <a:extLst>
              <a:ext uri="{FF2B5EF4-FFF2-40B4-BE49-F238E27FC236}">
                <a16:creationId xmlns:a16="http://schemas.microsoft.com/office/drawing/2014/main" id="{1838449E-499A-2F67-5AD3-C23A26BE3511}"/>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0E9BE0D0-6812-AF3E-531E-863BFC9DC1FA}"/>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F195F7A4-C892-43A8-BFE5-786463805512}"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F503A9-DCA7-2419-5CBE-9321824AA8D6}"/>
              </a:ext>
            </a:extLst>
          </p:cNvPr>
          <p:cNvSpPr>
            <a:spLocks noGrp="1"/>
          </p:cNvSpPr>
          <p:nvPr/>
        </p:nvSpPr>
        <p:spPr>
          <a:xfrm>
            <a:off x="-1" y="0"/>
            <a:ext cx="3211287" cy="6858000"/>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E42E4B2A-CA27-6961-7D76-84B34AF1CFB6}"/>
              </a:ext>
            </a:extLst>
          </p:cNvPr>
          <p:cNvSpPr>
            <a:spLocks noGrp="1"/>
          </p:cNvSpPr>
          <p:nvPr/>
        </p:nvSpPr>
        <p:spPr>
          <a:xfrm>
            <a:off x="599440" y="452120"/>
            <a:ext cx="26416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D39657D5-A83F-CD70-CF83-E398FF86147F}"/>
              </a:ext>
            </a:extLst>
          </p:cNvPr>
          <p:cNvSpPr>
            <a:spLocks noGrp="1"/>
          </p:cNvSpPr>
          <p:nvPr/>
        </p:nvSpPr>
        <p:spPr>
          <a:xfrm>
            <a:off x="599440" y="526296"/>
            <a:ext cx="26416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0FAEE941-4005-3363-3E2B-29FA04D3CBD2}"/>
              </a:ext>
            </a:extLst>
          </p:cNvPr>
          <p:cNvSpPr>
            <a:spLocks noGrp="1"/>
          </p:cNvSpPr>
          <p:nvPr/>
        </p:nvSpPr>
        <p:spPr>
          <a:xfrm>
            <a:off x="599440" y="600472"/>
            <a:ext cx="26416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Block Arc 24">
            <a:extLst>
              <a:ext uri="{FF2B5EF4-FFF2-40B4-BE49-F238E27FC236}">
                <a16:creationId xmlns:a16="http://schemas.microsoft.com/office/drawing/2014/main" id="{B067E0D1-9E37-FCFB-FAC8-8865DB542034}"/>
              </a:ext>
            </a:extLst>
          </p:cNvPr>
          <p:cNvSpPr>
            <a:spLocks noGrp="1"/>
          </p:cNvSpPr>
          <p:nvPr/>
        </p:nvSpPr>
        <p:spPr>
          <a:xfrm rot="16524794">
            <a:off x="653142" y="1055913"/>
            <a:ext cx="5116288" cy="5116288"/>
          </a:xfrm>
          <a:prstGeom prst="blockArc">
            <a:avLst>
              <a:gd name="adj1" fmla="val 10435368"/>
              <a:gd name="adj2" fmla="val 21295301"/>
              <a:gd name="adj3" fmla="val 219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7" name="TextBox 6">
            <a:extLst>
              <a:ext uri="{FF2B5EF4-FFF2-40B4-BE49-F238E27FC236}">
                <a16:creationId xmlns:a16="http://schemas.microsoft.com/office/drawing/2014/main" id="{8DCF7F7B-222E-758C-F8BC-C9BE76007A76}"/>
              </a:ext>
            </a:extLst>
          </p:cNvPr>
          <p:cNvSpPr>
            <a:spLocks noGrp="1"/>
          </p:cNvSpPr>
          <p:nvPr/>
        </p:nvSpPr>
        <p:spPr>
          <a:xfrm>
            <a:off x="3556000" y="2217945"/>
            <a:ext cx="6997700" cy="2308324"/>
          </a:xfrm>
          <a:prstGeom prst="rect">
            <a:avLst/>
          </a:prstGeom>
          <a:noFill/>
        </p:spPr>
        <p:txBody>
          <a:bodyPr wrap="square">
            <a:spAutoFit/>
          </a:bodyPr>
          <a:lstStyle/>
          <a:p>
            <a:r>
              <a:rPr sz="7200" b="1">
                <a:solidFill>
                  <a:srgbClr val="4B5565"/>
                </a:solidFill>
                <a:latin typeface="Calibri Light"/>
                <a:ea typeface="Calibri Light"/>
                <a:cs typeface="Calibri Light"/>
              </a:rPr>
              <a:t>Roblox Workforce Analytics</a:t>
            </a:r>
          </a:p>
        </p:txBody>
      </p:sp>
      <p:sp>
        <p:nvSpPr>
          <p:cNvPr id="36" name="TextBox 35">
            <a:extLst>
              <a:ext uri="{FF2B5EF4-FFF2-40B4-BE49-F238E27FC236}">
                <a16:creationId xmlns:a16="http://schemas.microsoft.com/office/drawing/2014/main" id="{16A4DD45-55AB-A335-1825-A9BD40FB9195}"/>
              </a:ext>
            </a:extLst>
          </p:cNvPr>
          <p:cNvSpPr>
            <a:spLocks noGrp="1"/>
          </p:cNvSpPr>
          <p:nvPr/>
        </p:nvSpPr>
        <p:spPr>
          <a:xfrm>
            <a:off x="3556000" y="4548501"/>
            <a:ext cx="5578877" cy="461665"/>
          </a:xfrm>
          <a:prstGeom prst="rect">
            <a:avLst/>
          </a:prstGeom>
          <a:noFill/>
        </p:spPr>
        <p:txBody>
          <a:bodyPr wrap="square">
            <a:spAutoFit/>
          </a:bodyPr>
          <a:lstStyle/>
          <a:p>
            <a:r>
              <a:rPr sz="2400">
                <a:solidFill>
                  <a:srgbClr val="4B5565"/>
                </a:solidFill>
                <a:latin typeface="Calibri Light"/>
                <a:ea typeface="Calibri Light"/>
                <a:cs typeface="Calibri Light"/>
              </a:rPr>
              <a:t>Data Analytics Upskill Capstone Project</a:t>
            </a:r>
          </a:p>
        </p:txBody>
      </p:sp>
      <p:sp>
        <p:nvSpPr>
          <p:cNvPr id="4" name="Partial Circle 3">
            <a:extLst>
              <a:ext uri="{FF2B5EF4-FFF2-40B4-BE49-F238E27FC236}">
                <a16:creationId xmlns:a16="http://schemas.microsoft.com/office/drawing/2014/main" id="{1CF7E2ED-27B9-2864-9A25-7755C0D67E0E}"/>
              </a:ext>
            </a:extLst>
          </p:cNvPr>
          <p:cNvSpPr>
            <a:spLocks noGrp="1"/>
          </p:cNvSpPr>
          <p:nvPr/>
        </p:nvSpPr>
        <p:spPr>
          <a:xfrm>
            <a:off x="1874819" y="2253120"/>
            <a:ext cx="2730500" cy="2730500"/>
          </a:xfrm>
          <a:prstGeom prst="pie">
            <a:avLst>
              <a:gd name="adj1" fmla="val 5390929"/>
              <a:gd name="adj2" fmla="val 16200000"/>
            </a:avLst>
          </a:prstGeom>
          <a:solidFill>
            <a:srgbClr val="E1A91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Box 8">
            <a:extLst>
              <a:ext uri="{FF2B5EF4-FFF2-40B4-BE49-F238E27FC236}">
                <a16:creationId xmlns:a16="http://schemas.microsoft.com/office/drawing/2014/main" id="{866DF7F9-C564-96C4-0BAF-A380288BC21D}"/>
              </a:ext>
            </a:extLst>
          </p:cNvPr>
          <p:cNvSpPr>
            <a:spLocks noGrp="1"/>
          </p:cNvSpPr>
          <p:nvPr/>
        </p:nvSpPr>
        <p:spPr>
          <a:xfrm>
            <a:off x="9994900" y="6032792"/>
            <a:ext cx="1938981" cy="369332"/>
          </a:xfrm>
          <a:prstGeom prst="rect">
            <a:avLst/>
          </a:prstGeom>
          <a:noFill/>
        </p:spPr>
        <p:txBody>
          <a:bodyPr wrap="square">
            <a:spAutoFit/>
          </a:bodyPr>
          <a:lstStyle/>
          <a:p>
            <a:r>
              <a:rPr>
                <a:solidFill>
                  <a:srgbClr val="4B5565"/>
                </a:solidFill>
                <a:latin typeface="Calibri Light"/>
                <a:ea typeface="Calibri Light"/>
                <a:cs typeface="Calibri Light"/>
              </a:rPr>
              <a:t>| August 2026</a:t>
            </a:r>
          </a:p>
        </p:txBody>
      </p:sp>
      <p:pic>
        <p:nvPicPr>
          <p:cNvPr id="58"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29831" y="1643618"/>
            <a:ext cx="774700" cy="774700"/>
          </a:xfrm>
          <a:prstGeom prst="rect">
            <a:avLst/>
          </a:prstGeom>
        </p:spPr>
      </p:pic>
    </p:spTree>
    <p:extLst>
      <p:ext uri="{BB962C8B-B14F-4D97-AF65-F5344CB8AC3E}">
        <p14:creationId xmlns:p14="http://schemas.microsoft.com/office/powerpoint/2010/main" val="2348473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829D2C-D26C-3E39-D420-93B9AB88D5E2}"/>
              </a:ext>
            </a:extLst>
          </p:cNvPr>
          <p:cNvSpPr>
            <a:spLocks noGrp="1"/>
          </p:cNvSpPr>
          <p:nvPr/>
        </p:nvSpPr>
        <p:spPr>
          <a:xfrm>
            <a:off x="809624" y="432136"/>
            <a:ext cx="9004936" cy="646331"/>
          </a:xfrm>
          <a:prstGeom prst="rect">
            <a:avLst/>
          </a:prstGeom>
          <a:noFill/>
        </p:spPr>
        <p:txBody>
          <a:bodyPr wrap="square">
            <a:spAutoFit/>
          </a:bodyPr>
          <a:lstStyle/>
          <a:p>
            <a:r>
              <a:rPr sz="3600" b="1">
                <a:solidFill>
                  <a:srgbClr val="4B5565"/>
                </a:solidFill>
                <a:latin typeface="Calibri Light"/>
                <a:ea typeface="Calibri Light"/>
                <a:cs typeface="Calibri Light"/>
              </a:rPr>
              <a:t>Introduction: </a:t>
            </a:r>
            <a:r>
              <a:rPr sz="3600">
                <a:solidFill>
                  <a:srgbClr val="4B5565"/>
                </a:solidFill>
                <a:latin typeface="Calibri Light"/>
                <a:ea typeface="Calibri Light"/>
                <a:cs typeface="Calibri Light"/>
              </a:rPr>
              <a:t>Business Context and Problem</a:t>
            </a:r>
          </a:p>
        </p:txBody>
      </p:sp>
      <p:sp>
        <p:nvSpPr>
          <p:cNvPr id="17" name="TextBox 16">
            <a:extLst>
              <a:ext uri="{FF2B5EF4-FFF2-40B4-BE49-F238E27FC236}">
                <a16:creationId xmlns:a16="http://schemas.microsoft.com/office/drawing/2014/main" id="{AEF0A091-40B1-72EF-204C-D69E8799B8C3}"/>
              </a:ext>
            </a:extLst>
          </p:cNvPr>
          <p:cNvSpPr>
            <a:spLocks noGrp="1"/>
          </p:cNvSpPr>
          <p:nvPr/>
        </p:nvSpPr>
        <p:spPr>
          <a:xfrm>
            <a:off x="796926" y="6248399"/>
            <a:ext cx="1136649" cy="375962"/>
          </a:xfrm>
          <a:prstGeom prst="rect">
            <a:avLst/>
          </a:prstGeom>
          <a:noFill/>
        </p:spPr>
        <p:txBody>
          <a:bodyPr wrap="square">
            <a:spAutoFit/>
          </a:bodyPr>
          <a:lstStyle/>
          <a:p>
            <a:r>
              <a:rPr>
                <a:solidFill>
                  <a:srgbClr val="4B5565"/>
                </a:solidFill>
                <a:latin typeface="Calibri Light"/>
                <a:ea typeface="Calibri Light"/>
                <a:cs typeface="Calibri Light"/>
              </a:rPr>
              <a:t>| Group 1</a:t>
            </a:r>
          </a:p>
        </p:txBody>
      </p:sp>
      <p:sp>
        <p:nvSpPr>
          <p:cNvPr id="19" name="Rectangle 18" hidden="1">
            <a:extLst>
              <a:ext uri="{FF2B5EF4-FFF2-40B4-BE49-F238E27FC236}">
                <a16:creationId xmlns:a16="http://schemas.microsoft.com/office/drawing/2014/main" id="{29C341B6-2378-0DE7-9E04-A776A1C4194E}"/>
              </a:ext>
            </a:extLst>
          </p:cNvPr>
          <p:cNvSpPr>
            <a:spLocks noGrp="1"/>
          </p:cNvSpPr>
          <p:nvPr/>
        </p:nvSpPr>
        <p:spPr>
          <a:xfrm>
            <a:off x="0" y="5359400"/>
            <a:ext cx="12192001" cy="781566"/>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E94D417-43E4-74D1-FA94-556589AFE659}"/>
              </a:ext>
            </a:extLst>
          </p:cNvPr>
          <p:cNvSpPr>
            <a:spLocks noGrp="1"/>
          </p:cNvSpPr>
          <p:nvPr/>
        </p:nvSpPr>
        <p:spPr>
          <a:xfrm>
            <a:off x="809625" y="1249402"/>
            <a:ext cx="10585450" cy="646331"/>
          </a:xfrm>
          <a:prstGeom prst="rect">
            <a:avLst/>
          </a:prstGeom>
          <a:solidFill>
            <a:srgbClr val="4B5565"/>
          </a:solidFill>
        </p:spPr>
        <p:txBody>
          <a:bodyPr wrap="square">
            <a:spAutoFit/>
          </a:bodyPr>
          <a:lstStyle/>
          <a:p>
            <a:r>
              <a:rPr>
                <a:solidFill>
                  <a:schemeClr val="bg1"/>
                </a:solidFill>
                <a:latin typeface="Calibri Light"/>
                <a:ea typeface="Calibri Light"/>
                <a:cs typeface="Calibri Light"/>
              </a:rPr>
              <a:t>Roblox leadership lacks a single, unified view of how workforce decisions affect employee wellbeing, organizational performance and cost efficiency.</a:t>
            </a:r>
          </a:p>
        </p:txBody>
      </p:sp>
      <p:sp>
        <p:nvSpPr>
          <p:cNvPr id="21" name="TextBox 20">
            <a:extLst>
              <a:ext uri="{FF2B5EF4-FFF2-40B4-BE49-F238E27FC236}">
                <a16:creationId xmlns:a16="http://schemas.microsoft.com/office/drawing/2014/main" id="{A09D924D-E21A-43BD-1571-3806F8C69B03}"/>
              </a:ext>
            </a:extLst>
          </p:cNvPr>
          <p:cNvSpPr>
            <a:spLocks noGrp="1"/>
          </p:cNvSpPr>
          <p:nvPr/>
        </p:nvSpPr>
        <p:spPr>
          <a:xfrm>
            <a:off x="809624" y="5470267"/>
            <a:ext cx="10585450" cy="646331"/>
          </a:xfrm>
          <a:prstGeom prst="rect">
            <a:avLst/>
          </a:prstGeom>
          <a:solidFill>
            <a:srgbClr val="4B5565"/>
          </a:solidFill>
        </p:spPr>
        <p:txBody>
          <a:bodyPr wrap="square">
            <a:spAutoFit/>
          </a:bodyPr>
          <a:lstStyle/>
          <a:p>
            <a:r>
              <a:rPr>
                <a:solidFill>
                  <a:schemeClr val="bg1"/>
                </a:solidFill>
                <a:latin typeface="Calibri Light"/>
                <a:ea typeface="Calibri Light"/>
                <a:cs typeface="Calibri Light"/>
              </a:rPr>
              <a:t>Integrate the available workforce datasets into one analytical view that provides leadership with clear insights and actionable recommendations.</a:t>
            </a:r>
          </a:p>
        </p:txBody>
      </p:sp>
      <p:sp>
        <p:nvSpPr>
          <p:cNvPr id="23" name="Rectangle 22">
            <a:extLst>
              <a:ext uri="{FF2B5EF4-FFF2-40B4-BE49-F238E27FC236}">
                <a16:creationId xmlns:a16="http://schemas.microsoft.com/office/drawing/2014/main" id="{EF44DDB1-193F-CB02-286D-DF016E64BF3B}"/>
              </a:ext>
            </a:extLst>
          </p:cNvPr>
          <p:cNvSpPr>
            <a:spLocks noGrp="1"/>
          </p:cNvSpPr>
          <p:nvPr/>
        </p:nvSpPr>
        <p:spPr>
          <a:xfrm>
            <a:off x="809626" y="2092070"/>
            <a:ext cx="2178050" cy="453308"/>
          </a:xfrm>
          <a:prstGeom prst="rect">
            <a:avLst/>
          </a:prstGeom>
          <a:solidFill>
            <a:srgbClr val="E1A91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r>
              <a:rPr sz="1800" b="1" i="0" u="none" cap="none">
                <a:solidFill>
                  <a:schemeClr val="bg1"/>
                </a:solidFill>
                <a:latin typeface="Calibri Light"/>
                <a:ea typeface="Calibri Light"/>
                <a:cs typeface="Calibri Light"/>
              </a:rPr>
              <a:t>Current Situation</a:t>
            </a:r>
          </a:p>
        </p:txBody>
      </p:sp>
      <p:sp>
        <p:nvSpPr>
          <p:cNvPr id="33" name="Rectangle 32">
            <a:extLst>
              <a:ext uri="{FF2B5EF4-FFF2-40B4-BE49-F238E27FC236}">
                <a16:creationId xmlns:a16="http://schemas.microsoft.com/office/drawing/2014/main" id="{E9F38967-34E3-67A0-277A-93104331483B}"/>
              </a:ext>
            </a:extLst>
          </p:cNvPr>
          <p:cNvSpPr>
            <a:spLocks noGrp="1"/>
          </p:cNvSpPr>
          <p:nvPr/>
        </p:nvSpPr>
        <p:spPr>
          <a:xfrm>
            <a:off x="809626" y="3388957"/>
            <a:ext cx="2178050" cy="4533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r>
              <a:rPr sz="1800" b="1" i="0" u="none" cap="none">
                <a:solidFill>
                  <a:schemeClr val="bg1"/>
                </a:solidFill>
                <a:latin typeface="Calibri Light"/>
                <a:ea typeface="Calibri Light"/>
                <a:cs typeface="Calibri Light"/>
              </a:rPr>
              <a:t>Business Impact</a:t>
            </a:r>
          </a:p>
        </p:txBody>
      </p:sp>
      <p:sp>
        <p:nvSpPr>
          <p:cNvPr id="35" name="Rectangle 34">
            <a:extLst>
              <a:ext uri="{FF2B5EF4-FFF2-40B4-BE49-F238E27FC236}">
                <a16:creationId xmlns:a16="http://schemas.microsoft.com/office/drawing/2014/main" id="{F126CB03-D729-ECF2-E7ED-026888B676C1}"/>
              </a:ext>
            </a:extLst>
          </p:cNvPr>
          <p:cNvSpPr>
            <a:spLocks noGrp="1"/>
          </p:cNvSpPr>
          <p:nvPr/>
        </p:nvSpPr>
        <p:spPr>
          <a:xfrm>
            <a:off x="2987676" y="3388957"/>
            <a:ext cx="3898898" cy="453308"/>
          </a:xfrm>
          <a:prstGeom prst="rect">
            <a:avLst/>
          </a:prstGeom>
          <a:noFill/>
          <a:ln w="3175">
            <a:solidFill>
              <a:srgbClr val="4B5565"/>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r>
              <a:rPr sz="1800" i="0" u="none" cap="none">
                <a:solidFill>
                  <a:srgbClr val="4B5565"/>
                </a:solidFill>
                <a:latin typeface="Calibri Light"/>
                <a:ea typeface="Calibri Light"/>
                <a:cs typeface="Calibri Light"/>
              </a:rPr>
              <a:t>This fragmentation makes it difficult to:</a:t>
            </a:r>
          </a:p>
        </p:txBody>
      </p:sp>
      <p:sp>
        <p:nvSpPr>
          <p:cNvPr id="41" name="TextBox 40">
            <a:extLst>
              <a:ext uri="{FF2B5EF4-FFF2-40B4-BE49-F238E27FC236}">
                <a16:creationId xmlns:a16="http://schemas.microsoft.com/office/drawing/2014/main" id="{D45CC8EE-CD63-BDF9-7639-684A15AD3888}"/>
              </a:ext>
            </a:extLst>
          </p:cNvPr>
          <p:cNvSpPr>
            <a:spLocks noGrp="1"/>
          </p:cNvSpPr>
          <p:nvPr/>
        </p:nvSpPr>
        <p:spPr>
          <a:xfrm>
            <a:off x="809625" y="2628036"/>
            <a:ext cx="10439400" cy="646331"/>
          </a:xfrm>
          <a:prstGeom prst="rect">
            <a:avLst/>
          </a:prstGeom>
          <a:noFill/>
        </p:spPr>
        <p:txBody>
          <a:bodyPr wrap="square">
            <a:spAutoFit/>
          </a:bodyPr>
          <a:lstStyle/>
          <a:p>
            <a:r>
              <a:rPr>
                <a:solidFill>
                  <a:srgbClr val="4B5565"/>
                </a:solidFill>
                <a:latin typeface="Calibri Light"/>
                <a:ea typeface="Calibri Light"/>
                <a:cs typeface="Calibri Light"/>
              </a:rPr>
              <a:t>Workforce data is stored separately across HR, Finance, Health Administration, Employee Performance and Department Performance systems.</a:t>
            </a:r>
          </a:p>
        </p:txBody>
      </p:sp>
      <p:sp>
        <p:nvSpPr>
          <p:cNvPr id="43" name="TextBox 42">
            <a:extLst>
              <a:ext uri="{FF2B5EF4-FFF2-40B4-BE49-F238E27FC236}">
                <a16:creationId xmlns:a16="http://schemas.microsoft.com/office/drawing/2014/main" id="{8E993F0A-F5AE-9175-FBF2-EF88AFCFF2CA}"/>
              </a:ext>
            </a:extLst>
          </p:cNvPr>
          <p:cNvSpPr>
            <a:spLocks noGrp="1"/>
          </p:cNvSpPr>
          <p:nvPr/>
        </p:nvSpPr>
        <p:spPr>
          <a:xfrm>
            <a:off x="796926" y="3931165"/>
            <a:ext cx="10439400" cy="1307409"/>
          </a:xfrm>
          <a:prstGeom prst="rect">
            <a:avLst/>
          </a:prstGeom>
          <a:noFill/>
        </p:spPr>
        <p:txBody>
          <a:bodyPr wrap="square">
            <a:spAutoFit/>
          </a:bodyPr>
          <a:lstStyle/>
          <a:p>
            <a:pPr marL="285750" indent="-285750">
              <a:lnSpc>
                <a:spcPts val="2400"/>
              </a:lnSpc>
              <a:buFont typeface="Wingdings"/>
              <a:buChar char="§"/>
            </a:pPr>
            <a:r>
              <a:rPr>
                <a:solidFill>
                  <a:srgbClr val="4B5565"/>
                </a:solidFill>
                <a:latin typeface="Calibri Light"/>
                <a:ea typeface="Calibri Light"/>
                <a:cs typeface="Calibri Light"/>
              </a:rPr>
              <a:t>Understand total workforce costs and staffing efficiency. </a:t>
            </a:r>
          </a:p>
          <a:p>
            <a:pPr marL="285750" indent="-285750">
              <a:lnSpc>
                <a:spcPts val="2400"/>
              </a:lnSpc>
              <a:buFont typeface="Wingdings"/>
              <a:buChar char="§"/>
            </a:pPr>
            <a:r>
              <a:rPr>
                <a:solidFill>
                  <a:srgbClr val="4B5565"/>
                </a:solidFill>
                <a:latin typeface="Calibri Light"/>
                <a:ea typeface="Calibri Light"/>
                <a:cs typeface="Calibri Light"/>
              </a:rPr>
              <a:t>Assess whether employee qualifications align with job placement. </a:t>
            </a:r>
          </a:p>
          <a:p>
            <a:pPr marL="285750" indent="-285750">
              <a:lnSpc>
                <a:spcPts val="2400"/>
              </a:lnSpc>
              <a:buFont typeface="Wingdings"/>
              <a:buChar char="§"/>
            </a:pPr>
            <a:r>
              <a:rPr>
                <a:solidFill>
                  <a:srgbClr val="4B5565"/>
                </a:solidFill>
                <a:latin typeface="Calibri Light"/>
                <a:ea typeface="Calibri Light"/>
                <a:cs typeface="Calibri Light"/>
              </a:rPr>
              <a:t>Monitor employee wellbeing and benefits-related risks. </a:t>
            </a:r>
          </a:p>
          <a:p>
            <a:pPr marL="285750" indent="-285750">
              <a:lnSpc>
                <a:spcPts val="2400"/>
              </a:lnSpc>
              <a:buFont typeface="Wingdings"/>
              <a:buChar char="§"/>
            </a:pPr>
            <a:r>
              <a:rPr>
                <a:solidFill>
                  <a:srgbClr val="4B5565"/>
                </a:solidFill>
                <a:latin typeface="Calibri Light"/>
                <a:ea typeface="Calibri Light"/>
                <a:cs typeface="Calibri Light"/>
              </a:rPr>
              <a:t>Make evidence-based hiring, promotion and budgeting decisions. </a:t>
            </a:r>
          </a:p>
        </p:txBody>
      </p:sp>
    </p:spTree>
    <p:extLst>
      <p:ext uri="{BB962C8B-B14F-4D97-AF65-F5344CB8AC3E}">
        <p14:creationId xmlns:p14="http://schemas.microsoft.com/office/powerpoint/2010/main" val="4074998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330284-CF23-EDED-D99C-B4D3C514E951}"/>
              </a:ext>
            </a:extLst>
          </p:cNvPr>
          <p:cNvSpPr>
            <a:spLocks noGrp="1"/>
          </p:cNvSpPr>
          <p:nvPr/>
        </p:nvSpPr>
        <p:spPr>
          <a:xfrm>
            <a:off x="1026795" y="241067"/>
            <a:ext cx="3415712" cy="769441"/>
          </a:xfrm>
          <a:prstGeom prst="rect">
            <a:avLst/>
          </a:prstGeom>
          <a:noFill/>
        </p:spPr>
        <p:txBody>
          <a:bodyPr wrap="square">
            <a:spAutoFit/>
          </a:bodyPr>
          <a:lstStyle/>
          <a:p>
            <a:r>
              <a:rPr sz="4400" b="1">
                <a:solidFill>
                  <a:srgbClr val="4B5565"/>
                </a:solidFill>
                <a:latin typeface="Calibri Light"/>
                <a:ea typeface="Calibri Light"/>
                <a:cs typeface="Calibri Light"/>
              </a:rPr>
              <a:t>Overview</a:t>
            </a:r>
            <a:endParaRPr sz="4400">
              <a:solidFill>
                <a:srgbClr val="4B5565"/>
              </a:solidFill>
              <a:latin typeface="Calibri Light"/>
              <a:ea typeface="Calibri Light"/>
              <a:cs typeface="Calibri Light"/>
            </a:endParaRPr>
          </a:p>
        </p:txBody>
      </p:sp>
      <p:sp>
        <p:nvSpPr>
          <p:cNvPr id="17" name="TextBox 16">
            <a:extLst>
              <a:ext uri="{FF2B5EF4-FFF2-40B4-BE49-F238E27FC236}">
                <a16:creationId xmlns:a16="http://schemas.microsoft.com/office/drawing/2014/main" id="{A77F9EF5-CC6B-2351-6FE9-3B8CB3AD9C72}"/>
              </a:ext>
            </a:extLst>
          </p:cNvPr>
          <p:cNvSpPr>
            <a:spLocks noGrp="1"/>
          </p:cNvSpPr>
          <p:nvPr/>
        </p:nvSpPr>
        <p:spPr>
          <a:xfrm>
            <a:off x="10299700" y="6248399"/>
            <a:ext cx="1095374" cy="375961"/>
          </a:xfrm>
          <a:prstGeom prst="rect">
            <a:avLst/>
          </a:prstGeom>
          <a:noFill/>
        </p:spPr>
        <p:txBody>
          <a:bodyPr wrap="square">
            <a:spAutoFit/>
          </a:bodyPr>
          <a:lstStyle/>
          <a:p>
            <a:r>
              <a:rPr>
                <a:solidFill>
                  <a:srgbClr val="4B5565"/>
                </a:solidFill>
                <a:latin typeface="Calibri Light"/>
                <a:ea typeface="Calibri Light"/>
                <a:cs typeface="Calibri Light"/>
              </a:rPr>
              <a:t>| Group 1</a:t>
            </a:r>
          </a:p>
        </p:txBody>
      </p:sp>
      <p:sp>
        <p:nvSpPr>
          <p:cNvPr id="19" name="Rectangle 18" hidden="1">
            <a:extLst>
              <a:ext uri="{FF2B5EF4-FFF2-40B4-BE49-F238E27FC236}">
                <a16:creationId xmlns:a16="http://schemas.microsoft.com/office/drawing/2014/main" id="{C5BBA7D4-F31A-AE2D-90B6-8C85F6EF41DA}"/>
              </a:ext>
            </a:extLst>
          </p:cNvPr>
          <p:cNvSpPr>
            <a:spLocks noGrp="1"/>
          </p:cNvSpPr>
          <p:nvPr/>
        </p:nvSpPr>
        <p:spPr>
          <a:xfrm>
            <a:off x="0" y="5359400"/>
            <a:ext cx="12192001" cy="781566"/>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AE063F6D-3679-9628-0B10-20ED877F65BF}"/>
              </a:ext>
            </a:extLst>
          </p:cNvPr>
          <p:cNvSpPr>
            <a:spLocks noGrp="1"/>
          </p:cNvSpPr>
          <p:nvPr/>
        </p:nvSpPr>
        <p:spPr>
          <a:xfrm>
            <a:off x="2277922" y="2037914"/>
            <a:ext cx="694135" cy="737109"/>
          </a:xfrm>
          <a:prstGeom prst="rect">
            <a:avLst/>
          </a:prstGeom>
          <a:noFill/>
        </p:spPr>
        <p:txBody>
          <a:bodyPr wrap="square">
            <a:spAutoFit/>
          </a:bodyPr>
          <a:lstStyle/>
          <a:p>
            <a:r>
              <a:rPr sz="3600" b="1">
                <a:solidFill>
                  <a:srgbClr val="4B5565"/>
                </a:solidFill>
                <a:latin typeface="Calibri Light"/>
                <a:ea typeface="Calibri Light"/>
                <a:cs typeface="Calibri Light"/>
              </a:rPr>
              <a:t>01</a:t>
            </a:r>
          </a:p>
        </p:txBody>
      </p:sp>
      <p:sp>
        <p:nvSpPr>
          <p:cNvPr id="58" name="Straight Connector 57">
            <a:extLst>
              <a:ext uri="{FF2B5EF4-FFF2-40B4-BE49-F238E27FC236}">
                <a16:creationId xmlns:a16="http://schemas.microsoft.com/office/drawing/2014/main" id="{0F6EBC34-DA1F-4CE6-84D8-2A710CE4B86A}"/>
              </a:ext>
            </a:extLst>
          </p:cNvPr>
          <p:cNvSpPr>
            <a:spLocks noGrp="1"/>
          </p:cNvSpPr>
          <p:nvPr/>
        </p:nvSpPr>
        <p:spPr>
          <a:xfrm>
            <a:off x="3150929" y="1828294"/>
            <a:ext cx="0" cy="3061875"/>
          </a:xfrm>
          <a:prstGeom prst="line">
            <a:avLst/>
          </a:prstGeom>
          <a:ln>
            <a:solidFill>
              <a:srgbClr val="4B5565"/>
            </a:solidFill>
          </a:ln>
        </p:spPr>
        <p:style>
          <a:lnRef idx="2">
            <a:schemeClr val="accent1"/>
          </a:lnRef>
          <a:fillRef idx="0">
            <a:schemeClr val="accent1"/>
          </a:fillRef>
          <a:effectRef idx="1">
            <a:schemeClr val="accent1"/>
          </a:effectRef>
          <a:fontRef idx="minor">
            <a:schemeClr val="tx1"/>
          </a:fontRef>
        </p:style>
        <p:txBody>
          <a:bodyPr/>
          <a:lstStyle/>
          <a:p>
            <a:endParaRPr lang="en-GH"/>
          </a:p>
        </p:txBody>
      </p:sp>
      <p:sp>
        <p:nvSpPr>
          <p:cNvPr id="61" name="Rectangle 60">
            <a:extLst>
              <a:ext uri="{FF2B5EF4-FFF2-40B4-BE49-F238E27FC236}">
                <a16:creationId xmlns:a16="http://schemas.microsoft.com/office/drawing/2014/main" id="{C71241F6-C5FF-6020-CD14-E2AB5BB64D0F}"/>
              </a:ext>
            </a:extLst>
          </p:cNvPr>
          <p:cNvSpPr>
            <a:spLocks noGrp="1"/>
          </p:cNvSpPr>
          <p:nvPr/>
        </p:nvSpPr>
        <p:spPr>
          <a:xfrm>
            <a:off x="3093196" y="1924774"/>
            <a:ext cx="115465" cy="963389"/>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endParaRPr sz="1800" b="1" i="0" u="none" kern="1200" cap="none" spc="0" baseline="0">
              <a:solidFill>
                <a:schemeClr val="bg1"/>
              </a:solidFill>
              <a:latin typeface="Calibri Light"/>
              <a:ea typeface="Calibri Light"/>
              <a:cs typeface="Calibri Light"/>
            </a:endParaRPr>
          </a:p>
        </p:txBody>
      </p:sp>
      <p:sp>
        <p:nvSpPr>
          <p:cNvPr id="65" name="TextBox 64">
            <a:extLst>
              <a:ext uri="{FF2B5EF4-FFF2-40B4-BE49-F238E27FC236}">
                <a16:creationId xmlns:a16="http://schemas.microsoft.com/office/drawing/2014/main" id="{AABDCFEC-EB84-5350-720A-D3682EA6C7E8}"/>
              </a:ext>
            </a:extLst>
          </p:cNvPr>
          <p:cNvSpPr>
            <a:spLocks noGrp="1"/>
          </p:cNvSpPr>
          <p:nvPr/>
        </p:nvSpPr>
        <p:spPr>
          <a:xfrm>
            <a:off x="876300" y="2874574"/>
            <a:ext cx="2095758" cy="421205"/>
          </a:xfrm>
          <a:prstGeom prst="rect">
            <a:avLst/>
          </a:prstGeom>
          <a:noFill/>
        </p:spPr>
        <p:txBody>
          <a:bodyPr wrap="square">
            <a:spAutoFit/>
          </a:bodyPr>
          <a:lstStyle/>
          <a:p>
            <a:pPr algn="r">
              <a:buNone/>
            </a:pPr>
            <a:r>
              <a:rPr b="1">
                <a:solidFill>
                  <a:srgbClr val="4B5565"/>
                </a:solidFill>
                <a:latin typeface="Calibri Light"/>
                <a:ea typeface="Calibri Light"/>
                <a:cs typeface="Calibri Light"/>
              </a:rPr>
              <a:t>Business Objectives</a:t>
            </a:r>
          </a:p>
        </p:txBody>
      </p:sp>
      <p:sp>
        <p:nvSpPr>
          <p:cNvPr id="69" name="TextBox 68">
            <a:extLst>
              <a:ext uri="{FF2B5EF4-FFF2-40B4-BE49-F238E27FC236}">
                <a16:creationId xmlns:a16="http://schemas.microsoft.com/office/drawing/2014/main" id="{FEE0C332-0314-92F4-9E52-61F940E71D3D}"/>
              </a:ext>
            </a:extLst>
          </p:cNvPr>
          <p:cNvSpPr>
            <a:spLocks noGrp="1"/>
          </p:cNvSpPr>
          <p:nvPr/>
        </p:nvSpPr>
        <p:spPr>
          <a:xfrm>
            <a:off x="876300" y="3347921"/>
            <a:ext cx="2095758" cy="1684821"/>
          </a:xfrm>
          <a:prstGeom prst="rect">
            <a:avLst/>
          </a:prstGeom>
          <a:noFill/>
        </p:spPr>
        <p:txBody>
          <a:bodyPr wrap="square">
            <a:spAutoFit/>
          </a:bodyPr>
          <a:lstStyle/>
          <a:p>
            <a:pPr algn="r">
              <a:buNone/>
            </a:pPr>
            <a:r>
              <a:rPr>
                <a:solidFill>
                  <a:srgbClr val="4B5565"/>
                </a:solidFill>
                <a:latin typeface="Calibri Light"/>
                <a:ea typeface="Calibri Light"/>
                <a:cs typeface="Calibri Light"/>
              </a:rPr>
              <a:t>The purpose, expected outcomes and success criteria of the workforce analysis</a:t>
            </a:r>
          </a:p>
        </p:txBody>
      </p:sp>
      <p:sp>
        <p:nvSpPr>
          <p:cNvPr id="52" name="TextBox 51">
            <a:extLst>
              <a:ext uri="{FF2B5EF4-FFF2-40B4-BE49-F238E27FC236}">
                <a16:creationId xmlns:a16="http://schemas.microsoft.com/office/drawing/2014/main" id="{74CC8268-F37C-0481-3BDA-01D1B4B47B20}"/>
              </a:ext>
            </a:extLst>
          </p:cNvPr>
          <p:cNvSpPr>
            <a:spLocks noGrp="1"/>
          </p:cNvSpPr>
          <p:nvPr/>
        </p:nvSpPr>
        <p:spPr>
          <a:xfrm>
            <a:off x="4802674" y="2927225"/>
            <a:ext cx="694135" cy="737109"/>
          </a:xfrm>
          <a:prstGeom prst="rect">
            <a:avLst/>
          </a:prstGeom>
          <a:noFill/>
        </p:spPr>
        <p:txBody>
          <a:bodyPr wrap="square">
            <a:spAutoFit/>
          </a:bodyPr>
          <a:lstStyle/>
          <a:p>
            <a:r>
              <a:rPr sz="3600" b="1">
                <a:solidFill>
                  <a:srgbClr val="E1A918"/>
                </a:solidFill>
                <a:latin typeface="Calibri Light"/>
                <a:ea typeface="Calibri Light"/>
                <a:cs typeface="Calibri Light"/>
              </a:rPr>
              <a:t>02</a:t>
            </a:r>
          </a:p>
        </p:txBody>
      </p:sp>
      <p:sp>
        <p:nvSpPr>
          <p:cNvPr id="73" name="Straight Connector 72">
            <a:extLst>
              <a:ext uri="{FF2B5EF4-FFF2-40B4-BE49-F238E27FC236}">
                <a16:creationId xmlns:a16="http://schemas.microsoft.com/office/drawing/2014/main" id="{B93CBE45-0D7B-4E8D-B1D3-FE4321340A3F}"/>
              </a:ext>
            </a:extLst>
          </p:cNvPr>
          <p:cNvSpPr>
            <a:spLocks noGrp="1"/>
          </p:cNvSpPr>
          <p:nvPr/>
        </p:nvSpPr>
        <p:spPr>
          <a:xfrm>
            <a:off x="5815010" y="2668870"/>
            <a:ext cx="0" cy="3061875"/>
          </a:xfrm>
          <a:prstGeom prst="line">
            <a:avLst/>
          </a:prstGeom>
          <a:ln>
            <a:solidFill>
              <a:srgbClr val="4B5565"/>
            </a:solidFill>
          </a:ln>
        </p:spPr>
        <p:style>
          <a:lnRef idx="2">
            <a:schemeClr val="accent1"/>
          </a:lnRef>
          <a:fillRef idx="0">
            <a:schemeClr val="accent1"/>
          </a:fillRef>
          <a:effectRef idx="1">
            <a:schemeClr val="accent1"/>
          </a:effectRef>
          <a:fontRef idx="minor">
            <a:schemeClr val="tx1"/>
          </a:fontRef>
        </p:style>
        <p:txBody>
          <a:bodyPr/>
          <a:lstStyle/>
          <a:p>
            <a:endParaRPr lang="en-GH"/>
          </a:p>
        </p:txBody>
      </p:sp>
      <p:sp>
        <p:nvSpPr>
          <p:cNvPr id="74" name="Rectangle 73">
            <a:extLst>
              <a:ext uri="{FF2B5EF4-FFF2-40B4-BE49-F238E27FC236}">
                <a16:creationId xmlns:a16="http://schemas.microsoft.com/office/drawing/2014/main" id="{9E8DA266-8614-91E3-4FF7-95883EE70F1E}"/>
              </a:ext>
            </a:extLst>
          </p:cNvPr>
          <p:cNvSpPr>
            <a:spLocks noGrp="1"/>
          </p:cNvSpPr>
          <p:nvPr/>
        </p:nvSpPr>
        <p:spPr>
          <a:xfrm>
            <a:off x="5757277" y="2765350"/>
            <a:ext cx="115465" cy="963389"/>
          </a:xfrm>
          <a:prstGeom prst="rect">
            <a:avLst/>
          </a:prstGeom>
          <a:solidFill>
            <a:srgbClr val="E1A91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endParaRPr sz="1800" b="1" i="0" u="none" kern="1200" cap="none" spc="0" baseline="0">
              <a:solidFill>
                <a:schemeClr val="bg1"/>
              </a:solidFill>
              <a:latin typeface="Calibri Light"/>
              <a:ea typeface="Calibri Light"/>
              <a:cs typeface="Calibri Light"/>
            </a:endParaRPr>
          </a:p>
        </p:txBody>
      </p:sp>
      <p:sp>
        <p:nvSpPr>
          <p:cNvPr id="76" name="TextBox 75">
            <a:extLst>
              <a:ext uri="{FF2B5EF4-FFF2-40B4-BE49-F238E27FC236}">
                <a16:creationId xmlns:a16="http://schemas.microsoft.com/office/drawing/2014/main" id="{3BF6D051-49C5-C375-B14D-7951C528C3BE}"/>
              </a:ext>
            </a:extLst>
          </p:cNvPr>
          <p:cNvSpPr>
            <a:spLocks noGrp="1"/>
          </p:cNvSpPr>
          <p:nvPr/>
        </p:nvSpPr>
        <p:spPr>
          <a:xfrm>
            <a:off x="3536708" y="4045925"/>
            <a:ext cx="2095758" cy="1368917"/>
          </a:xfrm>
          <a:prstGeom prst="rect">
            <a:avLst/>
          </a:prstGeom>
          <a:noFill/>
        </p:spPr>
        <p:txBody>
          <a:bodyPr wrap="square">
            <a:spAutoFit/>
          </a:bodyPr>
          <a:lstStyle/>
          <a:p>
            <a:pPr algn="r">
              <a:buNone/>
            </a:pPr>
            <a:r>
              <a:rPr>
                <a:solidFill>
                  <a:srgbClr val="4B5565"/>
                </a:solidFill>
                <a:latin typeface="Calibri Light"/>
                <a:ea typeface="Calibri Light"/>
                <a:cs typeface="Calibri Light"/>
              </a:rPr>
              <a:t>The scope of the workforce, performance and financial evidence</a:t>
            </a:r>
          </a:p>
        </p:txBody>
      </p:sp>
      <p:sp>
        <p:nvSpPr>
          <p:cNvPr id="78" name="TextBox 77">
            <a:extLst>
              <a:ext uri="{FF2B5EF4-FFF2-40B4-BE49-F238E27FC236}">
                <a16:creationId xmlns:a16="http://schemas.microsoft.com/office/drawing/2014/main" id="{192FFC9B-5ABD-C71A-B95D-AEE18C084EA6}"/>
              </a:ext>
            </a:extLst>
          </p:cNvPr>
          <p:cNvSpPr>
            <a:spLocks noGrp="1"/>
          </p:cNvSpPr>
          <p:nvPr/>
        </p:nvSpPr>
        <p:spPr>
          <a:xfrm>
            <a:off x="3354164" y="3624719"/>
            <a:ext cx="2176684" cy="421205"/>
          </a:xfrm>
          <a:prstGeom prst="rect">
            <a:avLst/>
          </a:prstGeom>
          <a:noFill/>
        </p:spPr>
        <p:txBody>
          <a:bodyPr wrap="square">
            <a:spAutoFit/>
          </a:bodyPr>
          <a:lstStyle/>
          <a:p>
            <a:pPr algn="r">
              <a:buNone/>
            </a:pPr>
            <a:r>
              <a:rPr b="1">
                <a:solidFill>
                  <a:srgbClr val="E1A918"/>
                </a:solidFill>
                <a:latin typeface="Calibri Light"/>
                <a:ea typeface="Calibri Light"/>
                <a:cs typeface="Calibri Light"/>
              </a:rPr>
              <a:t>Workforce Structure</a:t>
            </a:r>
          </a:p>
        </p:txBody>
      </p:sp>
      <p:sp>
        <p:nvSpPr>
          <p:cNvPr id="82" name="TextBox 81">
            <a:extLst>
              <a:ext uri="{FF2B5EF4-FFF2-40B4-BE49-F238E27FC236}">
                <a16:creationId xmlns:a16="http://schemas.microsoft.com/office/drawing/2014/main" id="{FA03A2B1-6422-2D18-8D59-BBA4F02BEECC}"/>
              </a:ext>
            </a:extLst>
          </p:cNvPr>
          <p:cNvSpPr>
            <a:spLocks noGrp="1"/>
          </p:cNvSpPr>
          <p:nvPr/>
        </p:nvSpPr>
        <p:spPr>
          <a:xfrm>
            <a:off x="7456909" y="2037914"/>
            <a:ext cx="694135" cy="737109"/>
          </a:xfrm>
          <a:prstGeom prst="rect">
            <a:avLst/>
          </a:prstGeom>
          <a:noFill/>
        </p:spPr>
        <p:txBody>
          <a:bodyPr wrap="square">
            <a:spAutoFit/>
          </a:bodyPr>
          <a:lstStyle/>
          <a:p>
            <a:r>
              <a:rPr sz="3600" b="1">
                <a:solidFill>
                  <a:srgbClr val="4B5565"/>
                </a:solidFill>
                <a:latin typeface="Calibri Light"/>
                <a:ea typeface="Calibri Light"/>
                <a:cs typeface="Calibri Light"/>
              </a:rPr>
              <a:t>03</a:t>
            </a:r>
          </a:p>
        </p:txBody>
      </p:sp>
      <p:sp>
        <p:nvSpPr>
          <p:cNvPr id="86" name="Straight Connector 85">
            <a:extLst>
              <a:ext uri="{FF2B5EF4-FFF2-40B4-BE49-F238E27FC236}">
                <a16:creationId xmlns:a16="http://schemas.microsoft.com/office/drawing/2014/main" id="{D5513F50-FFF7-4AC1-9193-CE5335EADB79}"/>
              </a:ext>
            </a:extLst>
          </p:cNvPr>
          <p:cNvSpPr>
            <a:spLocks noGrp="1"/>
          </p:cNvSpPr>
          <p:nvPr/>
        </p:nvSpPr>
        <p:spPr>
          <a:xfrm>
            <a:off x="8329916" y="1828294"/>
            <a:ext cx="0" cy="3061875"/>
          </a:xfrm>
          <a:prstGeom prst="line">
            <a:avLst/>
          </a:prstGeom>
          <a:ln>
            <a:solidFill>
              <a:srgbClr val="4B5565"/>
            </a:solidFill>
          </a:ln>
        </p:spPr>
        <p:style>
          <a:lnRef idx="2">
            <a:schemeClr val="accent1"/>
          </a:lnRef>
          <a:fillRef idx="0">
            <a:schemeClr val="accent1"/>
          </a:fillRef>
          <a:effectRef idx="1">
            <a:schemeClr val="accent1"/>
          </a:effectRef>
          <a:fontRef idx="minor">
            <a:schemeClr val="tx1"/>
          </a:fontRef>
        </p:style>
        <p:txBody>
          <a:bodyPr/>
          <a:lstStyle/>
          <a:p>
            <a:endParaRPr lang="en-GH"/>
          </a:p>
        </p:txBody>
      </p:sp>
      <p:sp>
        <p:nvSpPr>
          <p:cNvPr id="87" name="Rectangle 86">
            <a:extLst>
              <a:ext uri="{FF2B5EF4-FFF2-40B4-BE49-F238E27FC236}">
                <a16:creationId xmlns:a16="http://schemas.microsoft.com/office/drawing/2014/main" id="{41163085-0CA7-3C6C-E1CE-9D675E01A4EE}"/>
              </a:ext>
            </a:extLst>
          </p:cNvPr>
          <p:cNvSpPr>
            <a:spLocks noGrp="1"/>
          </p:cNvSpPr>
          <p:nvPr/>
        </p:nvSpPr>
        <p:spPr>
          <a:xfrm>
            <a:off x="8272183" y="1924774"/>
            <a:ext cx="115465" cy="963389"/>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endParaRPr sz="1800" b="1" i="0" u="none" kern="1200" cap="none" spc="0" baseline="0">
              <a:solidFill>
                <a:schemeClr val="bg1"/>
              </a:solidFill>
              <a:latin typeface="Calibri Light"/>
              <a:ea typeface="Calibri Light"/>
              <a:cs typeface="Calibri Light"/>
            </a:endParaRPr>
          </a:p>
        </p:txBody>
      </p:sp>
      <p:sp>
        <p:nvSpPr>
          <p:cNvPr id="84" name="TextBox 83">
            <a:extLst>
              <a:ext uri="{FF2B5EF4-FFF2-40B4-BE49-F238E27FC236}">
                <a16:creationId xmlns:a16="http://schemas.microsoft.com/office/drawing/2014/main" id="{02C8A7FC-04B3-5F1A-DCED-028EBFAC3A79}"/>
              </a:ext>
            </a:extLst>
          </p:cNvPr>
          <p:cNvSpPr>
            <a:spLocks noGrp="1"/>
          </p:cNvSpPr>
          <p:nvPr/>
        </p:nvSpPr>
        <p:spPr>
          <a:xfrm>
            <a:off x="6055287" y="2874574"/>
            <a:ext cx="2095758" cy="421205"/>
          </a:xfrm>
          <a:prstGeom prst="rect">
            <a:avLst/>
          </a:prstGeom>
          <a:noFill/>
        </p:spPr>
        <p:txBody>
          <a:bodyPr wrap="square">
            <a:spAutoFit/>
          </a:bodyPr>
          <a:lstStyle/>
          <a:p>
            <a:pPr algn="r">
              <a:buNone/>
            </a:pPr>
            <a:r>
              <a:rPr b="1">
                <a:solidFill>
                  <a:srgbClr val="4B5565"/>
                </a:solidFill>
                <a:latin typeface="Calibri Light"/>
                <a:ea typeface="Calibri Light"/>
                <a:cs typeface="Calibri Light"/>
              </a:rPr>
              <a:t>Dashboard Findings</a:t>
            </a:r>
          </a:p>
        </p:txBody>
      </p:sp>
      <p:sp>
        <p:nvSpPr>
          <p:cNvPr id="85" name="TextBox 84">
            <a:extLst>
              <a:ext uri="{FF2B5EF4-FFF2-40B4-BE49-F238E27FC236}">
                <a16:creationId xmlns:a16="http://schemas.microsoft.com/office/drawing/2014/main" id="{4CCDB334-4E1F-D0C3-7522-EDFE693E9425}"/>
              </a:ext>
            </a:extLst>
          </p:cNvPr>
          <p:cNvSpPr>
            <a:spLocks noGrp="1"/>
          </p:cNvSpPr>
          <p:nvPr/>
        </p:nvSpPr>
        <p:spPr>
          <a:xfrm>
            <a:off x="6055287" y="3347921"/>
            <a:ext cx="2095758" cy="2000724"/>
          </a:xfrm>
          <a:prstGeom prst="rect">
            <a:avLst/>
          </a:prstGeom>
          <a:noFill/>
        </p:spPr>
        <p:txBody>
          <a:bodyPr wrap="square">
            <a:spAutoFit/>
          </a:bodyPr>
          <a:lstStyle/>
          <a:p>
            <a:pPr algn="r">
              <a:buNone/>
            </a:pPr>
            <a:r>
              <a:rPr>
                <a:solidFill>
                  <a:srgbClr val="4B5565"/>
                </a:solidFill>
                <a:latin typeface="Calibri Light"/>
                <a:ea typeface="Calibri Light"/>
                <a:cs typeface="Calibri Light"/>
              </a:rPr>
              <a:t>Workforce, education, compensation, performance, wellbeing and department results</a:t>
            </a:r>
          </a:p>
        </p:txBody>
      </p:sp>
      <p:sp>
        <p:nvSpPr>
          <p:cNvPr id="89" name="TextBox 88">
            <a:extLst>
              <a:ext uri="{FF2B5EF4-FFF2-40B4-BE49-F238E27FC236}">
                <a16:creationId xmlns:a16="http://schemas.microsoft.com/office/drawing/2014/main" id="{E26BA1B2-F93F-B6B0-CC74-791401A524D0}"/>
              </a:ext>
            </a:extLst>
          </p:cNvPr>
          <p:cNvSpPr>
            <a:spLocks noGrp="1"/>
          </p:cNvSpPr>
          <p:nvPr/>
        </p:nvSpPr>
        <p:spPr>
          <a:xfrm>
            <a:off x="10245630" y="2927225"/>
            <a:ext cx="694135" cy="737109"/>
          </a:xfrm>
          <a:prstGeom prst="rect">
            <a:avLst/>
          </a:prstGeom>
          <a:noFill/>
        </p:spPr>
        <p:txBody>
          <a:bodyPr wrap="square">
            <a:spAutoFit/>
          </a:bodyPr>
          <a:lstStyle/>
          <a:p>
            <a:r>
              <a:rPr sz="3600" b="1">
                <a:solidFill>
                  <a:srgbClr val="E1A918"/>
                </a:solidFill>
                <a:latin typeface="Calibri Light"/>
                <a:ea typeface="Calibri Light"/>
                <a:cs typeface="Calibri Light"/>
              </a:rPr>
              <a:t>04</a:t>
            </a:r>
          </a:p>
        </p:txBody>
      </p:sp>
      <p:sp>
        <p:nvSpPr>
          <p:cNvPr id="93" name="Straight Connector 92">
            <a:extLst>
              <a:ext uri="{FF2B5EF4-FFF2-40B4-BE49-F238E27FC236}">
                <a16:creationId xmlns:a16="http://schemas.microsoft.com/office/drawing/2014/main" id="{8B46EC14-A0B6-481E-87AD-4024F5BDDE85}"/>
              </a:ext>
            </a:extLst>
          </p:cNvPr>
          <p:cNvSpPr>
            <a:spLocks noGrp="1"/>
          </p:cNvSpPr>
          <p:nvPr/>
        </p:nvSpPr>
        <p:spPr>
          <a:xfrm>
            <a:off x="11257966" y="2668870"/>
            <a:ext cx="0" cy="3061875"/>
          </a:xfrm>
          <a:prstGeom prst="line">
            <a:avLst/>
          </a:prstGeom>
          <a:ln>
            <a:solidFill>
              <a:srgbClr val="4B5565"/>
            </a:solidFill>
          </a:ln>
        </p:spPr>
        <p:style>
          <a:lnRef idx="2">
            <a:schemeClr val="accent1"/>
          </a:lnRef>
          <a:fillRef idx="0">
            <a:schemeClr val="accent1"/>
          </a:fillRef>
          <a:effectRef idx="1">
            <a:schemeClr val="accent1"/>
          </a:effectRef>
          <a:fontRef idx="minor">
            <a:schemeClr val="tx1"/>
          </a:fontRef>
        </p:style>
        <p:txBody>
          <a:bodyPr/>
          <a:lstStyle/>
          <a:p>
            <a:endParaRPr lang="en-GH"/>
          </a:p>
        </p:txBody>
      </p:sp>
      <p:sp>
        <p:nvSpPr>
          <p:cNvPr id="94" name="Rectangle 93">
            <a:extLst>
              <a:ext uri="{FF2B5EF4-FFF2-40B4-BE49-F238E27FC236}">
                <a16:creationId xmlns:a16="http://schemas.microsoft.com/office/drawing/2014/main" id="{76B7573F-3348-5880-8E06-BF5A3DD09649}"/>
              </a:ext>
            </a:extLst>
          </p:cNvPr>
          <p:cNvSpPr>
            <a:spLocks noGrp="1"/>
          </p:cNvSpPr>
          <p:nvPr/>
        </p:nvSpPr>
        <p:spPr>
          <a:xfrm>
            <a:off x="11200233" y="2765350"/>
            <a:ext cx="115465" cy="963389"/>
          </a:xfrm>
          <a:prstGeom prst="rect">
            <a:avLst/>
          </a:prstGeom>
          <a:solidFill>
            <a:srgbClr val="E1A91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endParaRPr sz="1800" b="1" i="0" u="none" kern="1200" cap="none" spc="0" baseline="0">
              <a:solidFill>
                <a:schemeClr val="bg1"/>
              </a:solidFill>
              <a:latin typeface="Calibri Light"/>
              <a:ea typeface="Calibri Light"/>
              <a:cs typeface="Calibri Light"/>
            </a:endParaRPr>
          </a:p>
        </p:txBody>
      </p:sp>
      <p:sp>
        <p:nvSpPr>
          <p:cNvPr id="91" name="TextBox 90">
            <a:extLst>
              <a:ext uri="{FF2B5EF4-FFF2-40B4-BE49-F238E27FC236}">
                <a16:creationId xmlns:a16="http://schemas.microsoft.com/office/drawing/2014/main" id="{477ED31E-BB6C-A38B-588A-85DDB41B52EE}"/>
              </a:ext>
            </a:extLst>
          </p:cNvPr>
          <p:cNvSpPr>
            <a:spLocks noGrp="1"/>
          </p:cNvSpPr>
          <p:nvPr/>
        </p:nvSpPr>
        <p:spPr>
          <a:xfrm>
            <a:off x="8739388" y="4045925"/>
            <a:ext cx="2336034" cy="1477327"/>
          </a:xfrm>
          <a:prstGeom prst="rect">
            <a:avLst/>
          </a:prstGeom>
          <a:noFill/>
        </p:spPr>
        <p:txBody>
          <a:bodyPr wrap="square">
            <a:spAutoFit/>
          </a:bodyPr>
          <a:lstStyle/>
          <a:p>
            <a:pPr algn="r">
              <a:buNone/>
            </a:pPr>
            <a:r>
              <a:rPr>
                <a:solidFill>
                  <a:srgbClr val="4B5565"/>
                </a:solidFill>
                <a:latin typeface="Calibri Light"/>
                <a:ea typeface="Calibri Light"/>
                <a:cs typeface="Calibri Light"/>
              </a:rPr>
              <a:t>Key management implications, recommendations and the proposed 90-day action plan</a:t>
            </a:r>
          </a:p>
        </p:txBody>
      </p:sp>
      <p:sp>
        <p:nvSpPr>
          <p:cNvPr id="92" name="TextBox 91">
            <a:extLst>
              <a:ext uri="{FF2B5EF4-FFF2-40B4-BE49-F238E27FC236}">
                <a16:creationId xmlns:a16="http://schemas.microsoft.com/office/drawing/2014/main" id="{4F63297F-36A2-91B4-22E9-43F73A4E292A}"/>
              </a:ext>
            </a:extLst>
          </p:cNvPr>
          <p:cNvSpPr>
            <a:spLocks noGrp="1"/>
          </p:cNvSpPr>
          <p:nvPr/>
        </p:nvSpPr>
        <p:spPr>
          <a:xfrm>
            <a:off x="8627595" y="3624719"/>
            <a:ext cx="2346209" cy="369331"/>
          </a:xfrm>
          <a:prstGeom prst="rect">
            <a:avLst/>
          </a:prstGeom>
          <a:noFill/>
        </p:spPr>
        <p:txBody>
          <a:bodyPr wrap="square">
            <a:spAutoFit/>
          </a:bodyPr>
          <a:lstStyle/>
          <a:p>
            <a:pPr algn="r">
              <a:buNone/>
            </a:pPr>
            <a:r>
              <a:rPr b="1">
                <a:solidFill>
                  <a:srgbClr val="E1A918"/>
                </a:solidFill>
                <a:latin typeface="Calibri Light"/>
                <a:ea typeface="Calibri Light"/>
                <a:cs typeface="Calibri Light"/>
              </a:rPr>
              <a:t>Implications &amp; Action</a:t>
            </a:r>
          </a:p>
        </p:txBody>
      </p:sp>
      <p:sp>
        <p:nvSpPr>
          <p:cNvPr id="102" name="Rectangle 101">
            <a:extLst>
              <a:ext uri="{FF2B5EF4-FFF2-40B4-BE49-F238E27FC236}">
                <a16:creationId xmlns:a16="http://schemas.microsoft.com/office/drawing/2014/main" id="{67ADC6C0-18E1-1FAB-9676-FCF7EF652037}"/>
              </a:ext>
            </a:extLst>
          </p:cNvPr>
          <p:cNvSpPr>
            <a:spLocks noGrp="1"/>
          </p:cNvSpPr>
          <p:nvPr/>
        </p:nvSpPr>
        <p:spPr>
          <a:xfrm>
            <a:off x="11322922" y="0"/>
            <a:ext cx="869078" cy="10105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Cross 2">
            <a:extLst>
              <a:ext uri="{FF2B5EF4-FFF2-40B4-BE49-F238E27FC236}">
                <a16:creationId xmlns:a16="http://schemas.microsoft.com/office/drawing/2014/main" id="{7CD74575-A190-C58D-8B2A-84265716F27C}"/>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658526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9" name="Rectangle 18" hidden="1">
            <a:extLst>
              <a:ext uri="{FF2B5EF4-FFF2-40B4-BE49-F238E27FC236}">
                <a16:creationId xmlns:a16="http://schemas.microsoft.com/office/drawing/2014/main" id="{BBFCB301-120D-F867-ED6B-A7E8081B4E63}"/>
              </a:ext>
            </a:extLst>
          </p:cNvPr>
          <p:cNvSpPr>
            <a:spLocks noGrp="1"/>
          </p:cNvSpPr>
          <p:nvPr/>
        </p:nvSpPr>
        <p:spPr>
          <a:xfrm>
            <a:off x="0" y="5359400"/>
            <a:ext cx="12192001" cy="781566"/>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EBC1C37-FE66-AC31-9DE9-FEB58007D975}"/>
              </a:ext>
            </a:extLst>
          </p:cNvPr>
          <p:cNvSpPr>
            <a:spLocks noGrp="1"/>
          </p:cNvSpPr>
          <p:nvPr/>
        </p:nvSpPr>
        <p:spPr>
          <a:xfrm>
            <a:off x="809625" y="2057704"/>
            <a:ext cx="10585450" cy="736740"/>
          </a:xfrm>
          <a:prstGeom prst="rect">
            <a:avLst/>
          </a:prstGeom>
          <a:noFill/>
        </p:spPr>
        <p:txBody>
          <a:bodyPr wrap="square">
            <a:spAutoFit/>
          </a:bodyPr>
          <a:lstStyle/>
          <a:p>
            <a:pPr>
              <a:lnSpc>
                <a:spcPts val="2600"/>
              </a:lnSpc>
              <a:buNone/>
            </a:pPr>
            <a:r>
              <a:rPr>
                <a:solidFill>
                  <a:srgbClr val="4B5565"/>
                </a:solidFill>
                <a:latin typeface="Calibri Light"/>
                <a:ea typeface="Calibri Light"/>
                <a:cs typeface="Calibri Light"/>
              </a:rPr>
              <a:t>Develop an integrated workforce analysis that enables leadership to evaluate organizational performance, employee wellbeing and cost efficiency across departments.</a:t>
            </a:r>
          </a:p>
        </p:txBody>
      </p:sp>
      <p:sp>
        <p:nvSpPr>
          <p:cNvPr id="23" name="Rectangle 22">
            <a:extLst>
              <a:ext uri="{FF2B5EF4-FFF2-40B4-BE49-F238E27FC236}">
                <a16:creationId xmlns:a16="http://schemas.microsoft.com/office/drawing/2014/main" id="{61896876-7088-F400-32CD-C93CEC4DB0B2}"/>
              </a:ext>
            </a:extLst>
          </p:cNvPr>
          <p:cNvSpPr>
            <a:spLocks noGrp="1"/>
          </p:cNvSpPr>
          <p:nvPr/>
        </p:nvSpPr>
        <p:spPr>
          <a:xfrm>
            <a:off x="809626" y="3137302"/>
            <a:ext cx="2178050" cy="4533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buNone/>
            </a:pPr>
            <a:r>
              <a:rPr b="1">
                <a:latin typeface="Calibri Light"/>
                <a:ea typeface="Calibri Light"/>
                <a:cs typeface="Calibri Light"/>
              </a:rPr>
              <a:t>Other Objectives</a:t>
            </a:r>
            <a:endParaRPr sz="1800" b="1" i="0" u="none" kern="1200" cap="none" spc="0" baseline="0">
              <a:solidFill>
                <a:schemeClr val="bg1"/>
              </a:solidFill>
              <a:latin typeface="Calibri Light"/>
              <a:ea typeface="Calibri Light"/>
              <a:cs typeface="Calibri Light"/>
            </a:endParaRPr>
          </a:p>
        </p:txBody>
      </p:sp>
      <p:sp>
        <p:nvSpPr>
          <p:cNvPr id="8" name="TextBox 7">
            <a:extLst>
              <a:ext uri="{FF2B5EF4-FFF2-40B4-BE49-F238E27FC236}">
                <a16:creationId xmlns:a16="http://schemas.microsoft.com/office/drawing/2014/main" id="{8C293921-1BDE-F57F-3208-F36F3B8915CD}"/>
              </a:ext>
            </a:extLst>
          </p:cNvPr>
          <p:cNvSpPr>
            <a:spLocks noGrp="1"/>
          </p:cNvSpPr>
          <p:nvPr/>
        </p:nvSpPr>
        <p:spPr>
          <a:xfrm>
            <a:off x="798832" y="3668297"/>
            <a:ext cx="5053328" cy="2890471"/>
          </a:xfrm>
          <a:prstGeom prst="rect">
            <a:avLst/>
          </a:prstGeom>
          <a:noFill/>
        </p:spPr>
        <p:txBody>
          <a:bodyPr wrap="square">
            <a:spAutoFit/>
          </a:bodyPr>
          <a:lstStyle/>
          <a:p>
            <a:pPr marL="285750" indent="-285750">
              <a:lnSpc>
                <a:spcPts val="2200"/>
              </a:lnSpc>
              <a:buFont typeface="Wingdings"/>
              <a:buChar char="§"/>
            </a:pPr>
            <a:r>
              <a:rPr sz="1400">
                <a:solidFill>
                  <a:srgbClr val="4B5565"/>
                </a:solidFill>
                <a:latin typeface="Calibri Light"/>
                <a:ea typeface="Calibri Light"/>
                <a:cs typeface="Calibri Light"/>
              </a:rPr>
              <a:t>Analyse workforce composition by department, position, gender and employment status.</a:t>
            </a:r>
          </a:p>
          <a:p>
            <a:pPr marL="285750" indent="-285750">
              <a:lnSpc>
                <a:spcPts val="2200"/>
              </a:lnSpc>
              <a:buFont typeface="Wingdings"/>
              <a:buChar char="§"/>
            </a:pPr>
            <a:r>
              <a:rPr sz="1400">
                <a:solidFill>
                  <a:srgbClr val="4B5565"/>
                </a:solidFill>
                <a:latin typeface="Calibri Light"/>
                <a:ea typeface="Calibri Light"/>
                <a:cs typeface="Calibri Light"/>
              </a:rPr>
              <a:t>Assess the alignment between employee education and job placement.</a:t>
            </a:r>
          </a:p>
          <a:p>
            <a:pPr marL="285750" indent="-285750">
              <a:lnSpc>
                <a:spcPts val="2200"/>
              </a:lnSpc>
              <a:buFont typeface="Wingdings"/>
              <a:buChar char="§"/>
            </a:pPr>
            <a:r>
              <a:rPr sz="1400">
                <a:solidFill>
                  <a:srgbClr val="4B5565"/>
                </a:solidFill>
                <a:latin typeface="Calibri Light"/>
                <a:ea typeface="Calibri Light"/>
                <a:cs typeface="Calibri Light"/>
              </a:rPr>
              <a:t>Evaluate compensation patterns and workforce cost distribution.</a:t>
            </a:r>
          </a:p>
          <a:p>
            <a:pPr marL="285750" indent="-285750">
              <a:lnSpc>
                <a:spcPts val="2200"/>
              </a:lnSpc>
              <a:buFont typeface="Wingdings"/>
              <a:buChar char="§"/>
            </a:pPr>
            <a:r>
              <a:rPr sz="1400">
                <a:solidFill>
                  <a:srgbClr val="4B5565"/>
                </a:solidFill>
                <a:latin typeface="Calibri Light"/>
                <a:ea typeface="Calibri Light"/>
                <a:cs typeface="Calibri Light"/>
              </a:rPr>
              <a:t>Identify performance, benefits and wellbeing-related operational risks.</a:t>
            </a:r>
          </a:p>
          <a:p>
            <a:pPr marL="285750" indent="-285750">
              <a:lnSpc>
                <a:spcPts val="2200"/>
              </a:lnSpc>
              <a:buFont typeface="Wingdings"/>
              <a:buChar char="§"/>
            </a:pPr>
            <a:r>
              <a:rPr sz="1400">
                <a:solidFill>
                  <a:srgbClr val="4B5565"/>
                </a:solidFill>
                <a:latin typeface="Calibri Light"/>
                <a:ea typeface="Calibri Light"/>
                <a:cs typeface="Calibri Light"/>
              </a:rPr>
              <a:t>Provide actionable recommendations for workforce sustainability and efficiency</a:t>
            </a:r>
          </a:p>
        </p:txBody>
      </p:sp>
      <p:sp>
        <p:nvSpPr>
          <p:cNvPr id="12" name="Rectangle 11">
            <a:extLst>
              <a:ext uri="{FF2B5EF4-FFF2-40B4-BE49-F238E27FC236}">
                <a16:creationId xmlns:a16="http://schemas.microsoft.com/office/drawing/2014/main" id="{EEE06964-AD20-0B8E-BE07-BE599A070EE3}"/>
              </a:ext>
            </a:extLst>
          </p:cNvPr>
          <p:cNvSpPr>
            <a:spLocks noGrp="1"/>
          </p:cNvSpPr>
          <p:nvPr/>
        </p:nvSpPr>
        <p:spPr>
          <a:xfrm>
            <a:off x="796926" y="1508819"/>
            <a:ext cx="2178050" cy="453308"/>
          </a:xfrm>
          <a:prstGeom prst="rect">
            <a:avLst/>
          </a:prstGeom>
          <a:solidFill>
            <a:srgbClr val="E1A91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buNone/>
            </a:pPr>
            <a:r>
              <a:rPr b="1">
                <a:latin typeface="Calibri Light"/>
                <a:ea typeface="Calibri Light"/>
                <a:cs typeface="Calibri Light"/>
              </a:rPr>
              <a:t>Primary Objective</a:t>
            </a:r>
            <a:endParaRPr sz="1800" b="1" i="0" u="none" kern="1200" cap="none" spc="0" baseline="0">
              <a:solidFill>
                <a:schemeClr val="bg1"/>
              </a:solidFill>
              <a:latin typeface="Calibri Light"/>
              <a:ea typeface="Calibri Light"/>
              <a:cs typeface="Calibri Light"/>
            </a:endParaRPr>
          </a:p>
        </p:txBody>
      </p:sp>
      <p:sp>
        <p:nvSpPr>
          <p:cNvPr id="15" name="TextBox 14">
            <a:extLst>
              <a:ext uri="{FF2B5EF4-FFF2-40B4-BE49-F238E27FC236}">
                <a16:creationId xmlns:a16="http://schemas.microsoft.com/office/drawing/2014/main" id="{4BB2491E-0AC5-BFE1-E50B-C940853FEA3D}"/>
              </a:ext>
            </a:extLst>
          </p:cNvPr>
          <p:cNvSpPr>
            <a:spLocks noGrp="1"/>
          </p:cNvSpPr>
          <p:nvPr/>
        </p:nvSpPr>
        <p:spPr>
          <a:xfrm>
            <a:off x="796926" y="333644"/>
            <a:ext cx="4831798" cy="769441"/>
          </a:xfrm>
          <a:prstGeom prst="rect">
            <a:avLst/>
          </a:prstGeom>
          <a:noFill/>
        </p:spPr>
        <p:txBody>
          <a:bodyPr wrap="square">
            <a:spAutoFit/>
          </a:bodyPr>
          <a:lstStyle/>
          <a:p>
            <a:r>
              <a:rPr sz="4400" b="1">
                <a:solidFill>
                  <a:srgbClr val="4B5565"/>
                </a:solidFill>
                <a:latin typeface="Calibri Light"/>
                <a:ea typeface="Calibri Light"/>
                <a:cs typeface="Calibri Light"/>
              </a:rPr>
              <a:t>Business Objectives</a:t>
            </a:r>
          </a:p>
        </p:txBody>
      </p:sp>
      <p:sp>
        <p:nvSpPr>
          <p:cNvPr id="3" name="Rectangle 2">
            <a:extLst>
              <a:ext uri="{FF2B5EF4-FFF2-40B4-BE49-F238E27FC236}">
                <a16:creationId xmlns:a16="http://schemas.microsoft.com/office/drawing/2014/main" id="{2BC150F5-3B10-F5AC-90EA-CCC93F0F2088}"/>
              </a:ext>
            </a:extLst>
          </p:cNvPr>
          <p:cNvSpPr>
            <a:spLocks noGrp="1"/>
          </p:cNvSpPr>
          <p:nvPr/>
        </p:nvSpPr>
        <p:spPr>
          <a:xfrm>
            <a:off x="6106794" y="3137302"/>
            <a:ext cx="2178050" cy="4533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buNone/>
            </a:pPr>
            <a:r>
              <a:rPr b="1">
                <a:latin typeface="Calibri Light"/>
                <a:ea typeface="Calibri Light"/>
                <a:cs typeface="Calibri Light"/>
              </a:rPr>
              <a:t>Success Criteria</a:t>
            </a:r>
            <a:endParaRPr sz="1800" b="1" i="0" u="none" kern="1200" cap="none" spc="0" baseline="0">
              <a:solidFill>
                <a:schemeClr val="bg1"/>
              </a:solidFill>
              <a:latin typeface="Calibri Light"/>
              <a:ea typeface="Calibri Light"/>
              <a:cs typeface="Calibri Light"/>
            </a:endParaRPr>
          </a:p>
        </p:txBody>
      </p:sp>
      <p:sp>
        <p:nvSpPr>
          <p:cNvPr id="5" name="TextBox 4">
            <a:extLst>
              <a:ext uri="{FF2B5EF4-FFF2-40B4-BE49-F238E27FC236}">
                <a16:creationId xmlns:a16="http://schemas.microsoft.com/office/drawing/2014/main" id="{14464542-06F4-4C19-0534-904E83A90E87}"/>
              </a:ext>
            </a:extLst>
          </p:cNvPr>
          <p:cNvSpPr>
            <a:spLocks noGrp="1"/>
          </p:cNvSpPr>
          <p:nvPr/>
        </p:nvSpPr>
        <p:spPr>
          <a:xfrm>
            <a:off x="6096000" y="3668297"/>
            <a:ext cx="5053328" cy="1761957"/>
          </a:xfrm>
          <a:prstGeom prst="rect">
            <a:avLst/>
          </a:prstGeom>
          <a:noFill/>
        </p:spPr>
        <p:txBody>
          <a:bodyPr wrap="square">
            <a:spAutoFit/>
          </a:bodyPr>
          <a:lstStyle/>
          <a:p>
            <a:pPr marL="285750" indent="-285750">
              <a:lnSpc>
                <a:spcPts val="2200"/>
              </a:lnSpc>
              <a:buFont typeface="Wingdings"/>
              <a:buChar char="§"/>
            </a:pPr>
            <a:r>
              <a:rPr sz="1400">
                <a:solidFill>
                  <a:srgbClr val="4B5565"/>
                </a:solidFill>
                <a:latin typeface="Calibri Light"/>
                <a:ea typeface="Calibri Light"/>
                <a:cs typeface="Calibri Light"/>
              </a:rPr>
              <a:t>Provide a unified and reliable workforce view.</a:t>
            </a:r>
          </a:p>
          <a:p>
            <a:pPr marL="285750" indent="-285750">
              <a:lnSpc>
                <a:spcPts val="2200"/>
              </a:lnSpc>
              <a:buFont typeface="Wingdings"/>
              <a:buChar char="§"/>
            </a:pPr>
            <a:r>
              <a:rPr sz="1400">
                <a:solidFill>
                  <a:srgbClr val="4B5565"/>
                </a:solidFill>
                <a:latin typeface="Calibri Light"/>
                <a:ea typeface="Calibri Light"/>
                <a:cs typeface="Calibri Light"/>
              </a:rPr>
              <a:t>Produce insights linked directly to business decisions.</a:t>
            </a:r>
          </a:p>
          <a:p>
            <a:pPr marL="285750" indent="-285750">
              <a:lnSpc>
                <a:spcPts val="2200"/>
              </a:lnSpc>
              <a:buFont typeface="Wingdings"/>
              <a:buChar char="§"/>
            </a:pPr>
            <a:r>
              <a:rPr sz="1400">
                <a:solidFill>
                  <a:srgbClr val="4B5565"/>
                </a:solidFill>
                <a:latin typeface="Calibri Light"/>
                <a:ea typeface="Calibri Light"/>
                <a:cs typeface="Calibri Light"/>
              </a:rPr>
              <a:t>Identify clear improvement opportunities.</a:t>
            </a:r>
          </a:p>
          <a:p>
            <a:pPr marL="285750" indent="-285750">
              <a:lnSpc>
                <a:spcPts val="2200"/>
              </a:lnSpc>
              <a:buFont typeface="Wingdings"/>
              <a:buChar char="§"/>
            </a:pPr>
            <a:r>
              <a:rPr sz="1400">
                <a:solidFill>
                  <a:srgbClr val="4B5565"/>
                </a:solidFill>
                <a:latin typeface="Calibri Light"/>
                <a:ea typeface="Calibri Light"/>
                <a:cs typeface="Calibri Light"/>
              </a:rPr>
              <a:t>Support better workforce planning and budgeting.</a:t>
            </a:r>
          </a:p>
          <a:p>
            <a:pPr marL="285750" indent="-285750">
              <a:lnSpc>
                <a:spcPts val="2200"/>
              </a:lnSpc>
              <a:buFont typeface="Wingdings"/>
              <a:buChar char="§"/>
            </a:pPr>
            <a:r>
              <a:rPr sz="1400">
                <a:solidFill>
                  <a:srgbClr val="4B5565"/>
                </a:solidFill>
                <a:latin typeface="Calibri Light"/>
                <a:ea typeface="Calibri Light"/>
                <a:cs typeface="Calibri Light"/>
              </a:rPr>
              <a:t>Maintain a reproducible and documented analysis.</a:t>
            </a:r>
          </a:p>
          <a:p>
            <a:pPr marL="285750" indent="-285750">
              <a:lnSpc>
                <a:spcPts val="2200"/>
              </a:lnSpc>
              <a:buFont typeface="Wingdings"/>
              <a:buChar char="§"/>
            </a:pPr>
            <a:r>
              <a:rPr sz="1400">
                <a:solidFill>
                  <a:srgbClr val="4B5565"/>
                </a:solidFill>
                <a:latin typeface="Calibri Light"/>
                <a:ea typeface="Calibri Light"/>
                <a:cs typeface="Calibri Light"/>
              </a:rPr>
              <a:t>Establish a foundation for future predictive analytics.</a:t>
            </a:r>
          </a:p>
        </p:txBody>
      </p:sp>
    </p:spTree>
    <p:extLst>
      <p:ext uri="{BB962C8B-B14F-4D97-AF65-F5344CB8AC3E}">
        <p14:creationId xmlns:p14="http://schemas.microsoft.com/office/powerpoint/2010/main" val="2566130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 name="Rectangle 101">
            <a:extLst>
              <a:ext uri="{FF2B5EF4-FFF2-40B4-BE49-F238E27FC236}">
                <a16:creationId xmlns:a16="http://schemas.microsoft.com/office/drawing/2014/main" id="{3B0BEFAD-A04C-4989-D072-64EC110D017E}"/>
              </a:ext>
            </a:extLst>
          </p:cNvPr>
          <p:cNvSpPr>
            <a:spLocks noGrp="1"/>
          </p:cNvSpPr>
          <p:nvPr/>
        </p:nvSpPr>
        <p:spPr>
          <a:xfrm>
            <a:off x="11322922" y="0"/>
            <a:ext cx="869078" cy="10105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Cross 3">
            <a:extLst>
              <a:ext uri="{FF2B5EF4-FFF2-40B4-BE49-F238E27FC236}">
                <a16:creationId xmlns:a16="http://schemas.microsoft.com/office/drawing/2014/main" id="{507256A3-66C2-CDF1-F5BA-E7C9F359BB4D}"/>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08" name="Picture 107"/>
          <p:cNvPicPr>
            <a:picLocks noChangeAspect="1"/>
          </p:cNvPicPr>
          <p:nvPr/>
        </p:nvPicPr>
        <p:blipFill>
          <a:blip r:embed="rId3"/>
          <a:stretch/>
        </p:blipFill>
        <p:spPr>
          <a:xfrm>
            <a:off x="435848" y="324483"/>
            <a:ext cx="10887074" cy="6209034"/>
          </a:xfrm>
          <a:prstGeom prst="rect">
            <a:avLst/>
          </a:prstGeom>
        </p:spPr>
      </p:pic>
    </p:spTree>
    <p:extLst>
      <p:ext uri="{BB962C8B-B14F-4D97-AF65-F5344CB8AC3E}">
        <p14:creationId xmlns:p14="http://schemas.microsoft.com/office/powerpoint/2010/main" val="4259270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ross 3">
            <a:extLst>
              <a:ext uri="{FF2B5EF4-FFF2-40B4-BE49-F238E27FC236}">
                <a16:creationId xmlns:a16="http://schemas.microsoft.com/office/drawing/2014/main" id="{AD6E950F-C8D9-F4D5-3146-CC4DAC08758C}"/>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 name="Picture 8"/>
          <p:cNvPicPr>
            <a:picLocks noChangeAspect="1"/>
          </p:cNvPicPr>
          <p:nvPr/>
        </p:nvPicPr>
        <p:blipFill>
          <a:blip r:embed="rId3"/>
          <a:stretch/>
        </p:blipFill>
        <p:spPr>
          <a:xfrm>
            <a:off x="773829" y="393700"/>
            <a:ext cx="10644341" cy="6070601"/>
          </a:xfrm>
          <a:prstGeom prst="rect">
            <a:avLst/>
          </a:prstGeom>
        </p:spPr>
      </p:pic>
    </p:spTree>
    <p:extLst>
      <p:ext uri="{BB962C8B-B14F-4D97-AF65-F5344CB8AC3E}">
        <p14:creationId xmlns:p14="http://schemas.microsoft.com/office/powerpoint/2010/main" val="2586410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8" name="Picture 107"/>
          <p:cNvPicPr>
            <a:picLocks noChangeAspect="1"/>
          </p:cNvPicPr>
          <p:nvPr/>
        </p:nvPicPr>
        <p:blipFill>
          <a:blip r:embed="rId3"/>
          <a:stretch/>
        </p:blipFill>
        <p:spPr>
          <a:xfrm>
            <a:off x="725906" y="366369"/>
            <a:ext cx="10740187" cy="6125263"/>
          </a:xfrm>
          <a:prstGeom prst="rect">
            <a:avLst/>
          </a:prstGeom>
        </p:spPr>
      </p:pic>
      <p:sp>
        <p:nvSpPr>
          <p:cNvPr id="102" name="Rectangle 101">
            <a:extLst>
              <a:ext uri="{FF2B5EF4-FFF2-40B4-BE49-F238E27FC236}">
                <a16:creationId xmlns:a16="http://schemas.microsoft.com/office/drawing/2014/main" id="{481FF7B4-21F1-F177-212C-59801FA6EADC}"/>
              </a:ext>
            </a:extLst>
          </p:cNvPr>
          <p:cNvSpPr>
            <a:spLocks noGrp="1"/>
          </p:cNvSpPr>
          <p:nvPr/>
        </p:nvSpPr>
        <p:spPr>
          <a:xfrm>
            <a:off x="11322922" y="0"/>
            <a:ext cx="869078" cy="10105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Cross 3">
            <a:extLst>
              <a:ext uri="{FF2B5EF4-FFF2-40B4-BE49-F238E27FC236}">
                <a16:creationId xmlns:a16="http://schemas.microsoft.com/office/drawing/2014/main" id="{0F9F7C89-F0F6-7DA9-47AB-47C1E253923E}"/>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510582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p:blipFill>
        <p:spPr>
          <a:xfrm>
            <a:off x="773829" y="393700"/>
            <a:ext cx="10644341" cy="6070601"/>
          </a:xfrm>
          <a:prstGeom prst="rect">
            <a:avLst/>
          </a:prstGeom>
        </p:spPr>
      </p:pic>
    </p:spTree>
    <p:extLst>
      <p:ext uri="{BB962C8B-B14F-4D97-AF65-F5344CB8AC3E}">
        <p14:creationId xmlns:p14="http://schemas.microsoft.com/office/powerpoint/2010/main" val="287928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 name="Rectangle 101">
            <a:extLst>
              <a:ext uri="{FF2B5EF4-FFF2-40B4-BE49-F238E27FC236}">
                <a16:creationId xmlns:a16="http://schemas.microsoft.com/office/drawing/2014/main" id="{A1BF295D-4633-8B90-ADA4-E1717625656B}"/>
              </a:ext>
            </a:extLst>
          </p:cNvPr>
          <p:cNvSpPr>
            <a:spLocks noGrp="1"/>
          </p:cNvSpPr>
          <p:nvPr/>
        </p:nvSpPr>
        <p:spPr>
          <a:xfrm>
            <a:off x="11322922" y="0"/>
            <a:ext cx="869078" cy="10105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Cross 3">
            <a:extLst>
              <a:ext uri="{FF2B5EF4-FFF2-40B4-BE49-F238E27FC236}">
                <a16:creationId xmlns:a16="http://schemas.microsoft.com/office/drawing/2014/main" id="{450ED9FE-B08D-C70D-FC14-D6E8A7501FD1}"/>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08" name="Picture 107"/>
          <p:cNvPicPr>
            <a:picLocks noChangeAspect="1"/>
          </p:cNvPicPr>
          <p:nvPr/>
        </p:nvPicPr>
        <p:blipFill>
          <a:blip r:embed="rId3"/>
          <a:stretch/>
        </p:blipFill>
        <p:spPr>
          <a:xfrm>
            <a:off x="874038" y="450850"/>
            <a:ext cx="10443923" cy="5956300"/>
          </a:xfrm>
          <a:prstGeom prst="rect">
            <a:avLst/>
          </a:prstGeom>
        </p:spPr>
      </p:pic>
    </p:spTree>
    <p:extLst>
      <p:ext uri="{BB962C8B-B14F-4D97-AF65-F5344CB8AC3E}">
        <p14:creationId xmlns:p14="http://schemas.microsoft.com/office/powerpoint/2010/main" val="3355176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p:blipFill>
        <p:spPr>
          <a:xfrm>
            <a:off x="874038" y="450850"/>
            <a:ext cx="10443923" cy="5956300"/>
          </a:xfrm>
          <a:prstGeom prst="rect">
            <a:avLst/>
          </a:prstGeom>
        </p:spPr>
      </p:pic>
    </p:spTree>
    <p:extLst>
      <p:ext uri="{BB962C8B-B14F-4D97-AF65-F5344CB8AC3E}">
        <p14:creationId xmlns:p14="http://schemas.microsoft.com/office/powerpoint/2010/main" val="1217695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1C6B706-8CB4-3AF3-0AB3-D47F93063239}"/>
              </a:ext>
            </a:extLst>
          </p:cNvPr>
          <p:cNvSpPr>
            <a:spLocks noGrp="1"/>
          </p:cNvSpPr>
          <p:nvPr/>
        </p:nvSpPr>
        <p:spPr>
          <a:xfrm>
            <a:off x="11322922" y="0"/>
            <a:ext cx="869078" cy="10105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Cross 4">
            <a:extLst>
              <a:ext uri="{FF2B5EF4-FFF2-40B4-BE49-F238E27FC236}">
                <a16:creationId xmlns:a16="http://schemas.microsoft.com/office/drawing/2014/main" id="{22AA1539-FD41-1E36-DA41-910F67AC11D9}"/>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Picture 10"/>
          <p:cNvPicPr>
            <a:picLocks noChangeAspect="1"/>
          </p:cNvPicPr>
          <p:nvPr/>
        </p:nvPicPr>
        <p:blipFill>
          <a:blip r:embed="rId3"/>
          <a:stretch/>
        </p:blipFill>
        <p:spPr>
          <a:xfrm>
            <a:off x="874038" y="450850"/>
            <a:ext cx="10443923" cy="5956300"/>
          </a:xfrm>
          <a:prstGeom prst="rect">
            <a:avLst/>
          </a:prstGeom>
        </p:spPr>
      </p:pic>
    </p:spTree>
    <p:extLst>
      <p:ext uri="{BB962C8B-B14F-4D97-AF65-F5344CB8AC3E}">
        <p14:creationId xmlns:p14="http://schemas.microsoft.com/office/powerpoint/2010/main" val="1682338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Cross 5">
            <a:extLst>
              <a:ext uri="{FF2B5EF4-FFF2-40B4-BE49-F238E27FC236}">
                <a16:creationId xmlns:a16="http://schemas.microsoft.com/office/drawing/2014/main" id="{2B2AB988-3F82-E5ED-3259-9A3B62F92F2B}"/>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Picture 10"/>
          <p:cNvPicPr>
            <a:picLocks noChangeAspect="1"/>
          </p:cNvPicPr>
          <p:nvPr/>
        </p:nvPicPr>
        <p:blipFill>
          <a:blip r:embed="rId3"/>
          <a:stretch/>
        </p:blipFill>
        <p:spPr>
          <a:xfrm>
            <a:off x="874038" y="450850"/>
            <a:ext cx="10443923" cy="5956300"/>
          </a:xfrm>
          <a:prstGeom prst="rect">
            <a:avLst/>
          </a:prstGeom>
        </p:spPr>
      </p:pic>
    </p:spTree>
    <p:extLst>
      <p:ext uri="{BB962C8B-B14F-4D97-AF65-F5344CB8AC3E}">
        <p14:creationId xmlns:p14="http://schemas.microsoft.com/office/powerpoint/2010/main" val="4074412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9" name="Rectangle 18" hidden="1">
            <a:extLst>
              <a:ext uri="{FF2B5EF4-FFF2-40B4-BE49-F238E27FC236}">
                <a16:creationId xmlns:a16="http://schemas.microsoft.com/office/drawing/2014/main" id="{AD66D393-D6B8-402D-A8E0-3E4B58322CB9}"/>
              </a:ext>
            </a:extLst>
          </p:cNvPr>
          <p:cNvSpPr>
            <a:spLocks noGrp="1"/>
          </p:cNvSpPr>
          <p:nvPr/>
        </p:nvSpPr>
        <p:spPr>
          <a:xfrm>
            <a:off x="0" y="5359400"/>
            <a:ext cx="12192001" cy="781566"/>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6B0F99-E373-145B-A286-4F48BB1535AB}"/>
              </a:ext>
            </a:extLst>
          </p:cNvPr>
          <p:cNvSpPr>
            <a:spLocks noGrp="1"/>
          </p:cNvSpPr>
          <p:nvPr/>
        </p:nvSpPr>
        <p:spPr>
          <a:xfrm>
            <a:off x="558800" y="275178"/>
            <a:ext cx="10525996" cy="646331"/>
          </a:xfrm>
          <a:prstGeom prst="rect">
            <a:avLst/>
          </a:prstGeom>
          <a:noFill/>
        </p:spPr>
        <p:txBody>
          <a:bodyPr wrap="square">
            <a:spAutoFit/>
          </a:bodyPr>
          <a:lstStyle/>
          <a:p>
            <a:r>
              <a:rPr sz="3600" b="1">
                <a:solidFill>
                  <a:srgbClr val="4B5565"/>
                </a:solidFill>
                <a:latin typeface="Calibri Light"/>
                <a:ea typeface="Calibri Light"/>
                <a:cs typeface="Calibri Light"/>
              </a:rPr>
              <a:t>Management Implications &amp; Actions</a:t>
            </a:r>
          </a:p>
        </p:txBody>
      </p:sp>
      <p:graphicFrame>
        <p:nvGraphicFramePr>
          <p:cNvPr id="23" name="Table 58"/>
          <p:cNvGraphicFramePr/>
          <p:nvPr/>
        </p:nvGraphicFramePr>
        <p:xfrm>
          <a:off x="558800" y="1041531"/>
          <a:ext cx="11074401" cy="5638670"/>
        </p:xfrm>
        <a:graphic>
          <a:graphicData uri="http://schemas.openxmlformats.org/drawingml/2006/table">
            <a:tbl>
              <a:tblPr/>
              <a:tblGrid>
                <a:gridCol w="3691467">
                  <a:extLst>
                    <a:ext uri="{9D8B030D-6E8A-4147-A177-3AD203B41FA5}">
                      <a16:colId xmlns:a16="http://schemas.microsoft.com/office/drawing/2014/main" val="20000"/>
                    </a:ext>
                  </a:extLst>
                </a:gridCol>
                <a:gridCol w="3691467">
                  <a:extLst>
                    <a:ext uri="{9D8B030D-6E8A-4147-A177-3AD203B41FA5}">
                      <a16:colId xmlns:a16="http://schemas.microsoft.com/office/drawing/2014/main" val="20001"/>
                    </a:ext>
                  </a:extLst>
                </a:gridCol>
                <a:gridCol w="3691467">
                  <a:extLst>
                    <a:ext uri="{9D8B030D-6E8A-4147-A177-3AD203B41FA5}">
                      <a16:colId xmlns:a16="http://schemas.microsoft.com/office/drawing/2014/main" val="20002"/>
                    </a:ext>
                  </a:extLst>
                </a:gridCol>
              </a:tblGrid>
              <a:tr h="428240">
                <a:tc>
                  <a:txBody>
                    <a:bodyPr/>
                    <a:lstStyle/>
                    <a:p>
                      <a:pPr algn="l">
                        <a:lnSpc>
                          <a:spcPct val="100000"/>
                        </a:lnSpc>
                        <a:buNone/>
                      </a:pPr>
                      <a:r>
                        <a:rPr sz="1400" b="1" i="0" u="none">
                          <a:solidFill>
                            <a:srgbClr val="FFFFFF"/>
                          </a:solidFill>
                          <a:latin typeface="Calibri Light"/>
                          <a:ea typeface="Calibri Light"/>
                          <a:cs typeface="Calibri Light"/>
                        </a:rPr>
                        <a:t>Evidence from the Analysis</a:t>
                      </a:r>
                    </a:p>
                  </a:txBody>
                  <a:tcPr marL="114300" marR="7620" marT="7620" marB="0" anchor="ctr">
                    <a:lnL w="6350" cmpd="sng">
                      <a:noFill/>
                      <a:prstDash val="solid"/>
                    </a:lnL>
                    <a:lnR w="12700" cmpd="sng">
                      <a:solidFill>
                        <a:schemeClr val="bg1"/>
                      </a:solidFill>
                      <a:prstDash val="solid"/>
                    </a:lnR>
                    <a:lnT w="6350" cmpd="sng">
                      <a:noFill/>
                      <a:prstDash val="solid"/>
                    </a:lnT>
                    <a:lnB w="12700" cmpd="sng">
                      <a:solidFill>
                        <a:schemeClr val="bg1"/>
                      </a:solidFill>
                      <a:prstDash val="solid"/>
                    </a:lnB>
                    <a:lnTlToBr w="12700" cmpd="sng">
                      <a:noFill/>
                      <a:prstDash val="solid"/>
                    </a:lnTlToBr>
                    <a:lnBlToTr w="12700" cmpd="sng">
                      <a:noFill/>
                      <a:prstDash val="solid"/>
                    </a:lnBlToTr>
                    <a:solidFill>
                      <a:srgbClr val="E1A918"/>
                    </a:solidFill>
                  </a:tcPr>
                </a:tc>
                <a:tc>
                  <a:txBody>
                    <a:bodyPr/>
                    <a:lstStyle/>
                    <a:p>
                      <a:pPr algn="l">
                        <a:lnSpc>
                          <a:spcPct val="100000"/>
                        </a:lnSpc>
                        <a:buNone/>
                      </a:pPr>
                      <a:r>
                        <a:rPr sz="1400" b="1" i="0" u="none">
                          <a:solidFill>
                            <a:srgbClr val="FFFFFF"/>
                          </a:solidFill>
                          <a:latin typeface="Calibri Light"/>
                          <a:ea typeface="Calibri Light"/>
                          <a:cs typeface="Calibri Light"/>
                        </a:rPr>
                        <a:t>Management Implication</a:t>
                      </a:r>
                    </a:p>
                  </a:txBody>
                  <a:tcPr marL="114300" marR="7620" marT="7620" marB="0" anchor="ctr">
                    <a:lnL w="12700" cmpd="sng">
                      <a:solidFill>
                        <a:schemeClr val="bg1"/>
                      </a:solidFill>
                      <a:prstDash val="solid"/>
                    </a:lnL>
                    <a:lnR w="12700" cmpd="sng">
                      <a:solidFill>
                        <a:schemeClr val="bg1"/>
                      </a:solidFill>
                      <a:prstDash val="solid"/>
                    </a:lnR>
                    <a:lnT w="6350" cmpd="sng">
                      <a:noFill/>
                      <a:prstDash val="solid"/>
                    </a:lnT>
                    <a:lnB w="12700" cmpd="sng">
                      <a:solidFill>
                        <a:schemeClr val="bg1"/>
                      </a:solidFill>
                      <a:prstDash val="solid"/>
                    </a:lnB>
                    <a:lnTlToBr w="12700" cmpd="sng">
                      <a:noFill/>
                      <a:prstDash val="solid"/>
                    </a:lnTlToBr>
                    <a:lnBlToTr w="12700" cmpd="sng">
                      <a:noFill/>
                      <a:prstDash val="solid"/>
                    </a:lnBlToTr>
                    <a:solidFill>
                      <a:srgbClr val="E1A918"/>
                    </a:solidFill>
                  </a:tcPr>
                </a:tc>
                <a:tc>
                  <a:txBody>
                    <a:bodyPr/>
                    <a:lstStyle/>
                    <a:p>
                      <a:pPr algn="l">
                        <a:lnSpc>
                          <a:spcPct val="100000"/>
                        </a:lnSpc>
                        <a:buNone/>
                      </a:pPr>
                      <a:r>
                        <a:rPr sz="1400" b="1" i="0" u="none">
                          <a:solidFill>
                            <a:srgbClr val="FFFFFF"/>
                          </a:solidFill>
                          <a:latin typeface="Calibri Light"/>
                          <a:ea typeface="Calibri Light"/>
                          <a:cs typeface="Calibri Light"/>
                        </a:rPr>
                        <a:t>Required Management Action</a:t>
                      </a:r>
                    </a:p>
                  </a:txBody>
                  <a:tcPr marL="114300" marR="7620" marT="7620" marB="0" anchor="ctr">
                    <a:lnL w="12700" cmpd="sng">
                      <a:solidFill>
                        <a:schemeClr val="bg1"/>
                      </a:solidFill>
                      <a:prstDash val="solid"/>
                    </a:lnL>
                    <a:lnR w="6350" cmpd="sng">
                      <a:noFill/>
                      <a:prstDash val="solid"/>
                    </a:lnR>
                    <a:lnT w="6350" cmpd="sng">
                      <a:noFill/>
                      <a:prstDash val="solid"/>
                    </a:lnT>
                    <a:lnB w="12700" cmpd="sng">
                      <a:solidFill>
                        <a:schemeClr val="bg1"/>
                      </a:solidFill>
                      <a:prstDash val="solid"/>
                    </a:lnB>
                    <a:lnTlToBr w="12700" cmpd="sng">
                      <a:noFill/>
                      <a:prstDash val="solid"/>
                    </a:lnTlToBr>
                    <a:lnBlToTr w="12700" cmpd="sng">
                      <a:noFill/>
                      <a:prstDash val="solid"/>
                    </a:lnBlToTr>
                    <a:solidFill>
                      <a:srgbClr val="E1A918"/>
                    </a:solidFill>
                  </a:tcPr>
                </a:tc>
                <a:extLst>
                  <a:ext uri="{0D108BD9-81ED-4DB2-BD59-A6C34878D82A}">
                    <a16:rowId xmlns:a16="http://schemas.microsoft.com/office/drawing/2014/main" val="10000"/>
                  </a:ext>
                </a:extLst>
              </a:tr>
              <a:tr h="1068397">
                <a:tc>
                  <a:txBody>
                    <a:bodyPr/>
                    <a:lstStyle/>
                    <a:p>
                      <a:pPr algn="l">
                        <a:lnSpc>
                          <a:spcPct val="100000"/>
                        </a:lnSpc>
                        <a:buNone/>
                      </a:pPr>
                      <a:r>
                        <a:rPr sz="1400" b="0" i="0" u="none">
                          <a:solidFill>
                            <a:srgbClr val="000000"/>
                          </a:solidFill>
                          <a:latin typeface="Calibri Light"/>
                          <a:ea typeface="Calibri Light"/>
                          <a:cs typeface="Calibri Light"/>
                        </a:rPr>
                        <a:t>66.4% of employees are recorded as On Leave or Inactive</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ct val="100000"/>
                        </a:lnSpc>
                        <a:buNone/>
                      </a:pPr>
                      <a:r>
                        <a:rPr sz="1400" b="0" i="0" u="none">
                          <a:solidFill>
                            <a:srgbClr val="000000"/>
                          </a:solidFill>
                          <a:latin typeface="Calibri Light"/>
                          <a:ea typeface="Calibri Light"/>
                          <a:cs typeface="Calibri Light"/>
                        </a:rPr>
                        <a:t>The recorded employee count may not represent the currently available or payroll-eligible workforce.</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ct val="100000"/>
                        </a:lnSpc>
                        <a:buNone/>
                      </a:pPr>
                      <a:r>
                        <a:rPr sz="1400" b="0" i="0" u="none">
                          <a:solidFill>
                            <a:srgbClr val="000000"/>
                          </a:solidFill>
                          <a:latin typeface="Calibri Light"/>
                          <a:ea typeface="Calibri Light"/>
                          <a:cs typeface="Calibri Light"/>
                        </a:rPr>
                        <a:t>Reconcile employee-status definitions, effective dates and payroll eligibility.</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71213">
                <a:tc>
                  <a:txBody>
                    <a:bodyPr/>
                    <a:lstStyle/>
                    <a:p>
                      <a:pPr algn="l">
                        <a:lnSpc>
                          <a:spcPct val="100000"/>
                        </a:lnSpc>
                        <a:buNone/>
                      </a:pPr>
                      <a:r>
                        <a:rPr sz="1400" b="0" i="0" u="none">
                          <a:solidFill>
                            <a:schemeClr val="bg1"/>
                          </a:solidFill>
                          <a:latin typeface="Calibri Light"/>
                          <a:ea typeface="Calibri Light"/>
                          <a:cs typeface="Calibri Light"/>
                        </a:rPr>
                        <a:t>20,010 insurance records are Pending or Expired</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ct val="100000"/>
                        </a:lnSpc>
                        <a:buNone/>
                      </a:pPr>
                      <a:r>
                        <a:rPr sz="1400" b="0" i="0" u="none">
                          <a:solidFill>
                            <a:schemeClr val="bg1"/>
                          </a:solidFill>
                          <a:latin typeface="Calibri Light"/>
                          <a:ea typeface="Calibri Light"/>
                          <a:cs typeface="Calibri Light"/>
                        </a:rPr>
                        <a:t>A significant number of employee benefit cases may require administrative follow-up.</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ct val="100000"/>
                        </a:lnSpc>
                        <a:buNone/>
                      </a:pPr>
                      <a:r>
                        <a:rPr sz="1400" b="0" i="0" u="none">
                          <a:solidFill>
                            <a:schemeClr val="bg1"/>
                          </a:solidFill>
                          <a:latin typeface="Calibri Light"/>
                          <a:ea typeface="Calibri Light"/>
                          <a:cs typeface="Calibri Light"/>
                        </a:rPr>
                        <a:t>Prioritize insurance reconciliation by department, beginning with Customer Support.</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extLst>
                  <a:ext uri="{0D108BD9-81ED-4DB2-BD59-A6C34878D82A}">
                    <a16:rowId xmlns:a16="http://schemas.microsoft.com/office/drawing/2014/main" val="10002"/>
                  </a:ext>
                </a:extLst>
              </a:tr>
              <a:tr h="1127086">
                <a:tc>
                  <a:txBody>
                    <a:bodyPr/>
                    <a:lstStyle/>
                    <a:p>
                      <a:pPr algn="l">
                        <a:lnSpc>
                          <a:spcPct val="100000"/>
                        </a:lnSpc>
                        <a:buNone/>
                      </a:pPr>
                      <a:r>
                        <a:rPr sz="1400" b="0" i="0" u="none">
                          <a:solidFill>
                            <a:srgbClr val="000000"/>
                          </a:solidFill>
                          <a:latin typeface="Calibri Light"/>
                          <a:ea typeface="Calibri Light"/>
                          <a:cs typeface="Calibri Light"/>
                        </a:rPr>
                        <a:t>Performance remains around 3.60, while bonuses remain close to 50% annually</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ct val="100000"/>
                        </a:lnSpc>
                        <a:buNone/>
                      </a:pPr>
                      <a:r>
                        <a:rPr sz="1400" b="0" i="0" u="none">
                          <a:solidFill>
                            <a:srgbClr val="000000"/>
                          </a:solidFill>
                          <a:latin typeface="Calibri Light"/>
                          <a:ea typeface="Calibri Light"/>
                          <a:cs typeface="Calibri Light"/>
                        </a:rPr>
                        <a:t>Performance ratings and bonus outcomes may not strongly differentiate employee contribution.</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ct val="100000"/>
                        </a:lnSpc>
                        <a:buNone/>
                      </a:pPr>
                      <a:r>
                        <a:rPr sz="1400" b="0" i="0" u="none">
                          <a:solidFill>
                            <a:srgbClr val="000000"/>
                          </a:solidFill>
                          <a:latin typeface="Calibri Light"/>
                          <a:ea typeface="Calibri Light"/>
                          <a:cs typeface="Calibri Light"/>
                        </a:rPr>
                        <a:t>Review performance calibration and bonus criteria across comparable roles.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153092">
                <a:tc>
                  <a:txBody>
                    <a:bodyPr/>
                    <a:lstStyle/>
                    <a:p>
                      <a:pPr algn="l">
                        <a:lnSpc>
                          <a:spcPct val="100000"/>
                        </a:lnSpc>
                        <a:buNone/>
                      </a:pPr>
                      <a:r>
                        <a:rPr sz="1400" b="0" i="0" u="none">
                          <a:solidFill>
                            <a:schemeClr val="bg1"/>
                          </a:solidFill>
                          <a:latin typeface="Calibri Light"/>
                          <a:ea typeface="Calibri Light"/>
                          <a:cs typeface="Calibri Light"/>
                        </a:rPr>
                        <a:t>Education and compensation differences are relatively small across groups</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ct val="100000"/>
                        </a:lnSpc>
                        <a:buNone/>
                      </a:pPr>
                      <a:r>
                        <a:rPr sz="1400" b="0" i="0" u="none">
                          <a:solidFill>
                            <a:schemeClr val="bg1"/>
                          </a:solidFill>
                          <a:latin typeface="Calibri Light"/>
                          <a:ea typeface="Calibri Light"/>
                          <a:cs typeface="Calibri Light"/>
                        </a:rPr>
                        <a:t>Qualifications or department alone should not determine placement, promotion or compensation.</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ct val="100000"/>
                        </a:lnSpc>
                        <a:buNone/>
                      </a:pPr>
                      <a:r>
                        <a:rPr sz="1400" b="0" i="0" u="none">
                          <a:solidFill>
                            <a:schemeClr val="bg1"/>
                          </a:solidFill>
                          <a:latin typeface="Calibri Light"/>
                          <a:ea typeface="Calibri Light"/>
                          <a:cs typeface="Calibri Light"/>
                        </a:rPr>
                        <a:t>Develop role, competency, qualification and salary-grade standards.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extLst>
                  <a:ext uri="{0D108BD9-81ED-4DB2-BD59-A6C34878D82A}">
                    <a16:rowId xmlns:a16="http://schemas.microsoft.com/office/drawing/2014/main" val="10004"/>
                  </a:ext>
                </a:extLst>
              </a:tr>
              <a:tr h="890642">
                <a:tc>
                  <a:txBody>
                    <a:bodyPr/>
                    <a:lstStyle/>
                    <a:p>
                      <a:pPr algn="l">
                        <a:lnSpc>
                          <a:spcPct val="100000"/>
                        </a:lnSpc>
                        <a:buNone/>
                      </a:pPr>
                      <a:r>
                        <a:rPr sz="1400" b="0" i="0" u="none">
                          <a:solidFill>
                            <a:srgbClr val="000000"/>
                          </a:solidFill>
                          <a:latin typeface="Calibri Light"/>
                          <a:ea typeface="Calibri Light"/>
                          <a:cs typeface="Calibri Light"/>
                        </a:rPr>
                        <a:t>Department efficiency varies across revenue per employee and performance measures</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6350" cmpd="sng">
                      <a:noFill/>
                      <a:prstDash val="solid"/>
                    </a:lnB>
                    <a:lnTlToBr w="12700" cmpd="sng">
                      <a:noFill/>
                      <a:prstDash val="solid"/>
                    </a:lnTlToBr>
                    <a:lnBlToTr w="12700" cmpd="sng">
                      <a:noFill/>
                      <a:prstDash val="solid"/>
                    </a:lnBlToTr>
                    <a:noFill/>
                  </a:tcPr>
                </a:tc>
                <a:tc>
                  <a:txBody>
                    <a:bodyPr/>
                    <a:lstStyle/>
                    <a:p>
                      <a:pPr algn="l">
                        <a:lnSpc>
                          <a:spcPct val="100000"/>
                        </a:lnSpc>
                        <a:buNone/>
                      </a:pPr>
                      <a:r>
                        <a:rPr sz="1400" b="0" i="0" u="none">
                          <a:solidFill>
                            <a:srgbClr val="000000"/>
                          </a:solidFill>
                          <a:latin typeface="Calibri Light"/>
                          <a:ea typeface="Calibri Light"/>
                          <a:cs typeface="Calibri Light"/>
                        </a:rPr>
                        <a:t>The comparisons identify departments for further investigation but do not independently prove overstaffing or understaffing.</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6350" cmpd="sng">
                      <a:noFill/>
                      <a:prstDash val="solid"/>
                    </a:lnB>
                    <a:lnTlToBr w="12700" cmpd="sng">
                      <a:noFill/>
                      <a:prstDash val="solid"/>
                    </a:lnTlToBr>
                    <a:lnBlToTr w="12700" cmpd="sng">
                      <a:noFill/>
                      <a:prstDash val="solid"/>
                    </a:lnBlToTr>
                    <a:noFill/>
                  </a:tcPr>
                </a:tc>
                <a:tc>
                  <a:txBody>
                    <a:bodyPr/>
                    <a:lstStyle/>
                    <a:p>
                      <a:pPr algn="l">
                        <a:lnSpc>
                          <a:spcPct val="100000"/>
                        </a:lnSpc>
                        <a:buNone/>
                      </a:pPr>
                      <a:r>
                        <a:rPr sz="1400" b="0" i="0" u="none">
                          <a:solidFill>
                            <a:srgbClr val="000000"/>
                          </a:solidFill>
                          <a:latin typeface="Calibri Light"/>
                          <a:ea typeface="Calibri Light"/>
                          <a:cs typeface="Calibri Light"/>
                        </a:rPr>
                        <a:t>Review workload, service demand, staffing capacity, historical headcount and financial definitions before making staffing changes.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635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3" name="Rectangle 2">
            <a:extLst>
              <a:ext uri="{FF2B5EF4-FFF2-40B4-BE49-F238E27FC236}">
                <a16:creationId xmlns:a16="http://schemas.microsoft.com/office/drawing/2014/main" id="{A544CBE7-3D2D-23C4-B629-03536FBBF9AD}"/>
              </a:ext>
            </a:extLst>
          </p:cNvPr>
          <p:cNvSpPr>
            <a:spLocks noGrp="1"/>
          </p:cNvSpPr>
          <p:nvPr/>
        </p:nvSpPr>
        <p:spPr>
          <a:xfrm>
            <a:off x="11322922" y="0"/>
            <a:ext cx="869078" cy="10105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Cross 3">
            <a:extLst>
              <a:ext uri="{FF2B5EF4-FFF2-40B4-BE49-F238E27FC236}">
                <a16:creationId xmlns:a16="http://schemas.microsoft.com/office/drawing/2014/main" id="{FCDAF405-9DEE-92B8-4E04-32E3E180A131}"/>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057797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9" name="Rectangle 18" hidden="1">
            <a:extLst>
              <a:ext uri="{FF2B5EF4-FFF2-40B4-BE49-F238E27FC236}">
                <a16:creationId xmlns:a16="http://schemas.microsoft.com/office/drawing/2014/main" id="{CCB9C8C1-C41B-B2ED-460D-FD582BE87290}"/>
              </a:ext>
            </a:extLst>
          </p:cNvPr>
          <p:cNvSpPr>
            <a:spLocks noGrp="1"/>
          </p:cNvSpPr>
          <p:nvPr/>
        </p:nvSpPr>
        <p:spPr>
          <a:xfrm>
            <a:off x="0" y="5359400"/>
            <a:ext cx="12192001" cy="781566"/>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7962445-25CF-B322-2504-4389BC356B3E}"/>
              </a:ext>
            </a:extLst>
          </p:cNvPr>
          <p:cNvSpPr>
            <a:spLocks noGrp="1"/>
          </p:cNvSpPr>
          <p:nvPr/>
        </p:nvSpPr>
        <p:spPr>
          <a:xfrm>
            <a:off x="558800" y="275178"/>
            <a:ext cx="4693920" cy="646331"/>
          </a:xfrm>
          <a:prstGeom prst="rect">
            <a:avLst/>
          </a:prstGeom>
          <a:noFill/>
        </p:spPr>
        <p:txBody>
          <a:bodyPr wrap="square">
            <a:spAutoFit/>
          </a:bodyPr>
          <a:lstStyle/>
          <a:p>
            <a:r>
              <a:rPr sz="3600" b="1">
                <a:solidFill>
                  <a:srgbClr val="4B5565"/>
                </a:solidFill>
                <a:latin typeface="Calibri Light"/>
                <a:ea typeface="Calibri Light"/>
                <a:cs typeface="Calibri Light"/>
              </a:rPr>
              <a:t>90-day Action Plan</a:t>
            </a:r>
          </a:p>
        </p:txBody>
      </p:sp>
      <p:graphicFrame>
        <p:nvGraphicFramePr>
          <p:cNvPr id="23" name="Table 58"/>
          <p:cNvGraphicFramePr/>
          <p:nvPr/>
        </p:nvGraphicFramePr>
        <p:xfrm>
          <a:off x="558801" y="1041531"/>
          <a:ext cx="10998636" cy="4677625"/>
        </p:xfrm>
        <a:graphic>
          <a:graphicData uri="http://schemas.openxmlformats.org/drawingml/2006/table">
            <a:tbl>
              <a:tblPr/>
              <a:tblGrid>
                <a:gridCol w="3666212">
                  <a:extLst>
                    <a:ext uri="{9D8B030D-6E8A-4147-A177-3AD203B41FA5}">
                      <a16:colId xmlns:a16="http://schemas.microsoft.com/office/drawing/2014/main" val="20000"/>
                    </a:ext>
                  </a:extLst>
                </a:gridCol>
                <a:gridCol w="3666212">
                  <a:extLst>
                    <a:ext uri="{9D8B030D-6E8A-4147-A177-3AD203B41FA5}">
                      <a16:colId xmlns:a16="http://schemas.microsoft.com/office/drawing/2014/main" val="20001"/>
                    </a:ext>
                  </a:extLst>
                </a:gridCol>
                <a:gridCol w="3666212">
                  <a:extLst>
                    <a:ext uri="{9D8B030D-6E8A-4147-A177-3AD203B41FA5}">
                      <a16:colId xmlns:a16="http://schemas.microsoft.com/office/drawing/2014/main" val="20002"/>
                    </a:ext>
                  </a:extLst>
                </a:gridCol>
              </a:tblGrid>
              <a:tr h="355252">
                <a:tc>
                  <a:txBody>
                    <a:bodyPr/>
                    <a:lstStyle/>
                    <a:p>
                      <a:pPr algn="l">
                        <a:lnSpc>
                          <a:spcPts val="2400"/>
                        </a:lnSpc>
                        <a:buNone/>
                      </a:pPr>
                      <a:r>
                        <a:rPr sz="1500" b="1" i="0" u="none">
                          <a:solidFill>
                            <a:srgbClr val="FFFFFF"/>
                          </a:solidFill>
                          <a:latin typeface="Calibri Light"/>
                          <a:ea typeface="Calibri Light"/>
                          <a:cs typeface="Calibri Light"/>
                        </a:rPr>
                        <a:t>Priority Action</a:t>
                      </a:r>
                    </a:p>
                  </a:txBody>
                  <a:tcPr marL="114300" marR="7620" marT="7620" marB="0" anchor="ctr">
                    <a:lnL w="6350" cmpd="sng">
                      <a:noFill/>
                      <a:prstDash val="solid"/>
                    </a:lnL>
                    <a:lnR w="12700" cmpd="sng">
                      <a:solidFill>
                        <a:schemeClr val="bg1"/>
                      </a:solidFill>
                      <a:prstDash val="solid"/>
                    </a:lnR>
                    <a:lnT w="6350" cmpd="sng">
                      <a:noFill/>
                      <a:prstDash val="solid"/>
                    </a:lnT>
                    <a:lnB w="12700" cmpd="sng">
                      <a:solidFill>
                        <a:schemeClr val="bg1"/>
                      </a:solidFill>
                      <a:prstDash val="solid"/>
                    </a:lnB>
                    <a:lnTlToBr w="12700" cmpd="sng">
                      <a:noFill/>
                      <a:prstDash val="solid"/>
                    </a:lnTlToBr>
                    <a:lnBlToTr w="12700" cmpd="sng">
                      <a:noFill/>
                      <a:prstDash val="solid"/>
                    </a:lnBlToTr>
                    <a:solidFill>
                      <a:srgbClr val="E1A918"/>
                    </a:solidFill>
                  </a:tcPr>
                </a:tc>
                <a:tc>
                  <a:txBody>
                    <a:bodyPr/>
                    <a:lstStyle/>
                    <a:p>
                      <a:pPr algn="l">
                        <a:lnSpc>
                          <a:spcPts val="2400"/>
                        </a:lnSpc>
                        <a:buNone/>
                      </a:pPr>
                      <a:r>
                        <a:rPr sz="1500" b="1" i="0" u="none">
                          <a:solidFill>
                            <a:srgbClr val="FFFFFF"/>
                          </a:solidFill>
                          <a:latin typeface="Calibri Light"/>
                          <a:ea typeface="Calibri Light"/>
                          <a:cs typeface="Calibri Light"/>
                        </a:rPr>
                        <a:t>Owner</a:t>
                      </a:r>
                    </a:p>
                  </a:txBody>
                  <a:tcPr marL="114300" marR="7620" marT="7620" marB="0" anchor="ctr">
                    <a:lnL w="12700" cmpd="sng">
                      <a:solidFill>
                        <a:schemeClr val="bg1"/>
                      </a:solidFill>
                      <a:prstDash val="solid"/>
                    </a:lnL>
                    <a:lnR w="12700" cmpd="sng">
                      <a:solidFill>
                        <a:schemeClr val="bg1"/>
                      </a:solidFill>
                      <a:prstDash val="solid"/>
                    </a:lnR>
                    <a:lnT w="6350" cmpd="sng">
                      <a:noFill/>
                      <a:prstDash val="solid"/>
                    </a:lnT>
                    <a:lnB w="12700" cmpd="sng">
                      <a:solidFill>
                        <a:schemeClr val="bg1"/>
                      </a:solidFill>
                      <a:prstDash val="solid"/>
                    </a:lnB>
                    <a:lnTlToBr w="12700" cmpd="sng">
                      <a:noFill/>
                      <a:prstDash val="solid"/>
                    </a:lnTlToBr>
                    <a:lnBlToTr w="12700" cmpd="sng">
                      <a:noFill/>
                      <a:prstDash val="solid"/>
                    </a:lnBlToTr>
                    <a:solidFill>
                      <a:srgbClr val="E1A918"/>
                    </a:solidFill>
                  </a:tcPr>
                </a:tc>
                <a:tc>
                  <a:txBody>
                    <a:bodyPr/>
                    <a:lstStyle/>
                    <a:p>
                      <a:pPr algn="l">
                        <a:lnSpc>
                          <a:spcPts val="2400"/>
                        </a:lnSpc>
                        <a:buNone/>
                      </a:pPr>
                      <a:r>
                        <a:rPr sz="1500" b="1" i="0" u="none">
                          <a:solidFill>
                            <a:srgbClr val="FFFFFF"/>
                          </a:solidFill>
                          <a:latin typeface="Calibri Light"/>
                          <a:ea typeface="Calibri Light"/>
                          <a:cs typeface="Calibri Light"/>
                        </a:rPr>
                        <a:t>Timing</a:t>
                      </a:r>
                    </a:p>
                  </a:txBody>
                  <a:tcPr marL="114300" marR="7620" marT="7620" marB="0" anchor="ctr">
                    <a:lnL w="12700" cmpd="sng">
                      <a:solidFill>
                        <a:schemeClr val="bg1"/>
                      </a:solidFill>
                      <a:prstDash val="solid"/>
                    </a:lnL>
                    <a:lnR w="6350" cmpd="sng">
                      <a:noFill/>
                      <a:prstDash val="solid"/>
                    </a:lnR>
                    <a:lnT w="6350" cmpd="sng">
                      <a:noFill/>
                      <a:prstDash val="solid"/>
                    </a:lnT>
                    <a:lnB w="12700" cmpd="sng">
                      <a:solidFill>
                        <a:schemeClr val="bg1"/>
                      </a:solidFill>
                      <a:prstDash val="solid"/>
                    </a:lnB>
                    <a:lnTlToBr w="12700" cmpd="sng">
                      <a:noFill/>
                      <a:prstDash val="solid"/>
                    </a:lnTlToBr>
                    <a:lnBlToTr w="12700" cmpd="sng">
                      <a:noFill/>
                      <a:prstDash val="solid"/>
                    </a:lnBlToTr>
                    <a:solidFill>
                      <a:srgbClr val="E1A918"/>
                    </a:solidFill>
                  </a:tcPr>
                </a:tc>
                <a:extLst>
                  <a:ext uri="{0D108BD9-81ED-4DB2-BD59-A6C34878D82A}">
                    <a16:rowId xmlns:a16="http://schemas.microsoft.com/office/drawing/2014/main" val="10000"/>
                  </a:ext>
                </a:extLst>
              </a:tr>
              <a:tr h="886301">
                <a:tc>
                  <a:txBody>
                    <a:bodyPr/>
                    <a:lstStyle/>
                    <a:p>
                      <a:pPr algn="l">
                        <a:lnSpc>
                          <a:spcPts val="2400"/>
                        </a:lnSpc>
                        <a:buNone/>
                      </a:pPr>
                      <a:r>
                        <a:rPr sz="1500" b="0" i="0" u="none">
                          <a:solidFill>
                            <a:srgbClr val="000000"/>
                          </a:solidFill>
                          <a:latin typeface="Calibri Light"/>
                          <a:ea typeface="Calibri Light"/>
                          <a:cs typeface="Calibri Light"/>
                        </a:rPr>
                        <a:t>Reconcile employee status and payroll eligibility</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ts val="2400"/>
                        </a:lnSpc>
                        <a:buNone/>
                      </a:pPr>
                      <a:r>
                        <a:rPr sz="1500" b="0" i="0" u="none">
                          <a:solidFill>
                            <a:srgbClr val="000000"/>
                          </a:solidFill>
                          <a:latin typeface="Calibri Light"/>
                          <a:ea typeface="Calibri Light"/>
                          <a:cs typeface="Calibri Light"/>
                        </a:rPr>
                        <a:t>HR Operations and Finance</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ts val="2400"/>
                        </a:lnSpc>
                        <a:buNone/>
                      </a:pPr>
                      <a:r>
                        <a:rPr sz="1500" b="0" i="0" u="none">
                          <a:solidFill>
                            <a:srgbClr val="000000"/>
                          </a:solidFill>
                          <a:latin typeface="Calibri Light"/>
                          <a:ea typeface="Calibri Light"/>
                          <a:cs typeface="Calibri Light"/>
                        </a:rPr>
                        <a:t>0–30 days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5681">
                <a:tc>
                  <a:txBody>
                    <a:bodyPr/>
                    <a:lstStyle/>
                    <a:p>
                      <a:pPr algn="l">
                        <a:lnSpc>
                          <a:spcPts val="2400"/>
                        </a:lnSpc>
                        <a:buNone/>
                      </a:pPr>
                      <a:r>
                        <a:rPr sz="1500" b="0" i="0" u="none">
                          <a:solidFill>
                            <a:schemeClr val="bg1"/>
                          </a:solidFill>
                          <a:latin typeface="Calibri Light"/>
                          <a:ea typeface="Calibri Light"/>
                          <a:cs typeface="Calibri Light"/>
                        </a:rPr>
                        <a:t>Resolve Pending and Expired insurance records</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ts val="2400"/>
                        </a:lnSpc>
                        <a:buNone/>
                      </a:pPr>
                      <a:r>
                        <a:rPr sz="1500" b="0" i="0" u="none">
                          <a:solidFill>
                            <a:schemeClr val="bg1"/>
                          </a:solidFill>
                          <a:latin typeface="Calibri Light"/>
                          <a:ea typeface="Calibri Light"/>
                          <a:cs typeface="Calibri Light"/>
                        </a:rPr>
                        <a:t>Benefits and HRIS</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ts val="2400"/>
                        </a:lnSpc>
                        <a:buNone/>
                      </a:pPr>
                      <a:r>
                        <a:rPr sz="1500" b="0" i="0" u="none">
                          <a:solidFill>
                            <a:schemeClr val="bg1"/>
                          </a:solidFill>
                          <a:latin typeface="Calibri Light"/>
                          <a:ea typeface="Calibri Light"/>
                          <a:cs typeface="Calibri Light"/>
                        </a:rPr>
                        <a:t>0–45 days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extLst>
                  <a:ext uri="{0D108BD9-81ED-4DB2-BD59-A6C34878D82A}">
                    <a16:rowId xmlns:a16="http://schemas.microsoft.com/office/drawing/2014/main" val="10002"/>
                  </a:ext>
                </a:extLst>
              </a:tr>
              <a:tr h="934987">
                <a:tc>
                  <a:txBody>
                    <a:bodyPr/>
                    <a:lstStyle/>
                    <a:p>
                      <a:pPr algn="l">
                        <a:lnSpc>
                          <a:spcPts val="2400"/>
                        </a:lnSpc>
                        <a:buNone/>
                      </a:pPr>
                      <a:r>
                        <a:rPr sz="1500" b="0" i="0" u="none">
                          <a:solidFill>
                            <a:srgbClr val="000000"/>
                          </a:solidFill>
                          <a:latin typeface="Calibri Light"/>
                          <a:ea typeface="Calibri Light"/>
                          <a:cs typeface="Calibri Light"/>
                        </a:rPr>
                        <a:t>Review performance calibration and bonus criteria</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ts val="2400"/>
                        </a:lnSpc>
                        <a:buNone/>
                      </a:pPr>
                      <a:r>
                        <a:rPr sz="1500" b="0" i="0" u="none">
                          <a:solidFill>
                            <a:srgbClr val="000000"/>
                          </a:solidFill>
                          <a:latin typeface="Calibri Light"/>
                          <a:ea typeface="Calibri Light"/>
                          <a:cs typeface="Calibri Light"/>
                        </a:rPr>
                        <a:t>People Analytics and Rewards</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tc>
                  <a:txBody>
                    <a:bodyPr/>
                    <a:lstStyle/>
                    <a:p>
                      <a:pPr algn="l">
                        <a:lnSpc>
                          <a:spcPts val="2400"/>
                        </a:lnSpc>
                        <a:buNone/>
                      </a:pPr>
                      <a:r>
                        <a:rPr sz="1500" b="0" i="0" u="none">
                          <a:solidFill>
                            <a:srgbClr val="000000"/>
                          </a:solidFill>
                          <a:latin typeface="Calibri Light"/>
                          <a:ea typeface="Calibri Light"/>
                          <a:cs typeface="Calibri Light"/>
                        </a:rPr>
                        <a:t>0–75 days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56561">
                <a:tc>
                  <a:txBody>
                    <a:bodyPr/>
                    <a:lstStyle/>
                    <a:p>
                      <a:pPr algn="l">
                        <a:lnSpc>
                          <a:spcPts val="2400"/>
                        </a:lnSpc>
                        <a:buNone/>
                      </a:pPr>
                      <a:r>
                        <a:rPr sz="1500" b="0" i="0" u="none">
                          <a:solidFill>
                            <a:schemeClr val="bg1"/>
                          </a:solidFill>
                          <a:latin typeface="Calibri Light"/>
                          <a:ea typeface="Calibri Light"/>
                          <a:cs typeface="Calibri Light"/>
                        </a:rPr>
                        <a:t>Create a role and qualification matrix</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ts val="2400"/>
                        </a:lnSpc>
                        <a:buNone/>
                      </a:pPr>
                      <a:r>
                        <a:rPr sz="1500" b="0" i="0" u="none">
                          <a:solidFill>
                            <a:schemeClr val="bg1"/>
                          </a:solidFill>
                          <a:latin typeface="Calibri Light"/>
                          <a:ea typeface="Calibri Light"/>
                          <a:cs typeface="Calibri Light"/>
                        </a:rPr>
                        <a:t>Talent and Department Leads</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tc>
                  <a:txBody>
                    <a:bodyPr/>
                    <a:lstStyle/>
                    <a:p>
                      <a:pPr algn="l">
                        <a:lnSpc>
                          <a:spcPts val="2400"/>
                        </a:lnSpc>
                        <a:buNone/>
                      </a:pPr>
                      <a:r>
                        <a:rPr sz="1500" b="0" i="0" u="none">
                          <a:solidFill>
                            <a:schemeClr val="bg1"/>
                          </a:solidFill>
                          <a:latin typeface="Calibri Light"/>
                          <a:ea typeface="Calibri Light"/>
                          <a:cs typeface="Calibri Light"/>
                        </a:rPr>
                        <a:t>30–90 days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12700" cmpd="sng">
                      <a:solidFill>
                        <a:schemeClr val="bg1"/>
                      </a:solidFill>
                      <a:prstDash val="solid"/>
                    </a:lnB>
                    <a:lnTlToBr w="12700" cmpd="sng">
                      <a:noFill/>
                      <a:prstDash val="solid"/>
                    </a:lnTlToBr>
                    <a:lnBlToTr w="12700" cmpd="sng">
                      <a:noFill/>
                      <a:prstDash val="solid"/>
                    </a:lnBlToTr>
                    <a:solidFill>
                      <a:srgbClr val="4B5565"/>
                    </a:solidFill>
                  </a:tcPr>
                </a:tc>
                <a:extLst>
                  <a:ext uri="{0D108BD9-81ED-4DB2-BD59-A6C34878D82A}">
                    <a16:rowId xmlns:a16="http://schemas.microsoft.com/office/drawing/2014/main" val="10004"/>
                  </a:ext>
                </a:extLst>
              </a:tr>
              <a:tr h="738843">
                <a:tc>
                  <a:txBody>
                    <a:bodyPr/>
                    <a:lstStyle/>
                    <a:p>
                      <a:pPr algn="l">
                        <a:lnSpc>
                          <a:spcPts val="2400"/>
                        </a:lnSpc>
                        <a:buNone/>
                      </a:pPr>
                      <a:r>
                        <a:rPr sz="1500" b="0" i="0" u="none">
                          <a:solidFill>
                            <a:srgbClr val="000000"/>
                          </a:solidFill>
                          <a:latin typeface="Calibri Light"/>
                          <a:ea typeface="Calibri Light"/>
                          <a:cs typeface="Calibri Light"/>
                        </a:rPr>
                        <a:t>Validate department workload, staffing capacity and financial definitions</a:t>
                      </a:r>
                    </a:p>
                  </a:txBody>
                  <a:tcPr marL="114300" marR="7620" marT="7620" marB="0" anchor="ctr">
                    <a:lnL w="6350" cmpd="sng">
                      <a:noFill/>
                      <a:prstDash val="solid"/>
                    </a:lnL>
                    <a:lnR w="12700" cmpd="sng">
                      <a:solidFill>
                        <a:schemeClr val="bg1"/>
                      </a:solidFill>
                      <a:prstDash val="solid"/>
                    </a:lnR>
                    <a:lnT w="12700" cmpd="sng">
                      <a:solidFill>
                        <a:schemeClr val="bg1"/>
                      </a:solidFill>
                      <a:prstDash val="solid"/>
                    </a:lnT>
                    <a:lnB w="6350" cmpd="sng">
                      <a:noFill/>
                      <a:prstDash val="solid"/>
                    </a:lnB>
                    <a:lnTlToBr w="12700" cmpd="sng">
                      <a:noFill/>
                      <a:prstDash val="solid"/>
                    </a:lnTlToBr>
                    <a:lnBlToTr w="12700" cmpd="sng">
                      <a:noFill/>
                      <a:prstDash val="solid"/>
                    </a:lnBlToTr>
                    <a:noFill/>
                  </a:tcPr>
                </a:tc>
                <a:tc>
                  <a:txBody>
                    <a:bodyPr/>
                    <a:lstStyle/>
                    <a:p>
                      <a:pPr algn="l">
                        <a:lnSpc>
                          <a:spcPts val="2400"/>
                        </a:lnSpc>
                        <a:buNone/>
                      </a:pPr>
                      <a:r>
                        <a:rPr sz="1500" b="0" i="0" u="none">
                          <a:solidFill>
                            <a:srgbClr val="000000"/>
                          </a:solidFill>
                          <a:latin typeface="Calibri Light"/>
                          <a:ea typeface="Calibri Light"/>
                          <a:cs typeface="Calibri Light"/>
                        </a:rPr>
                        <a:t>HR Analytics, Finance and Department Leads</a:t>
                      </a:r>
                    </a:p>
                  </a:txBody>
                  <a:tcPr marL="114300" marR="7620" marT="7620" marB="0" anchor="ctr">
                    <a:lnL w="12700" cmpd="sng">
                      <a:solidFill>
                        <a:schemeClr val="bg1"/>
                      </a:solidFill>
                      <a:prstDash val="solid"/>
                    </a:lnL>
                    <a:lnR w="12700" cmpd="sng">
                      <a:solidFill>
                        <a:schemeClr val="bg1"/>
                      </a:solidFill>
                      <a:prstDash val="solid"/>
                    </a:lnR>
                    <a:lnT w="12700" cmpd="sng">
                      <a:solidFill>
                        <a:schemeClr val="bg1"/>
                      </a:solidFill>
                      <a:prstDash val="solid"/>
                    </a:lnT>
                    <a:lnB w="6350" cmpd="sng">
                      <a:noFill/>
                      <a:prstDash val="solid"/>
                    </a:lnB>
                    <a:lnTlToBr w="12700" cmpd="sng">
                      <a:noFill/>
                      <a:prstDash val="solid"/>
                    </a:lnTlToBr>
                    <a:lnBlToTr w="12700" cmpd="sng">
                      <a:noFill/>
                      <a:prstDash val="solid"/>
                    </a:lnBlToTr>
                    <a:noFill/>
                  </a:tcPr>
                </a:tc>
                <a:tc>
                  <a:txBody>
                    <a:bodyPr/>
                    <a:lstStyle/>
                    <a:p>
                      <a:pPr algn="l">
                        <a:lnSpc>
                          <a:spcPts val="2400"/>
                        </a:lnSpc>
                        <a:buNone/>
                      </a:pPr>
                      <a:r>
                        <a:rPr sz="1500" b="0" i="0" u="none">
                          <a:solidFill>
                            <a:srgbClr val="000000"/>
                          </a:solidFill>
                          <a:latin typeface="Calibri Light"/>
                          <a:ea typeface="Calibri Light"/>
                          <a:cs typeface="Calibri Light"/>
                        </a:rPr>
                        <a:t>30–90 days</a:t>
                      </a:r>
                    </a:p>
                  </a:txBody>
                  <a:tcPr marL="114300" marR="7620" marT="7620" marB="0" anchor="ctr">
                    <a:lnL w="12700" cmpd="sng">
                      <a:solidFill>
                        <a:schemeClr val="bg1"/>
                      </a:solidFill>
                      <a:prstDash val="solid"/>
                    </a:lnL>
                    <a:lnR w="6350" cmpd="sng">
                      <a:noFill/>
                      <a:prstDash val="solid"/>
                    </a:lnR>
                    <a:lnT w="12700" cmpd="sng">
                      <a:solidFill>
                        <a:schemeClr val="bg1"/>
                      </a:solidFill>
                      <a:prstDash val="solid"/>
                    </a:lnT>
                    <a:lnB w="635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3" name="Cross 2">
            <a:extLst>
              <a:ext uri="{FF2B5EF4-FFF2-40B4-BE49-F238E27FC236}">
                <a16:creationId xmlns:a16="http://schemas.microsoft.com/office/drawing/2014/main" id="{2B5D3A6D-7B11-F36F-06D3-333202321743}"/>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77866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9" name="Rectangle 18" hidden="1">
            <a:extLst>
              <a:ext uri="{FF2B5EF4-FFF2-40B4-BE49-F238E27FC236}">
                <a16:creationId xmlns:a16="http://schemas.microsoft.com/office/drawing/2014/main" id="{552689D5-443E-0BCA-899D-2D76F26A2DC5}"/>
              </a:ext>
            </a:extLst>
          </p:cNvPr>
          <p:cNvSpPr>
            <a:spLocks noGrp="1"/>
          </p:cNvSpPr>
          <p:nvPr/>
        </p:nvSpPr>
        <p:spPr>
          <a:xfrm>
            <a:off x="0" y="5359400"/>
            <a:ext cx="12192001" cy="781566"/>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7998286-11DE-E6A3-22C7-88B83F9D3250}"/>
              </a:ext>
            </a:extLst>
          </p:cNvPr>
          <p:cNvSpPr>
            <a:spLocks noGrp="1"/>
          </p:cNvSpPr>
          <p:nvPr/>
        </p:nvSpPr>
        <p:spPr>
          <a:xfrm>
            <a:off x="809625" y="1692841"/>
            <a:ext cx="10585450" cy="1063368"/>
          </a:xfrm>
          <a:prstGeom prst="rect">
            <a:avLst/>
          </a:prstGeom>
          <a:noFill/>
        </p:spPr>
        <p:txBody>
          <a:bodyPr wrap="square">
            <a:spAutoFit/>
          </a:bodyPr>
          <a:lstStyle/>
          <a:p>
            <a:pPr>
              <a:lnSpc>
                <a:spcPts val="2600"/>
              </a:lnSpc>
              <a:buNone/>
            </a:pPr>
            <a:r>
              <a:rPr sz="1600">
                <a:solidFill>
                  <a:srgbClr val="4B5565"/>
                </a:solidFill>
                <a:latin typeface="Calibri Light"/>
                <a:ea typeface="Calibri Light"/>
                <a:cs typeface="Calibri Light"/>
              </a:rPr>
              <a:t>The integrated analysis provides leadership with a unified view of 30,000 employees across eight departments. The workforce is broadly balanced, and performance remained stable between 2021 and 2025. However, the analysis also identifies important gaps in benefits administration, employee-status definitions, performance calibration and financial-data governance.</a:t>
            </a:r>
          </a:p>
        </p:txBody>
      </p:sp>
      <p:sp>
        <p:nvSpPr>
          <p:cNvPr id="23" name="Rectangle 22">
            <a:extLst>
              <a:ext uri="{FF2B5EF4-FFF2-40B4-BE49-F238E27FC236}">
                <a16:creationId xmlns:a16="http://schemas.microsoft.com/office/drawing/2014/main" id="{CA415B00-6D66-D8F5-D642-DB0A844AC113}"/>
              </a:ext>
            </a:extLst>
          </p:cNvPr>
          <p:cNvSpPr>
            <a:spLocks noGrp="1"/>
          </p:cNvSpPr>
          <p:nvPr/>
        </p:nvSpPr>
        <p:spPr>
          <a:xfrm>
            <a:off x="809626" y="2996842"/>
            <a:ext cx="2178050" cy="4533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buNone/>
            </a:pPr>
            <a:r>
              <a:rPr b="1">
                <a:latin typeface="Calibri Light"/>
                <a:ea typeface="Calibri Light"/>
                <a:cs typeface="Calibri Light"/>
              </a:rPr>
              <a:t>Key Takeaways</a:t>
            </a:r>
            <a:endParaRPr sz="1800" b="1" i="0" u="none" kern="1200" cap="none" spc="0" baseline="0">
              <a:solidFill>
                <a:schemeClr val="bg1"/>
              </a:solidFill>
              <a:latin typeface="Calibri Light"/>
              <a:ea typeface="Calibri Light"/>
              <a:cs typeface="Calibri Light"/>
            </a:endParaRPr>
          </a:p>
        </p:txBody>
      </p:sp>
      <p:sp>
        <p:nvSpPr>
          <p:cNvPr id="8" name="TextBox 7">
            <a:extLst>
              <a:ext uri="{FF2B5EF4-FFF2-40B4-BE49-F238E27FC236}">
                <a16:creationId xmlns:a16="http://schemas.microsoft.com/office/drawing/2014/main" id="{A1A24CAB-F18E-10FB-FF0A-2FCEE8035F3A}"/>
              </a:ext>
            </a:extLst>
          </p:cNvPr>
          <p:cNvSpPr>
            <a:spLocks noGrp="1"/>
          </p:cNvSpPr>
          <p:nvPr/>
        </p:nvSpPr>
        <p:spPr>
          <a:xfrm>
            <a:off x="798832" y="3548157"/>
            <a:ext cx="10585450" cy="2839495"/>
          </a:xfrm>
          <a:prstGeom prst="rect">
            <a:avLst/>
          </a:prstGeom>
          <a:noFill/>
        </p:spPr>
        <p:txBody>
          <a:bodyPr wrap="square">
            <a:spAutoFit/>
          </a:bodyPr>
          <a:lstStyle/>
          <a:p>
            <a:pPr marL="285750" indent="-285750">
              <a:lnSpc>
                <a:spcPts val="2400"/>
              </a:lnSpc>
              <a:buFont typeface="Wingdings"/>
              <a:buChar char="§"/>
            </a:pPr>
            <a:r>
              <a:rPr sz="1600" b="1">
                <a:solidFill>
                  <a:srgbClr val="4B5565"/>
                </a:solidFill>
                <a:latin typeface="Calibri Light"/>
                <a:ea typeface="Calibri Light"/>
                <a:cs typeface="Calibri Light"/>
              </a:rPr>
              <a:t>Workforce structure is balanced, but department efficiency varies</a:t>
            </a:r>
          </a:p>
          <a:p>
            <a:pPr>
              <a:lnSpc>
                <a:spcPts val="2400"/>
              </a:lnSpc>
              <a:buNone/>
            </a:pPr>
            <a:r>
              <a:rPr sz="1600">
                <a:solidFill>
                  <a:srgbClr val="4B5565"/>
                </a:solidFill>
                <a:latin typeface="Calibri Light"/>
                <a:ea typeface="Calibri Light"/>
                <a:cs typeface="Calibri Light"/>
              </a:rPr>
              <a:t>Department sizes are similar, while performance and annual revenue per employee differ. Outlying departments should be investigated before staffing decisions are made.</a:t>
            </a:r>
          </a:p>
          <a:p>
            <a:pPr marL="285750" indent="-285750">
              <a:lnSpc>
                <a:spcPts val="2400"/>
              </a:lnSpc>
              <a:buFont typeface="Wingdings"/>
              <a:buChar char="§"/>
            </a:pPr>
            <a:r>
              <a:rPr sz="1600" b="1">
                <a:solidFill>
                  <a:srgbClr val="4B5565"/>
                </a:solidFill>
                <a:latin typeface="Calibri Light"/>
                <a:ea typeface="Calibri Light"/>
                <a:cs typeface="Calibri Light"/>
              </a:rPr>
              <a:t>Benefits administration requires immediate attention</a:t>
            </a:r>
          </a:p>
          <a:p>
            <a:pPr>
              <a:lnSpc>
                <a:spcPts val="2400"/>
              </a:lnSpc>
              <a:buNone/>
            </a:pPr>
            <a:r>
              <a:rPr sz="1600">
                <a:solidFill>
                  <a:srgbClr val="4B5565"/>
                </a:solidFill>
                <a:latin typeface="Calibri Light"/>
                <a:ea typeface="Calibri Light"/>
                <a:cs typeface="Calibri Light"/>
              </a:rPr>
              <a:t>20,010 insurance records are Pending or Expired and should be reviewed, beginning with departments that have the lowest active coverage.</a:t>
            </a:r>
          </a:p>
          <a:p>
            <a:pPr marL="285750" indent="-285750">
              <a:lnSpc>
                <a:spcPts val="2400"/>
              </a:lnSpc>
              <a:buFont typeface="Wingdings"/>
              <a:buChar char="§"/>
            </a:pPr>
            <a:r>
              <a:rPr sz="1600" b="1">
                <a:solidFill>
                  <a:srgbClr val="4B5565"/>
                </a:solidFill>
                <a:latin typeface="Calibri Light"/>
                <a:ea typeface="Calibri Light"/>
                <a:cs typeface="Calibri Light"/>
              </a:rPr>
              <a:t>Stronger governance is required for major decisions</a:t>
            </a:r>
          </a:p>
          <a:p>
            <a:pPr>
              <a:lnSpc>
                <a:spcPts val="2400"/>
              </a:lnSpc>
              <a:buNone/>
            </a:pPr>
            <a:r>
              <a:rPr sz="1600">
                <a:solidFill>
                  <a:srgbClr val="4B5565"/>
                </a:solidFill>
                <a:latin typeface="Calibri Light"/>
                <a:ea typeface="Calibri Light"/>
                <a:cs typeface="Calibri Light"/>
              </a:rPr>
              <a:t>Clear role standards, performance definitions, bonus criteria and financial reporting rules are needed before making major hiring, promotion or budgeting decisions.</a:t>
            </a:r>
          </a:p>
        </p:txBody>
      </p:sp>
      <p:sp>
        <p:nvSpPr>
          <p:cNvPr id="12" name="Rectangle 11">
            <a:extLst>
              <a:ext uri="{FF2B5EF4-FFF2-40B4-BE49-F238E27FC236}">
                <a16:creationId xmlns:a16="http://schemas.microsoft.com/office/drawing/2014/main" id="{647241C2-59F0-FDEE-FDAA-702571BD8E0F}"/>
              </a:ext>
            </a:extLst>
          </p:cNvPr>
          <p:cNvSpPr>
            <a:spLocks noGrp="1"/>
          </p:cNvSpPr>
          <p:nvPr/>
        </p:nvSpPr>
        <p:spPr>
          <a:xfrm>
            <a:off x="796926" y="1143956"/>
            <a:ext cx="2178050" cy="453308"/>
          </a:xfrm>
          <a:prstGeom prst="rect">
            <a:avLst/>
          </a:prstGeom>
          <a:solidFill>
            <a:srgbClr val="E1A91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buNone/>
            </a:pPr>
            <a:r>
              <a:rPr b="1">
                <a:latin typeface="Calibri Light"/>
                <a:ea typeface="Calibri Light"/>
                <a:cs typeface="Calibri Light"/>
              </a:rPr>
              <a:t>Overall Conclusion</a:t>
            </a:r>
            <a:endParaRPr sz="1800" b="1" i="0" u="none" kern="1200" cap="none" spc="0" baseline="0">
              <a:solidFill>
                <a:schemeClr val="bg1"/>
              </a:solidFill>
              <a:latin typeface="Calibri Light"/>
              <a:ea typeface="Calibri Light"/>
              <a:cs typeface="Calibri Light"/>
            </a:endParaRPr>
          </a:p>
        </p:txBody>
      </p:sp>
      <p:sp>
        <p:nvSpPr>
          <p:cNvPr id="15" name="TextBox 14">
            <a:extLst>
              <a:ext uri="{FF2B5EF4-FFF2-40B4-BE49-F238E27FC236}">
                <a16:creationId xmlns:a16="http://schemas.microsoft.com/office/drawing/2014/main" id="{FC3CB47A-722D-984B-F2BC-F725D317DE85}"/>
              </a:ext>
            </a:extLst>
          </p:cNvPr>
          <p:cNvSpPr>
            <a:spLocks noGrp="1"/>
          </p:cNvSpPr>
          <p:nvPr/>
        </p:nvSpPr>
        <p:spPr>
          <a:xfrm>
            <a:off x="796926" y="333644"/>
            <a:ext cx="4831798" cy="769441"/>
          </a:xfrm>
          <a:prstGeom prst="rect">
            <a:avLst/>
          </a:prstGeom>
          <a:noFill/>
        </p:spPr>
        <p:txBody>
          <a:bodyPr wrap="square">
            <a:spAutoFit/>
          </a:bodyPr>
          <a:lstStyle/>
          <a:p>
            <a:r>
              <a:rPr sz="4400" b="1">
                <a:solidFill>
                  <a:srgbClr val="4B5565"/>
                </a:solidFill>
                <a:latin typeface="Calibri Light"/>
                <a:ea typeface="Calibri Light"/>
                <a:cs typeface="Calibri Light"/>
              </a:rPr>
              <a:t>Conclusion</a:t>
            </a:r>
          </a:p>
        </p:txBody>
      </p:sp>
      <p:sp>
        <p:nvSpPr>
          <p:cNvPr id="3" name="Rectangle 2">
            <a:extLst>
              <a:ext uri="{FF2B5EF4-FFF2-40B4-BE49-F238E27FC236}">
                <a16:creationId xmlns:a16="http://schemas.microsoft.com/office/drawing/2014/main" id="{A8ADF9FC-F289-D16B-B920-E4ACDE671891}"/>
              </a:ext>
            </a:extLst>
          </p:cNvPr>
          <p:cNvSpPr>
            <a:spLocks noGrp="1"/>
          </p:cNvSpPr>
          <p:nvPr/>
        </p:nvSpPr>
        <p:spPr>
          <a:xfrm>
            <a:off x="11322922" y="0"/>
            <a:ext cx="869078" cy="1010508"/>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Cross 3">
            <a:extLst>
              <a:ext uri="{FF2B5EF4-FFF2-40B4-BE49-F238E27FC236}">
                <a16:creationId xmlns:a16="http://schemas.microsoft.com/office/drawing/2014/main" id="{AC7E23FA-2D13-E7BA-9038-4A545C141F48}"/>
              </a:ext>
            </a:extLst>
          </p:cNvPr>
          <p:cNvSpPr>
            <a:spLocks noGrp="1"/>
          </p:cNvSpPr>
          <p:nvPr/>
        </p:nvSpPr>
        <p:spPr>
          <a:xfrm>
            <a:off x="11557436" y="305229"/>
            <a:ext cx="400050" cy="400050"/>
          </a:xfrm>
          <a:prstGeom prst="plus">
            <a:avLst>
              <a:gd name="adj" fmla="val 371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789631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19" name="Rectangle 18" hidden="1">
            <a:extLst>
              <a:ext uri="{FF2B5EF4-FFF2-40B4-BE49-F238E27FC236}">
                <a16:creationId xmlns:a16="http://schemas.microsoft.com/office/drawing/2014/main" id="{5299C147-E1E6-844B-AF23-09ACF436FA44}"/>
              </a:ext>
            </a:extLst>
          </p:cNvPr>
          <p:cNvSpPr>
            <a:spLocks noGrp="1"/>
          </p:cNvSpPr>
          <p:nvPr/>
        </p:nvSpPr>
        <p:spPr>
          <a:xfrm>
            <a:off x="0" y="5359400"/>
            <a:ext cx="12192001" cy="781566"/>
          </a:xfrm>
          <a:prstGeom prst="rect">
            <a:avLst/>
          </a:prstGeom>
          <a:solidFill>
            <a:srgbClr val="4B55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73" name="Rectangle 372">
            <a:extLst>
              <a:ext uri="{FF2B5EF4-FFF2-40B4-BE49-F238E27FC236}">
                <a16:creationId xmlns:a16="http://schemas.microsoft.com/office/drawing/2014/main" id="{C76A40AB-C452-D88C-7D92-22E3BD5811D8}"/>
              </a:ext>
            </a:extLst>
          </p:cNvPr>
          <p:cNvSpPr>
            <a:spLocks noGrp="1"/>
          </p:cNvSpPr>
          <p:nvPr/>
        </p:nvSpPr>
        <p:spPr>
          <a:xfrm>
            <a:off x="273268" y="451945"/>
            <a:ext cx="326808" cy="126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22" name="Freeform: Shape 621">
            <a:extLst>
              <a:ext uri="{FF2B5EF4-FFF2-40B4-BE49-F238E27FC236}">
                <a16:creationId xmlns:a16="http://schemas.microsoft.com/office/drawing/2014/main" id="{F1CA9559-97C1-48F3-E7D3-60909F751597}"/>
              </a:ext>
            </a:extLst>
          </p:cNvPr>
          <p:cNvSpPr>
            <a:spLocks noGrp="1"/>
          </p:cNvSpPr>
          <p:nvPr/>
        </p:nvSpPr>
        <p:spPr>
          <a:xfrm>
            <a:off x="10630559" y="3258864"/>
            <a:ext cx="314700" cy="101462"/>
          </a:xfrm>
          <a:custGeom>
            <a:avLst/>
            <a:gdLst>
              <a:gd name="csX0" fmla="*/ 480964 w 484263"/>
              <a:gd name="csY0" fmla="*/ 155711 h 161421"/>
              <a:gd name="csX1" fmla="*/ 125888 w 484263"/>
              <a:gd name="csY1" fmla="*/ 160914 h 161421"/>
              <a:gd name="csX2" fmla="*/ 6218 w 484263"/>
              <a:gd name="csY2" fmla="*/ 161421 h 161421"/>
              <a:gd name="csX3" fmla="*/ 507 w 484263"/>
              <a:gd name="csY3" fmla="*/ 161421 h 161421"/>
              <a:gd name="csX4" fmla="*/ 507 w 484263"/>
              <a:gd name="csY4" fmla="*/ 155584 h 161421"/>
              <a:gd name="csX5" fmla="*/ 0 w 484263"/>
              <a:gd name="csY5" fmla="*/ 6345 h 161421"/>
              <a:gd name="csX6" fmla="*/ 0 w 484263"/>
              <a:gd name="csY6" fmla="*/ 0 h 161421"/>
              <a:gd name="csX7" fmla="*/ 6345 w 484263"/>
              <a:gd name="csY7" fmla="*/ 0 h 161421"/>
              <a:gd name="csX8" fmla="*/ 243781 w 484263"/>
              <a:gd name="csY8" fmla="*/ 888 h 161421"/>
              <a:gd name="csX9" fmla="*/ 481218 w 484263"/>
              <a:gd name="csY9" fmla="*/ 3426 h 161421"/>
              <a:gd name="csX10" fmla="*/ 484264 w 484263"/>
              <a:gd name="csY10" fmla="*/ 3426 h 161421"/>
              <a:gd name="csX11" fmla="*/ 484264 w 484263"/>
              <a:gd name="csY11" fmla="*/ 6345 h 161421"/>
              <a:gd name="csX12" fmla="*/ 481218 w 484263"/>
              <a:gd name="csY12" fmla="*/ 155584 h 161421"/>
              <a:gd name="csX13" fmla="*/ 481218 w 484263"/>
              <a:gd name="csY13" fmla="*/ 155584 h 161421"/>
              <a:gd name="csX14" fmla="*/ 480964 w 484263"/>
              <a:gd name="csY14" fmla="*/ 155711 h 161421"/>
              <a:gd name="csX15" fmla="*/ 477919 w 484263"/>
              <a:gd name="csY15" fmla="*/ 6472 h 161421"/>
              <a:gd name="csX16" fmla="*/ 480964 w 484263"/>
              <a:gd name="csY16" fmla="*/ 9518 h 161421"/>
              <a:gd name="csX17" fmla="*/ 243528 w 484263"/>
              <a:gd name="csY17" fmla="*/ 12056 h 161421"/>
              <a:gd name="csX18" fmla="*/ 6091 w 484263"/>
              <a:gd name="csY18" fmla="*/ 12944 h 161421"/>
              <a:gd name="csX19" fmla="*/ 12436 w 484263"/>
              <a:gd name="csY19" fmla="*/ 6599 h 161421"/>
              <a:gd name="csX20" fmla="*/ 11929 w 484263"/>
              <a:gd name="csY20" fmla="*/ 155838 h 161421"/>
              <a:gd name="csX21" fmla="*/ 6091 w 484263"/>
              <a:gd name="csY21" fmla="*/ 150000 h 161421"/>
              <a:gd name="csX22" fmla="*/ 123857 w 484263"/>
              <a:gd name="csY22" fmla="*/ 150508 h 161421"/>
              <a:gd name="csX23" fmla="*/ 480964 w 484263"/>
              <a:gd name="csY23" fmla="*/ 155711 h 161421"/>
              <a:gd name="csX24" fmla="*/ 480964 w 484263"/>
              <a:gd name="csY24" fmla="*/ 155711 h 161421"/>
            </a:gdLst>
            <a:ahLst/>
            <a:cxnLst/>
            <a:rect l="l" t="t" r="r" b="b"/>
            <a:pathLst>
              <a:path w="484263" h="161421">
                <a:moveTo>
                  <a:pt x="480964" y="155711"/>
                </a:moveTo>
                <a:cubicBezTo>
                  <a:pt x="401903" y="156980"/>
                  <a:pt x="202284" y="160152"/>
                  <a:pt x="125888" y="160914"/>
                </a:cubicBezTo>
                <a:lnTo>
                  <a:pt x="6218" y="161421"/>
                </a:lnTo>
                <a:lnTo>
                  <a:pt x="507" y="161421"/>
                </a:lnTo>
                <a:cubicBezTo>
                  <a:pt x="507" y="161421"/>
                  <a:pt x="507" y="155584"/>
                  <a:pt x="507" y="155584"/>
                </a:cubicBezTo>
                <a:lnTo>
                  <a:pt x="0" y="6345"/>
                </a:lnTo>
                <a:lnTo>
                  <a:pt x="0" y="0"/>
                </a:lnTo>
                <a:cubicBezTo>
                  <a:pt x="0" y="0"/>
                  <a:pt x="6345" y="0"/>
                  <a:pt x="6345" y="0"/>
                </a:cubicBezTo>
                <a:lnTo>
                  <a:pt x="243781" y="888"/>
                </a:lnTo>
                <a:cubicBezTo>
                  <a:pt x="302919" y="1396"/>
                  <a:pt x="422081" y="2538"/>
                  <a:pt x="481218" y="3426"/>
                </a:cubicBezTo>
                <a:cubicBezTo>
                  <a:pt x="481218" y="3426"/>
                  <a:pt x="484264" y="3426"/>
                  <a:pt x="484264" y="3426"/>
                </a:cubicBezTo>
                <a:lnTo>
                  <a:pt x="484264" y="6345"/>
                </a:lnTo>
                <a:cubicBezTo>
                  <a:pt x="484264" y="6345"/>
                  <a:pt x="481218" y="155584"/>
                  <a:pt x="481218" y="155584"/>
                </a:cubicBezTo>
                <a:lnTo>
                  <a:pt x="481218" y="155584"/>
                </a:lnTo>
                <a:close/>
                <a:moveTo>
                  <a:pt x="480964" y="155711"/>
                </a:moveTo>
                <a:lnTo>
                  <a:pt x="477919" y="6472"/>
                </a:lnTo>
                <a:lnTo>
                  <a:pt x="480964" y="9518"/>
                </a:lnTo>
                <a:cubicBezTo>
                  <a:pt x="421700" y="10279"/>
                  <a:pt x="302792" y="11548"/>
                  <a:pt x="243528" y="12056"/>
                </a:cubicBezTo>
                <a:cubicBezTo>
                  <a:pt x="243528" y="12056"/>
                  <a:pt x="6091" y="12944"/>
                  <a:pt x="6091" y="12944"/>
                </a:cubicBezTo>
                <a:lnTo>
                  <a:pt x="12436" y="6599"/>
                </a:lnTo>
                <a:lnTo>
                  <a:pt x="11929" y="155838"/>
                </a:lnTo>
                <a:lnTo>
                  <a:pt x="6091" y="150000"/>
                </a:lnTo>
                <a:lnTo>
                  <a:pt x="123857" y="150508"/>
                </a:lnTo>
                <a:cubicBezTo>
                  <a:pt x="199112" y="151269"/>
                  <a:pt x="403172" y="154569"/>
                  <a:pt x="480964" y="155711"/>
                </a:cubicBezTo>
                <a:lnTo>
                  <a:pt x="480964" y="155711"/>
                </a:lnTo>
                <a:close/>
              </a:path>
            </a:pathLst>
          </a:custGeom>
          <a:solidFill>
            <a:srgbClr val="EBEBEB"/>
          </a:solidFill>
          <a:ln w="12677">
            <a:noFill/>
            <a:prstDash val="solid"/>
          </a:ln>
        </p:spPr>
        <p:txBody>
          <a:bodyPr/>
          <a:lstStyle/>
          <a:p>
            <a:endParaRPr/>
          </a:p>
        </p:txBody>
      </p:sp>
      <p:sp>
        <p:nvSpPr>
          <p:cNvPr id="623" name="Freeform: Shape 622">
            <a:extLst>
              <a:ext uri="{FF2B5EF4-FFF2-40B4-BE49-F238E27FC236}">
                <a16:creationId xmlns:a16="http://schemas.microsoft.com/office/drawing/2014/main" id="{FCD87870-5D62-19A1-6619-AB4AD8F41F6E}"/>
              </a:ext>
            </a:extLst>
          </p:cNvPr>
          <p:cNvSpPr>
            <a:spLocks noGrp="1"/>
          </p:cNvSpPr>
          <p:nvPr/>
        </p:nvSpPr>
        <p:spPr>
          <a:xfrm>
            <a:off x="10861802" y="2586358"/>
            <a:ext cx="314700" cy="101462"/>
          </a:xfrm>
          <a:custGeom>
            <a:avLst/>
            <a:gdLst>
              <a:gd name="csX0" fmla="*/ 480965 w 484263"/>
              <a:gd name="csY0" fmla="*/ 155711 h 161421"/>
              <a:gd name="csX1" fmla="*/ 125888 w 484263"/>
              <a:gd name="csY1" fmla="*/ 160914 h 161421"/>
              <a:gd name="csX2" fmla="*/ 6218 w 484263"/>
              <a:gd name="csY2" fmla="*/ 161421 h 161421"/>
              <a:gd name="csX3" fmla="*/ 507 w 484263"/>
              <a:gd name="csY3" fmla="*/ 161421 h 161421"/>
              <a:gd name="csX4" fmla="*/ 507 w 484263"/>
              <a:gd name="csY4" fmla="*/ 155584 h 161421"/>
              <a:gd name="csX5" fmla="*/ 0 w 484263"/>
              <a:gd name="csY5" fmla="*/ 6345 h 161421"/>
              <a:gd name="csX6" fmla="*/ 0 w 484263"/>
              <a:gd name="csY6" fmla="*/ 0 h 161421"/>
              <a:gd name="csX7" fmla="*/ 6345 w 484263"/>
              <a:gd name="csY7" fmla="*/ 0 h 161421"/>
              <a:gd name="csX8" fmla="*/ 243782 w 484263"/>
              <a:gd name="csY8" fmla="*/ 888 h 161421"/>
              <a:gd name="csX9" fmla="*/ 481218 w 484263"/>
              <a:gd name="csY9" fmla="*/ 3426 h 161421"/>
              <a:gd name="csX10" fmla="*/ 484264 w 484263"/>
              <a:gd name="csY10" fmla="*/ 3426 h 161421"/>
              <a:gd name="csX11" fmla="*/ 484264 w 484263"/>
              <a:gd name="csY11" fmla="*/ 6472 h 161421"/>
              <a:gd name="csX12" fmla="*/ 481218 w 484263"/>
              <a:gd name="csY12" fmla="*/ 155711 h 161421"/>
              <a:gd name="csX13" fmla="*/ 481218 w 484263"/>
              <a:gd name="csY13" fmla="*/ 155711 h 161421"/>
              <a:gd name="csX14" fmla="*/ 480965 w 484263"/>
              <a:gd name="csY14" fmla="*/ 155711 h 161421"/>
              <a:gd name="csX15" fmla="*/ 477919 w 484263"/>
              <a:gd name="csY15" fmla="*/ 6472 h 161421"/>
              <a:gd name="csX16" fmla="*/ 480965 w 484263"/>
              <a:gd name="csY16" fmla="*/ 9518 h 161421"/>
              <a:gd name="csX17" fmla="*/ 243528 w 484263"/>
              <a:gd name="csY17" fmla="*/ 12056 h 161421"/>
              <a:gd name="csX18" fmla="*/ 6091 w 484263"/>
              <a:gd name="csY18" fmla="*/ 12944 h 161421"/>
              <a:gd name="csX19" fmla="*/ 12436 w 484263"/>
              <a:gd name="csY19" fmla="*/ 6599 h 161421"/>
              <a:gd name="csX20" fmla="*/ 11929 w 484263"/>
              <a:gd name="csY20" fmla="*/ 155838 h 161421"/>
              <a:gd name="csX21" fmla="*/ 6091 w 484263"/>
              <a:gd name="csY21" fmla="*/ 150000 h 161421"/>
              <a:gd name="csX22" fmla="*/ 123858 w 484263"/>
              <a:gd name="csY22" fmla="*/ 150508 h 161421"/>
              <a:gd name="csX23" fmla="*/ 480965 w 484263"/>
              <a:gd name="csY23" fmla="*/ 155711 h 161421"/>
              <a:gd name="csX24" fmla="*/ 480965 w 484263"/>
              <a:gd name="csY24" fmla="*/ 155711 h 161421"/>
            </a:gdLst>
            <a:ahLst/>
            <a:cxnLst/>
            <a:rect l="l" t="t" r="r" b="b"/>
            <a:pathLst>
              <a:path w="484263" h="161421">
                <a:moveTo>
                  <a:pt x="480965" y="155711"/>
                </a:moveTo>
                <a:cubicBezTo>
                  <a:pt x="401903" y="156980"/>
                  <a:pt x="202284" y="160152"/>
                  <a:pt x="125888" y="160914"/>
                </a:cubicBezTo>
                <a:cubicBezTo>
                  <a:pt x="125888" y="160914"/>
                  <a:pt x="6218" y="161421"/>
                  <a:pt x="6218" y="161421"/>
                </a:cubicBezTo>
                <a:lnTo>
                  <a:pt x="507" y="161421"/>
                </a:lnTo>
                <a:cubicBezTo>
                  <a:pt x="507" y="161421"/>
                  <a:pt x="507" y="155584"/>
                  <a:pt x="507" y="155584"/>
                </a:cubicBezTo>
                <a:lnTo>
                  <a:pt x="0" y="6345"/>
                </a:lnTo>
                <a:lnTo>
                  <a:pt x="0" y="0"/>
                </a:lnTo>
                <a:cubicBezTo>
                  <a:pt x="0" y="0"/>
                  <a:pt x="6345" y="0"/>
                  <a:pt x="6345" y="0"/>
                </a:cubicBezTo>
                <a:lnTo>
                  <a:pt x="243782" y="888"/>
                </a:lnTo>
                <a:cubicBezTo>
                  <a:pt x="302919" y="1396"/>
                  <a:pt x="422081" y="2538"/>
                  <a:pt x="481218" y="3426"/>
                </a:cubicBezTo>
                <a:lnTo>
                  <a:pt x="484264" y="3426"/>
                </a:lnTo>
                <a:cubicBezTo>
                  <a:pt x="484264" y="3426"/>
                  <a:pt x="484264" y="6472"/>
                  <a:pt x="484264" y="6472"/>
                </a:cubicBezTo>
                <a:lnTo>
                  <a:pt x="481218" y="155711"/>
                </a:lnTo>
                <a:lnTo>
                  <a:pt x="481218" y="155711"/>
                </a:lnTo>
                <a:close/>
                <a:moveTo>
                  <a:pt x="480965" y="155711"/>
                </a:moveTo>
                <a:lnTo>
                  <a:pt x="477919" y="6472"/>
                </a:lnTo>
                <a:lnTo>
                  <a:pt x="480965" y="9518"/>
                </a:lnTo>
                <a:cubicBezTo>
                  <a:pt x="421700" y="10279"/>
                  <a:pt x="302792" y="11548"/>
                  <a:pt x="243528" y="12056"/>
                </a:cubicBezTo>
                <a:lnTo>
                  <a:pt x="6091" y="12944"/>
                </a:lnTo>
                <a:lnTo>
                  <a:pt x="12436" y="6599"/>
                </a:lnTo>
                <a:lnTo>
                  <a:pt x="11929" y="155838"/>
                </a:lnTo>
                <a:lnTo>
                  <a:pt x="6091" y="150000"/>
                </a:lnTo>
                <a:lnTo>
                  <a:pt x="123858" y="150508"/>
                </a:lnTo>
                <a:cubicBezTo>
                  <a:pt x="199112" y="151269"/>
                  <a:pt x="403173" y="154569"/>
                  <a:pt x="480965" y="155711"/>
                </a:cubicBezTo>
                <a:lnTo>
                  <a:pt x="480965" y="155711"/>
                </a:lnTo>
                <a:close/>
              </a:path>
            </a:pathLst>
          </a:custGeom>
          <a:solidFill>
            <a:srgbClr val="EBEBEB"/>
          </a:solidFill>
          <a:ln w="12677">
            <a:noFill/>
            <a:prstDash val="solid"/>
          </a:ln>
        </p:spPr>
        <p:txBody>
          <a:bodyPr/>
          <a:lstStyle/>
          <a:p>
            <a:endParaRPr/>
          </a:p>
        </p:txBody>
      </p:sp>
      <p:sp>
        <p:nvSpPr>
          <p:cNvPr id="624" name="Freeform: Shape 623">
            <a:extLst>
              <a:ext uri="{FF2B5EF4-FFF2-40B4-BE49-F238E27FC236}">
                <a16:creationId xmlns:a16="http://schemas.microsoft.com/office/drawing/2014/main" id="{4B612449-62A0-9AC5-066B-3A24DC37C74D}"/>
              </a:ext>
            </a:extLst>
          </p:cNvPr>
          <p:cNvSpPr>
            <a:spLocks noGrp="1"/>
          </p:cNvSpPr>
          <p:nvPr/>
        </p:nvSpPr>
        <p:spPr>
          <a:xfrm>
            <a:off x="6093123" y="3589733"/>
            <a:ext cx="314701" cy="101462"/>
          </a:xfrm>
          <a:custGeom>
            <a:avLst/>
            <a:gdLst>
              <a:gd name="csX0" fmla="*/ 480965 w 484264"/>
              <a:gd name="csY0" fmla="*/ 155711 h 161421"/>
              <a:gd name="csX1" fmla="*/ 125888 w 484264"/>
              <a:gd name="csY1" fmla="*/ 160914 h 161421"/>
              <a:gd name="csX2" fmla="*/ 6218 w 484264"/>
              <a:gd name="csY2" fmla="*/ 161421 h 161421"/>
              <a:gd name="csX3" fmla="*/ 508 w 484264"/>
              <a:gd name="csY3" fmla="*/ 161421 h 161421"/>
              <a:gd name="csX4" fmla="*/ 508 w 484264"/>
              <a:gd name="csY4" fmla="*/ 155584 h 161421"/>
              <a:gd name="csX5" fmla="*/ 0 w 484264"/>
              <a:gd name="csY5" fmla="*/ 6345 h 161421"/>
              <a:gd name="csX6" fmla="*/ 0 w 484264"/>
              <a:gd name="csY6" fmla="*/ 0 h 161421"/>
              <a:gd name="csX7" fmla="*/ 6345 w 484264"/>
              <a:gd name="csY7" fmla="*/ 0 h 161421"/>
              <a:gd name="csX8" fmla="*/ 243782 w 484264"/>
              <a:gd name="csY8" fmla="*/ 888 h 161421"/>
              <a:gd name="csX9" fmla="*/ 481218 w 484264"/>
              <a:gd name="csY9" fmla="*/ 3426 h 161421"/>
              <a:gd name="csX10" fmla="*/ 484264 w 484264"/>
              <a:gd name="csY10" fmla="*/ 3426 h 161421"/>
              <a:gd name="csX11" fmla="*/ 484264 w 484264"/>
              <a:gd name="csY11" fmla="*/ 6472 h 161421"/>
              <a:gd name="csX12" fmla="*/ 481218 w 484264"/>
              <a:gd name="csY12" fmla="*/ 155711 h 161421"/>
              <a:gd name="csX13" fmla="*/ 481218 w 484264"/>
              <a:gd name="csY13" fmla="*/ 155711 h 161421"/>
              <a:gd name="csX14" fmla="*/ 480965 w 484264"/>
              <a:gd name="csY14" fmla="*/ 155711 h 161421"/>
              <a:gd name="csX15" fmla="*/ 477919 w 484264"/>
              <a:gd name="csY15" fmla="*/ 6472 h 161421"/>
              <a:gd name="csX16" fmla="*/ 480965 w 484264"/>
              <a:gd name="csY16" fmla="*/ 9518 h 161421"/>
              <a:gd name="csX17" fmla="*/ 243528 w 484264"/>
              <a:gd name="csY17" fmla="*/ 12056 h 161421"/>
              <a:gd name="csX18" fmla="*/ 6091 w 484264"/>
              <a:gd name="csY18" fmla="*/ 12944 h 161421"/>
              <a:gd name="csX19" fmla="*/ 12437 w 484264"/>
              <a:gd name="csY19" fmla="*/ 6599 h 161421"/>
              <a:gd name="csX20" fmla="*/ 11929 w 484264"/>
              <a:gd name="csY20" fmla="*/ 155838 h 161421"/>
              <a:gd name="csX21" fmla="*/ 6091 w 484264"/>
              <a:gd name="csY21" fmla="*/ 150000 h 161421"/>
              <a:gd name="csX22" fmla="*/ 123858 w 484264"/>
              <a:gd name="csY22" fmla="*/ 150508 h 161421"/>
              <a:gd name="csX23" fmla="*/ 480965 w 484264"/>
              <a:gd name="csY23" fmla="*/ 155711 h 161421"/>
              <a:gd name="csX24" fmla="*/ 480965 w 484264"/>
              <a:gd name="csY24" fmla="*/ 155711 h 161421"/>
            </a:gdLst>
            <a:ahLst/>
            <a:cxnLst/>
            <a:rect l="l" t="t" r="r" b="b"/>
            <a:pathLst>
              <a:path w="484264" h="161421">
                <a:moveTo>
                  <a:pt x="480965" y="155711"/>
                </a:moveTo>
                <a:cubicBezTo>
                  <a:pt x="401904" y="156980"/>
                  <a:pt x="202284" y="160152"/>
                  <a:pt x="125888" y="160914"/>
                </a:cubicBezTo>
                <a:lnTo>
                  <a:pt x="6218" y="161421"/>
                </a:lnTo>
                <a:lnTo>
                  <a:pt x="508" y="161421"/>
                </a:lnTo>
                <a:cubicBezTo>
                  <a:pt x="508" y="161421"/>
                  <a:pt x="508" y="155584"/>
                  <a:pt x="508" y="155584"/>
                </a:cubicBezTo>
                <a:lnTo>
                  <a:pt x="0" y="6345"/>
                </a:lnTo>
                <a:lnTo>
                  <a:pt x="0" y="0"/>
                </a:lnTo>
                <a:cubicBezTo>
                  <a:pt x="0" y="0"/>
                  <a:pt x="6345" y="0"/>
                  <a:pt x="6345" y="0"/>
                </a:cubicBezTo>
                <a:lnTo>
                  <a:pt x="243782" y="888"/>
                </a:lnTo>
                <a:cubicBezTo>
                  <a:pt x="302919" y="1396"/>
                  <a:pt x="422081" y="2538"/>
                  <a:pt x="481218" y="3426"/>
                </a:cubicBezTo>
                <a:lnTo>
                  <a:pt x="484264" y="3426"/>
                </a:lnTo>
                <a:cubicBezTo>
                  <a:pt x="484264" y="3426"/>
                  <a:pt x="484264" y="6472"/>
                  <a:pt x="484264" y="6472"/>
                </a:cubicBezTo>
                <a:lnTo>
                  <a:pt x="481218" y="155711"/>
                </a:lnTo>
                <a:lnTo>
                  <a:pt x="481218" y="155711"/>
                </a:lnTo>
                <a:close/>
                <a:moveTo>
                  <a:pt x="480965" y="155711"/>
                </a:moveTo>
                <a:lnTo>
                  <a:pt x="477919" y="6472"/>
                </a:lnTo>
                <a:lnTo>
                  <a:pt x="480965" y="9518"/>
                </a:lnTo>
                <a:cubicBezTo>
                  <a:pt x="421701" y="10279"/>
                  <a:pt x="302792" y="11548"/>
                  <a:pt x="243528" y="12056"/>
                </a:cubicBezTo>
                <a:lnTo>
                  <a:pt x="6091" y="12944"/>
                </a:lnTo>
                <a:lnTo>
                  <a:pt x="12437" y="6599"/>
                </a:lnTo>
                <a:lnTo>
                  <a:pt x="11929" y="155838"/>
                </a:lnTo>
                <a:lnTo>
                  <a:pt x="6091" y="150000"/>
                </a:lnTo>
                <a:lnTo>
                  <a:pt x="123858" y="150508"/>
                </a:lnTo>
                <a:cubicBezTo>
                  <a:pt x="199112" y="151269"/>
                  <a:pt x="403173" y="154569"/>
                  <a:pt x="480965" y="155711"/>
                </a:cubicBezTo>
                <a:lnTo>
                  <a:pt x="480965" y="155711"/>
                </a:lnTo>
                <a:close/>
              </a:path>
            </a:pathLst>
          </a:custGeom>
          <a:solidFill>
            <a:srgbClr val="EBEBEB"/>
          </a:solidFill>
          <a:ln w="12677">
            <a:noFill/>
            <a:prstDash val="solid"/>
          </a:ln>
        </p:spPr>
        <p:txBody>
          <a:bodyPr/>
          <a:lstStyle/>
          <a:p>
            <a:endParaRPr/>
          </a:p>
        </p:txBody>
      </p:sp>
      <p:sp>
        <p:nvSpPr>
          <p:cNvPr id="625" name="Rectangle 624">
            <a:extLst>
              <a:ext uri="{FF2B5EF4-FFF2-40B4-BE49-F238E27FC236}">
                <a16:creationId xmlns:a16="http://schemas.microsoft.com/office/drawing/2014/main" id="{CB7D781C-CDD5-3E68-CE07-6219E11B0DB5}"/>
              </a:ext>
            </a:extLst>
          </p:cNvPr>
          <p:cNvSpPr>
            <a:spLocks noGrp="1"/>
          </p:cNvSpPr>
          <p:nvPr/>
        </p:nvSpPr>
        <p:spPr>
          <a:xfrm>
            <a:off x="5924969" y="3712094"/>
            <a:ext cx="308598" cy="93804"/>
          </a:xfrm>
          <a:prstGeom prst="rect">
            <a:avLst/>
          </a:prstGeom>
          <a:solidFill>
            <a:srgbClr val="EBEBEB"/>
          </a:solidFill>
          <a:ln w="12677">
            <a:noFill/>
            <a:prstDash val="solid"/>
          </a:ln>
        </p:spPr>
        <p:txBody>
          <a:bodyPr/>
          <a:lstStyle/>
          <a:p>
            <a:endParaRPr/>
          </a:p>
        </p:txBody>
      </p:sp>
      <p:sp>
        <p:nvSpPr>
          <p:cNvPr id="626" name="Freeform: Shape 625">
            <a:extLst>
              <a:ext uri="{FF2B5EF4-FFF2-40B4-BE49-F238E27FC236}">
                <a16:creationId xmlns:a16="http://schemas.microsoft.com/office/drawing/2014/main" id="{52F16E0A-B14A-DF29-2246-70B97D629DB4}"/>
              </a:ext>
            </a:extLst>
          </p:cNvPr>
          <p:cNvSpPr>
            <a:spLocks noGrp="1"/>
          </p:cNvSpPr>
          <p:nvPr/>
        </p:nvSpPr>
        <p:spPr>
          <a:xfrm>
            <a:off x="8334626" y="4123766"/>
            <a:ext cx="314701" cy="101462"/>
          </a:xfrm>
          <a:custGeom>
            <a:avLst/>
            <a:gdLst>
              <a:gd name="csX0" fmla="*/ 3300 w 484264"/>
              <a:gd name="csY0" fmla="*/ 5711 h 161421"/>
              <a:gd name="csX1" fmla="*/ 358376 w 484264"/>
              <a:gd name="csY1" fmla="*/ 508 h 161421"/>
              <a:gd name="csX2" fmla="*/ 478046 w 484264"/>
              <a:gd name="csY2" fmla="*/ 0 h 161421"/>
              <a:gd name="csX3" fmla="*/ 483756 w 484264"/>
              <a:gd name="csY3" fmla="*/ 0 h 161421"/>
              <a:gd name="csX4" fmla="*/ 483756 w 484264"/>
              <a:gd name="csY4" fmla="*/ 5838 h 161421"/>
              <a:gd name="csX5" fmla="*/ 484264 w 484264"/>
              <a:gd name="csY5" fmla="*/ 155076 h 161421"/>
              <a:gd name="csX6" fmla="*/ 484264 w 484264"/>
              <a:gd name="csY6" fmla="*/ 161421 h 161421"/>
              <a:gd name="csX7" fmla="*/ 477919 w 484264"/>
              <a:gd name="csY7" fmla="*/ 161421 h 161421"/>
              <a:gd name="csX8" fmla="*/ 240482 w 484264"/>
              <a:gd name="csY8" fmla="*/ 160533 h 161421"/>
              <a:gd name="csX9" fmla="*/ 3046 w 484264"/>
              <a:gd name="csY9" fmla="*/ 157995 h 161421"/>
              <a:gd name="csX10" fmla="*/ 0 w 484264"/>
              <a:gd name="csY10" fmla="*/ 157995 h 161421"/>
              <a:gd name="csX11" fmla="*/ 0 w 484264"/>
              <a:gd name="csY11" fmla="*/ 154950 h 161421"/>
              <a:gd name="csX12" fmla="*/ 3046 w 484264"/>
              <a:gd name="csY12" fmla="*/ 5711 h 161421"/>
              <a:gd name="csX13" fmla="*/ 3046 w 484264"/>
              <a:gd name="csY13" fmla="*/ 5711 h 161421"/>
              <a:gd name="csX14" fmla="*/ 3300 w 484264"/>
              <a:gd name="csY14" fmla="*/ 5711 h 161421"/>
              <a:gd name="csX15" fmla="*/ 6345 w 484264"/>
              <a:gd name="csY15" fmla="*/ 154950 h 161421"/>
              <a:gd name="csX16" fmla="*/ 3300 w 484264"/>
              <a:gd name="csY16" fmla="*/ 151904 h 161421"/>
              <a:gd name="csX17" fmla="*/ 240736 w 484264"/>
              <a:gd name="csY17" fmla="*/ 149366 h 161421"/>
              <a:gd name="csX18" fmla="*/ 478173 w 484264"/>
              <a:gd name="csY18" fmla="*/ 148477 h 161421"/>
              <a:gd name="csX19" fmla="*/ 471827 w 484264"/>
              <a:gd name="csY19" fmla="*/ 154823 h 161421"/>
              <a:gd name="csX20" fmla="*/ 472335 w 484264"/>
              <a:gd name="csY20" fmla="*/ 5584 h 161421"/>
              <a:gd name="csX21" fmla="*/ 478173 w 484264"/>
              <a:gd name="csY21" fmla="*/ 11422 h 161421"/>
              <a:gd name="csX22" fmla="*/ 360406 w 484264"/>
              <a:gd name="csY22" fmla="*/ 10914 h 161421"/>
              <a:gd name="csX23" fmla="*/ 3300 w 484264"/>
              <a:gd name="csY23" fmla="*/ 5711 h 161421"/>
              <a:gd name="csX24" fmla="*/ 3300 w 484264"/>
              <a:gd name="csY24" fmla="*/ 5711 h 161421"/>
            </a:gdLst>
            <a:ahLst/>
            <a:cxnLst/>
            <a:rect l="l" t="t" r="r" b="b"/>
            <a:pathLst>
              <a:path w="484264" h="161421">
                <a:moveTo>
                  <a:pt x="3300" y="5711"/>
                </a:moveTo>
                <a:cubicBezTo>
                  <a:pt x="82360" y="4442"/>
                  <a:pt x="281980" y="1269"/>
                  <a:pt x="358376" y="508"/>
                </a:cubicBezTo>
                <a:lnTo>
                  <a:pt x="478046" y="0"/>
                </a:lnTo>
                <a:lnTo>
                  <a:pt x="483756" y="0"/>
                </a:lnTo>
                <a:cubicBezTo>
                  <a:pt x="483756" y="0"/>
                  <a:pt x="483756" y="5838"/>
                  <a:pt x="483756" y="5838"/>
                </a:cubicBezTo>
                <a:lnTo>
                  <a:pt x="484264" y="155076"/>
                </a:lnTo>
                <a:lnTo>
                  <a:pt x="484264" y="161421"/>
                </a:lnTo>
                <a:cubicBezTo>
                  <a:pt x="484264" y="161421"/>
                  <a:pt x="477919" y="161421"/>
                  <a:pt x="477919" y="161421"/>
                </a:cubicBezTo>
                <a:lnTo>
                  <a:pt x="240482" y="160533"/>
                </a:lnTo>
                <a:cubicBezTo>
                  <a:pt x="181345" y="160026"/>
                  <a:pt x="62183" y="158884"/>
                  <a:pt x="3046" y="157995"/>
                </a:cubicBezTo>
                <a:lnTo>
                  <a:pt x="0" y="157995"/>
                </a:lnTo>
                <a:cubicBezTo>
                  <a:pt x="0" y="157995"/>
                  <a:pt x="0" y="154950"/>
                  <a:pt x="0" y="154950"/>
                </a:cubicBezTo>
                <a:lnTo>
                  <a:pt x="3046" y="5711"/>
                </a:lnTo>
                <a:lnTo>
                  <a:pt x="3046" y="5711"/>
                </a:lnTo>
                <a:close/>
                <a:moveTo>
                  <a:pt x="3300" y="5711"/>
                </a:moveTo>
                <a:lnTo>
                  <a:pt x="6345" y="154950"/>
                </a:lnTo>
                <a:lnTo>
                  <a:pt x="3300" y="151904"/>
                </a:lnTo>
                <a:cubicBezTo>
                  <a:pt x="62563" y="151142"/>
                  <a:pt x="181472" y="149873"/>
                  <a:pt x="240736" y="149366"/>
                </a:cubicBezTo>
                <a:cubicBezTo>
                  <a:pt x="240736" y="149366"/>
                  <a:pt x="478173" y="148477"/>
                  <a:pt x="478173" y="148477"/>
                </a:cubicBezTo>
                <a:lnTo>
                  <a:pt x="471827" y="154823"/>
                </a:lnTo>
                <a:lnTo>
                  <a:pt x="472335" y="5584"/>
                </a:lnTo>
                <a:lnTo>
                  <a:pt x="478173" y="11422"/>
                </a:lnTo>
                <a:lnTo>
                  <a:pt x="360406" y="10914"/>
                </a:lnTo>
                <a:cubicBezTo>
                  <a:pt x="285152" y="10153"/>
                  <a:pt x="81092" y="6853"/>
                  <a:pt x="3300" y="5711"/>
                </a:cubicBezTo>
                <a:lnTo>
                  <a:pt x="3300" y="5711"/>
                </a:lnTo>
                <a:close/>
              </a:path>
            </a:pathLst>
          </a:custGeom>
          <a:solidFill>
            <a:srgbClr val="EBEBEB"/>
          </a:solidFill>
          <a:ln w="12677">
            <a:noFill/>
            <a:prstDash val="solid"/>
          </a:ln>
        </p:spPr>
        <p:txBody>
          <a:bodyPr/>
          <a:lstStyle/>
          <a:p>
            <a:endParaRPr/>
          </a:p>
        </p:txBody>
      </p:sp>
      <p:sp>
        <p:nvSpPr>
          <p:cNvPr id="627" name="Rectangle 626">
            <a:extLst>
              <a:ext uri="{FF2B5EF4-FFF2-40B4-BE49-F238E27FC236}">
                <a16:creationId xmlns:a16="http://schemas.microsoft.com/office/drawing/2014/main" id="{DCE7AE74-70CA-ECCB-1B44-B2D6050A434D}"/>
              </a:ext>
            </a:extLst>
          </p:cNvPr>
          <p:cNvSpPr>
            <a:spLocks noGrp="1"/>
          </p:cNvSpPr>
          <p:nvPr/>
        </p:nvSpPr>
        <p:spPr>
          <a:xfrm rot="10800000">
            <a:off x="8508883" y="4009063"/>
            <a:ext cx="308598" cy="93804"/>
          </a:xfrm>
          <a:prstGeom prst="rect">
            <a:avLst/>
          </a:prstGeom>
          <a:solidFill>
            <a:srgbClr val="EBEBEB"/>
          </a:solidFill>
          <a:ln w="12677">
            <a:noFill/>
            <a:prstDash val="solid"/>
          </a:ln>
        </p:spPr>
        <p:txBody>
          <a:bodyPr/>
          <a:lstStyle/>
          <a:p>
            <a:endParaRPr/>
          </a:p>
        </p:txBody>
      </p:sp>
      <p:sp>
        <p:nvSpPr>
          <p:cNvPr id="628" name="Rectangle 627">
            <a:extLst>
              <a:ext uri="{FF2B5EF4-FFF2-40B4-BE49-F238E27FC236}">
                <a16:creationId xmlns:a16="http://schemas.microsoft.com/office/drawing/2014/main" id="{992152F6-882B-FCE4-3618-DEDF644DC0E7}"/>
              </a:ext>
            </a:extLst>
          </p:cNvPr>
          <p:cNvSpPr>
            <a:spLocks noGrp="1"/>
          </p:cNvSpPr>
          <p:nvPr/>
        </p:nvSpPr>
        <p:spPr>
          <a:xfrm>
            <a:off x="10454983" y="3342220"/>
            <a:ext cx="308598" cy="93804"/>
          </a:xfrm>
          <a:prstGeom prst="rect">
            <a:avLst/>
          </a:prstGeom>
          <a:solidFill>
            <a:srgbClr val="EBEBEB"/>
          </a:solidFill>
          <a:ln w="12677">
            <a:noFill/>
            <a:prstDash val="solid"/>
          </a:ln>
        </p:spPr>
        <p:txBody>
          <a:bodyPr/>
          <a:lstStyle/>
          <a:p>
            <a:endParaRPr/>
          </a:p>
        </p:txBody>
      </p:sp>
      <p:sp>
        <p:nvSpPr>
          <p:cNvPr id="629" name="Freeform: Shape 628">
            <a:extLst>
              <a:ext uri="{FF2B5EF4-FFF2-40B4-BE49-F238E27FC236}">
                <a16:creationId xmlns:a16="http://schemas.microsoft.com/office/drawing/2014/main" id="{26084CE7-DF16-1552-10BD-E54B2E629134}"/>
              </a:ext>
            </a:extLst>
          </p:cNvPr>
          <p:cNvSpPr>
            <a:spLocks noGrp="1"/>
          </p:cNvSpPr>
          <p:nvPr/>
        </p:nvSpPr>
        <p:spPr>
          <a:xfrm>
            <a:off x="8256281" y="2117892"/>
            <a:ext cx="314701" cy="101462"/>
          </a:xfrm>
          <a:custGeom>
            <a:avLst/>
            <a:gdLst>
              <a:gd name="csX0" fmla="*/ 480964 w 484264"/>
              <a:gd name="csY0" fmla="*/ 155711 h 161421"/>
              <a:gd name="csX1" fmla="*/ 125889 w 484264"/>
              <a:gd name="csY1" fmla="*/ 160914 h 161421"/>
              <a:gd name="csX2" fmla="*/ 6218 w 484264"/>
              <a:gd name="csY2" fmla="*/ 161421 h 161421"/>
              <a:gd name="csX3" fmla="*/ 508 w 484264"/>
              <a:gd name="csY3" fmla="*/ 161421 h 161421"/>
              <a:gd name="csX4" fmla="*/ 508 w 484264"/>
              <a:gd name="csY4" fmla="*/ 155584 h 161421"/>
              <a:gd name="csX5" fmla="*/ 0 w 484264"/>
              <a:gd name="csY5" fmla="*/ 6345 h 161421"/>
              <a:gd name="csX6" fmla="*/ 0 w 484264"/>
              <a:gd name="csY6" fmla="*/ 0 h 161421"/>
              <a:gd name="csX7" fmla="*/ 6345 w 484264"/>
              <a:gd name="csY7" fmla="*/ 0 h 161421"/>
              <a:gd name="csX8" fmla="*/ 243782 w 484264"/>
              <a:gd name="csY8" fmla="*/ 888 h 161421"/>
              <a:gd name="csX9" fmla="*/ 481219 w 484264"/>
              <a:gd name="csY9" fmla="*/ 3426 h 161421"/>
              <a:gd name="csX10" fmla="*/ 484264 w 484264"/>
              <a:gd name="csY10" fmla="*/ 3426 h 161421"/>
              <a:gd name="csX11" fmla="*/ 484264 w 484264"/>
              <a:gd name="csY11" fmla="*/ 6472 h 161421"/>
              <a:gd name="csX12" fmla="*/ 481219 w 484264"/>
              <a:gd name="csY12" fmla="*/ 155711 h 161421"/>
              <a:gd name="csX13" fmla="*/ 481219 w 484264"/>
              <a:gd name="csY13" fmla="*/ 155711 h 161421"/>
              <a:gd name="csX14" fmla="*/ 480964 w 484264"/>
              <a:gd name="csY14" fmla="*/ 155711 h 161421"/>
              <a:gd name="csX15" fmla="*/ 477919 w 484264"/>
              <a:gd name="csY15" fmla="*/ 6472 h 161421"/>
              <a:gd name="csX16" fmla="*/ 480964 w 484264"/>
              <a:gd name="csY16" fmla="*/ 9518 h 161421"/>
              <a:gd name="csX17" fmla="*/ 243528 w 484264"/>
              <a:gd name="csY17" fmla="*/ 12056 h 161421"/>
              <a:gd name="csX18" fmla="*/ 6092 w 484264"/>
              <a:gd name="csY18" fmla="*/ 12944 h 161421"/>
              <a:gd name="csX19" fmla="*/ 12437 w 484264"/>
              <a:gd name="csY19" fmla="*/ 6599 h 161421"/>
              <a:gd name="csX20" fmla="*/ 11929 w 484264"/>
              <a:gd name="csY20" fmla="*/ 155838 h 161421"/>
              <a:gd name="csX21" fmla="*/ 6092 w 484264"/>
              <a:gd name="csY21" fmla="*/ 150000 h 161421"/>
              <a:gd name="csX22" fmla="*/ 123858 w 484264"/>
              <a:gd name="csY22" fmla="*/ 150508 h 161421"/>
              <a:gd name="csX23" fmla="*/ 480964 w 484264"/>
              <a:gd name="csY23" fmla="*/ 155711 h 161421"/>
              <a:gd name="csX24" fmla="*/ 480964 w 484264"/>
              <a:gd name="csY24" fmla="*/ 155711 h 161421"/>
            </a:gdLst>
            <a:ahLst/>
            <a:cxnLst/>
            <a:rect l="l" t="t" r="r" b="b"/>
            <a:pathLst>
              <a:path w="484264" h="161421">
                <a:moveTo>
                  <a:pt x="480964" y="155711"/>
                </a:moveTo>
                <a:cubicBezTo>
                  <a:pt x="401904" y="156980"/>
                  <a:pt x="202284" y="160152"/>
                  <a:pt x="125889" y="160914"/>
                </a:cubicBezTo>
                <a:lnTo>
                  <a:pt x="6218" y="161421"/>
                </a:lnTo>
                <a:lnTo>
                  <a:pt x="508" y="161421"/>
                </a:lnTo>
                <a:cubicBezTo>
                  <a:pt x="508" y="161421"/>
                  <a:pt x="508" y="155584"/>
                  <a:pt x="508" y="155584"/>
                </a:cubicBezTo>
                <a:lnTo>
                  <a:pt x="0" y="6345"/>
                </a:lnTo>
                <a:lnTo>
                  <a:pt x="0" y="0"/>
                </a:lnTo>
                <a:cubicBezTo>
                  <a:pt x="0" y="0"/>
                  <a:pt x="6345" y="0"/>
                  <a:pt x="6345" y="0"/>
                </a:cubicBezTo>
                <a:lnTo>
                  <a:pt x="243782" y="888"/>
                </a:lnTo>
                <a:cubicBezTo>
                  <a:pt x="302919" y="1396"/>
                  <a:pt x="422081" y="2538"/>
                  <a:pt x="481219" y="3426"/>
                </a:cubicBezTo>
                <a:lnTo>
                  <a:pt x="484264" y="3426"/>
                </a:lnTo>
                <a:cubicBezTo>
                  <a:pt x="484264" y="3426"/>
                  <a:pt x="484264" y="6472"/>
                  <a:pt x="484264" y="6472"/>
                </a:cubicBezTo>
                <a:lnTo>
                  <a:pt x="481219" y="155711"/>
                </a:lnTo>
                <a:lnTo>
                  <a:pt x="481219" y="155711"/>
                </a:lnTo>
                <a:close/>
                <a:moveTo>
                  <a:pt x="480964" y="155711"/>
                </a:moveTo>
                <a:lnTo>
                  <a:pt x="477919" y="6472"/>
                </a:lnTo>
                <a:lnTo>
                  <a:pt x="480964" y="9518"/>
                </a:lnTo>
                <a:cubicBezTo>
                  <a:pt x="421701" y="10279"/>
                  <a:pt x="302792" y="11548"/>
                  <a:pt x="243528" y="12056"/>
                </a:cubicBezTo>
                <a:lnTo>
                  <a:pt x="6092" y="12944"/>
                </a:lnTo>
                <a:lnTo>
                  <a:pt x="12437" y="6599"/>
                </a:lnTo>
                <a:lnTo>
                  <a:pt x="11929" y="155838"/>
                </a:lnTo>
                <a:lnTo>
                  <a:pt x="6092" y="150000"/>
                </a:lnTo>
                <a:lnTo>
                  <a:pt x="123858" y="150508"/>
                </a:lnTo>
                <a:cubicBezTo>
                  <a:pt x="199112" y="151269"/>
                  <a:pt x="403173" y="154569"/>
                  <a:pt x="480964" y="155711"/>
                </a:cubicBezTo>
                <a:lnTo>
                  <a:pt x="480964" y="155711"/>
                </a:lnTo>
                <a:close/>
              </a:path>
            </a:pathLst>
          </a:custGeom>
          <a:solidFill>
            <a:srgbClr val="EBEBEB"/>
          </a:solidFill>
          <a:ln w="12677">
            <a:noFill/>
            <a:prstDash val="solid"/>
          </a:ln>
        </p:spPr>
        <p:txBody>
          <a:bodyPr/>
          <a:lstStyle/>
          <a:p>
            <a:endParaRPr/>
          </a:p>
        </p:txBody>
      </p:sp>
      <p:sp>
        <p:nvSpPr>
          <p:cNvPr id="630" name="Rectangle 629">
            <a:extLst>
              <a:ext uri="{FF2B5EF4-FFF2-40B4-BE49-F238E27FC236}">
                <a16:creationId xmlns:a16="http://schemas.microsoft.com/office/drawing/2014/main" id="{88227522-08DE-BBB8-54AB-BA0C01B67CBF}"/>
              </a:ext>
            </a:extLst>
          </p:cNvPr>
          <p:cNvSpPr>
            <a:spLocks noGrp="1"/>
          </p:cNvSpPr>
          <p:nvPr/>
        </p:nvSpPr>
        <p:spPr>
          <a:xfrm>
            <a:off x="8088127" y="2240253"/>
            <a:ext cx="308598" cy="93804"/>
          </a:xfrm>
          <a:prstGeom prst="rect">
            <a:avLst/>
          </a:prstGeom>
          <a:solidFill>
            <a:srgbClr val="EBEBEB"/>
          </a:solidFill>
          <a:ln w="12677">
            <a:noFill/>
            <a:prstDash val="solid"/>
          </a:ln>
        </p:spPr>
        <p:txBody>
          <a:bodyPr/>
          <a:lstStyle/>
          <a:p>
            <a:endParaRPr/>
          </a:p>
        </p:txBody>
      </p:sp>
      <p:sp>
        <p:nvSpPr>
          <p:cNvPr id="631" name="Freeform: Shape 630">
            <a:extLst>
              <a:ext uri="{FF2B5EF4-FFF2-40B4-BE49-F238E27FC236}">
                <a16:creationId xmlns:a16="http://schemas.microsoft.com/office/drawing/2014/main" id="{262A94BC-6F2B-ED5C-F8F9-038493F17E19}"/>
              </a:ext>
            </a:extLst>
          </p:cNvPr>
          <p:cNvSpPr>
            <a:spLocks noGrp="1"/>
          </p:cNvSpPr>
          <p:nvPr/>
        </p:nvSpPr>
        <p:spPr>
          <a:xfrm>
            <a:off x="8724374" y="1741317"/>
            <a:ext cx="314701" cy="101462"/>
          </a:xfrm>
          <a:custGeom>
            <a:avLst/>
            <a:gdLst>
              <a:gd name="csX0" fmla="*/ 480964 w 484264"/>
              <a:gd name="csY0" fmla="*/ 155711 h 161421"/>
              <a:gd name="csX1" fmla="*/ 125888 w 484264"/>
              <a:gd name="csY1" fmla="*/ 160914 h 161421"/>
              <a:gd name="csX2" fmla="*/ 6218 w 484264"/>
              <a:gd name="csY2" fmla="*/ 161421 h 161421"/>
              <a:gd name="csX3" fmla="*/ 507 w 484264"/>
              <a:gd name="csY3" fmla="*/ 161421 h 161421"/>
              <a:gd name="csX4" fmla="*/ 507 w 484264"/>
              <a:gd name="csY4" fmla="*/ 155584 h 161421"/>
              <a:gd name="csX5" fmla="*/ 0 w 484264"/>
              <a:gd name="csY5" fmla="*/ 6345 h 161421"/>
              <a:gd name="csX6" fmla="*/ 0 w 484264"/>
              <a:gd name="csY6" fmla="*/ 0 h 161421"/>
              <a:gd name="csX7" fmla="*/ 6345 w 484264"/>
              <a:gd name="csY7" fmla="*/ 0 h 161421"/>
              <a:gd name="csX8" fmla="*/ 243782 w 484264"/>
              <a:gd name="csY8" fmla="*/ 888 h 161421"/>
              <a:gd name="csX9" fmla="*/ 481218 w 484264"/>
              <a:gd name="csY9" fmla="*/ 3426 h 161421"/>
              <a:gd name="csX10" fmla="*/ 484264 w 484264"/>
              <a:gd name="csY10" fmla="*/ 3426 h 161421"/>
              <a:gd name="csX11" fmla="*/ 484264 w 484264"/>
              <a:gd name="csY11" fmla="*/ 6345 h 161421"/>
              <a:gd name="csX12" fmla="*/ 481218 w 484264"/>
              <a:gd name="csY12" fmla="*/ 155584 h 161421"/>
              <a:gd name="csX13" fmla="*/ 481218 w 484264"/>
              <a:gd name="csY13" fmla="*/ 155584 h 161421"/>
              <a:gd name="csX14" fmla="*/ 480964 w 484264"/>
              <a:gd name="csY14" fmla="*/ 155711 h 161421"/>
              <a:gd name="csX15" fmla="*/ 477919 w 484264"/>
              <a:gd name="csY15" fmla="*/ 6472 h 161421"/>
              <a:gd name="csX16" fmla="*/ 480964 w 484264"/>
              <a:gd name="csY16" fmla="*/ 9518 h 161421"/>
              <a:gd name="csX17" fmla="*/ 243528 w 484264"/>
              <a:gd name="csY17" fmla="*/ 12056 h 161421"/>
              <a:gd name="csX18" fmla="*/ 6091 w 484264"/>
              <a:gd name="csY18" fmla="*/ 12944 h 161421"/>
              <a:gd name="csX19" fmla="*/ 12436 w 484264"/>
              <a:gd name="csY19" fmla="*/ 6599 h 161421"/>
              <a:gd name="csX20" fmla="*/ 11929 w 484264"/>
              <a:gd name="csY20" fmla="*/ 155838 h 161421"/>
              <a:gd name="csX21" fmla="*/ 6091 w 484264"/>
              <a:gd name="csY21" fmla="*/ 150000 h 161421"/>
              <a:gd name="csX22" fmla="*/ 123858 w 484264"/>
              <a:gd name="csY22" fmla="*/ 150508 h 161421"/>
              <a:gd name="csX23" fmla="*/ 480964 w 484264"/>
              <a:gd name="csY23" fmla="*/ 155711 h 161421"/>
              <a:gd name="csX24" fmla="*/ 480964 w 484264"/>
              <a:gd name="csY24" fmla="*/ 155711 h 161421"/>
            </a:gdLst>
            <a:ahLst/>
            <a:cxnLst/>
            <a:rect l="l" t="t" r="r" b="b"/>
            <a:pathLst>
              <a:path w="484264" h="161421">
                <a:moveTo>
                  <a:pt x="480964" y="155711"/>
                </a:moveTo>
                <a:cubicBezTo>
                  <a:pt x="401903" y="156980"/>
                  <a:pt x="202284" y="160152"/>
                  <a:pt x="125888" y="160914"/>
                </a:cubicBezTo>
                <a:lnTo>
                  <a:pt x="6218" y="161421"/>
                </a:lnTo>
                <a:lnTo>
                  <a:pt x="507" y="161421"/>
                </a:lnTo>
                <a:cubicBezTo>
                  <a:pt x="507" y="161421"/>
                  <a:pt x="507" y="155584"/>
                  <a:pt x="507" y="155584"/>
                </a:cubicBezTo>
                <a:lnTo>
                  <a:pt x="0" y="6345"/>
                </a:lnTo>
                <a:lnTo>
                  <a:pt x="0" y="0"/>
                </a:lnTo>
                <a:cubicBezTo>
                  <a:pt x="0" y="0"/>
                  <a:pt x="6345" y="0"/>
                  <a:pt x="6345" y="0"/>
                </a:cubicBezTo>
                <a:lnTo>
                  <a:pt x="243782" y="888"/>
                </a:lnTo>
                <a:cubicBezTo>
                  <a:pt x="302919" y="1396"/>
                  <a:pt x="422081" y="2538"/>
                  <a:pt x="481218" y="3426"/>
                </a:cubicBezTo>
                <a:cubicBezTo>
                  <a:pt x="481218" y="3426"/>
                  <a:pt x="484264" y="3426"/>
                  <a:pt x="484264" y="3426"/>
                </a:cubicBezTo>
                <a:lnTo>
                  <a:pt x="484264" y="6345"/>
                </a:lnTo>
                <a:cubicBezTo>
                  <a:pt x="484264" y="6345"/>
                  <a:pt x="481218" y="155584"/>
                  <a:pt x="481218" y="155584"/>
                </a:cubicBezTo>
                <a:lnTo>
                  <a:pt x="481218" y="155584"/>
                </a:lnTo>
                <a:close/>
                <a:moveTo>
                  <a:pt x="480964" y="155711"/>
                </a:moveTo>
                <a:lnTo>
                  <a:pt x="477919" y="6472"/>
                </a:lnTo>
                <a:lnTo>
                  <a:pt x="480964" y="9518"/>
                </a:lnTo>
                <a:cubicBezTo>
                  <a:pt x="421700" y="10279"/>
                  <a:pt x="302792" y="11548"/>
                  <a:pt x="243528" y="12056"/>
                </a:cubicBezTo>
                <a:cubicBezTo>
                  <a:pt x="243528" y="12056"/>
                  <a:pt x="6091" y="12944"/>
                  <a:pt x="6091" y="12944"/>
                </a:cubicBezTo>
                <a:lnTo>
                  <a:pt x="12436" y="6599"/>
                </a:lnTo>
                <a:lnTo>
                  <a:pt x="11929" y="155838"/>
                </a:lnTo>
                <a:lnTo>
                  <a:pt x="6091" y="150000"/>
                </a:lnTo>
                <a:lnTo>
                  <a:pt x="123858" y="150508"/>
                </a:lnTo>
                <a:cubicBezTo>
                  <a:pt x="199112" y="151269"/>
                  <a:pt x="403173" y="154569"/>
                  <a:pt x="480964" y="155711"/>
                </a:cubicBezTo>
                <a:lnTo>
                  <a:pt x="480964" y="155711"/>
                </a:lnTo>
                <a:close/>
              </a:path>
            </a:pathLst>
          </a:custGeom>
          <a:solidFill>
            <a:srgbClr val="EBEBEB"/>
          </a:solidFill>
          <a:ln w="12677">
            <a:noFill/>
            <a:prstDash val="solid"/>
          </a:ln>
        </p:spPr>
        <p:txBody>
          <a:bodyPr/>
          <a:lstStyle/>
          <a:p>
            <a:endParaRPr/>
          </a:p>
        </p:txBody>
      </p:sp>
      <p:sp>
        <p:nvSpPr>
          <p:cNvPr id="632" name="Rectangle 631">
            <a:extLst>
              <a:ext uri="{FF2B5EF4-FFF2-40B4-BE49-F238E27FC236}">
                <a16:creationId xmlns:a16="http://schemas.microsoft.com/office/drawing/2014/main" id="{89ACDBFA-15BA-1DC1-D353-0721857AB6CA}"/>
              </a:ext>
            </a:extLst>
          </p:cNvPr>
          <p:cNvSpPr>
            <a:spLocks noGrp="1"/>
          </p:cNvSpPr>
          <p:nvPr/>
        </p:nvSpPr>
        <p:spPr>
          <a:xfrm>
            <a:off x="7072605" y="4012812"/>
            <a:ext cx="308598" cy="93804"/>
          </a:xfrm>
          <a:prstGeom prst="rect">
            <a:avLst/>
          </a:prstGeom>
          <a:solidFill>
            <a:srgbClr val="EBEBEB"/>
          </a:solidFill>
          <a:ln w="12677">
            <a:noFill/>
            <a:prstDash val="solid"/>
          </a:ln>
        </p:spPr>
        <p:txBody>
          <a:bodyPr/>
          <a:lstStyle/>
          <a:p>
            <a:endParaRPr/>
          </a:p>
        </p:txBody>
      </p:sp>
      <p:sp>
        <p:nvSpPr>
          <p:cNvPr id="633" name="Freeform: Shape 632">
            <a:extLst>
              <a:ext uri="{FF2B5EF4-FFF2-40B4-BE49-F238E27FC236}">
                <a16:creationId xmlns:a16="http://schemas.microsoft.com/office/drawing/2014/main" id="{2ADB4770-D5F9-7ACC-297F-7FFB406715B5}"/>
              </a:ext>
            </a:extLst>
          </p:cNvPr>
          <p:cNvSpPr>
            <a:spLocks noGrp="1"/>
          </p:cNvSpPr>
          <p:nvPr/>
        </p:nvSpPr>
        <p:spPr>
          <a:xfrm>
            <a:off x="7052401" y="3291488"/>
            <a:ext cx="314700" cy="101462"/>
          </a:xfrm>
          <a:custGeom>
            <a:avLst/>
            <a:gdLst>
              <a:gd name="csX0" fmla="*/ 480964 w 484263"/>
              <a:gd name="csY0" fmla="*/ 155711 h 161421"/>
              <a:gd name="csX1" fmla="*/ 125888 w 484263"/>
              <a:gd name="csY1" fmla="*/ 160914 h 161421"/>
              <a:gd name="csX2" fmla="*/ 6218 w 484263"/>
              <a:gd name="csY2" fmla="*/ 161421 h 161421"/>
              <a:gd name="csX3" fmla="*/ 508 w 484263"/>
              <a:gd name="csY3" fmla="*/ 161421 h 161421"/>
              <a:gd name="csX4" fmla="*/ 508 w 484263"/>
              <a:gd name="csY4" fmla="*/ 155584 h 161421"/>
              <a:gd name="csX5" fmla="*/ 0 w 484263"/>
              <a:gd name="csY5" fmla="*/ 6345 h 161421"/>
              <a:gd name="csX6" fmla="*/ 0 w 484263"/>
              <a:gd name="csY6" fmla="*/ 0 h 161421"/>
              <a:gd name="csX7" fmla="*/ 6345 w 484263"/>
              <a:gd name="csY7" fmla="*/ 0 h 161421"/>
              <a:gd name="csX8" fmla="*/ 243782 w 484263"/>
              <a:gd name="csY8" fmla="*/ 888 h 161421"/>
              <a:gd name="csX9" fmla="*/ 481218 w 484263"/>
              <a:gd name="csY9" fmla="*/ 3426 h 161421"/>
              <a:gd name="csX10" fmla="*/ 484264 w 484263"/>
              <a:gd name="csY10" fmla="*/ 3426 h 161421"/>
              <a:gd name="csX11" fmla="*/ 484264 w 484263"/>
              <a:gd name="csY11" fmla="*/ 6472 h 161421"/>
              <a:gd name="csX12" fmla="*/ 481218 w 484263"/>
              <a:gd name="csY12" fmla="*/ 155711 h 161421"/>
              <a:gd name="csX13" fmla="*/ 481218 w 484263"/>
              <a:gd name="csY13" fmla="*/ 155711 h 161421"/>
              <a:gd name="csX14" fmla="*/ 480964 w 484263"/>
              <a:gd name="csY14" fmla="*/ 155711 h 161421"/>
              <a:gd name="csX15" fmla="*/ 477919 w 484263"/>
              <a:gd name="csY15" fmla="*/ 6472 h 161421"/>
              <a:gd name="csX16" fmla="*/ 480964 w 484263"/>
              <a:gd name="csY16" fmla="*/ 9518 h 161421"/>
              <a:gd name="csX17" fmla="*/ 243528 w 484263"/>
              <a:gd name="csY17" fmla="*/ 12056 h 161421"/>
              <a:gd name="csX18" fmla="*/ 6091 w 484263"/>
              <a:gd name="csY18" fmla="*/ 12944 h 161421"/>
              <a:gd name="csX19" fmla="*/ 12436 w 484263"/>
              <a:gd name="csY19" fmla="*/ 6599 h 161421"/>
              <a:gd name="csX20" fmla="*/ 11929 w 484263"/>
              <a:gd name="csY20" fmla="*/ 155838 h 161421"/>
              <a:gd name="csX21" fmla="*/ 6091 w 484263"/>
              <a:gd name="csY21" fmla="*/ 150000 h 161421"/>
              <a:gd name="csX22" fmla="*/ 123858 w 484263"/>
              <a:gd name="csY22" fmla="*/ 150508 h 161421"/>
              <a:gd name="csX23" fmla="*/ 480964 w 484263"/>
              <a:gd name="csY23" fmla="*/ 155711 h 161421"/>
              <a:gd name="csX24" fmla="*/ 480964 w 484263"/>
              <a:gd name="csY24" fmla="*/ 155711 h 161421"/>
            </a:gdLst>
            <a:ahLst/>
            <a:cxnLst/>
            <a:rect l="l" t="t" r="r" b="b"/>
            <a:pathLst>
              <a:path w="484263" h="161421">
                <a:moveTo>
                  <a:pt x="480964" y="155711"/>
                </a:moveTo>
                <a:cubicBezTo>
                  <a:pt x="401904" y="156980"/>
                  <a:pt x="202284" y="160152"/>
                  <a:pt x="125888" y="160914"/>
                </a:cubicBezTo>
                <a:lnTo>
                  <a:pt x="6218" y="161421"/>
                </a:lnTo>
                <a:lnTo>
                  <a:pt x="508" y="161421"/>
                </a:lnTo>
                <a:cubicBezTo>
                  <a:pt x="508" y="161421"/>
                  <a:pt x="508" y="155584"/>
                  <a:pt x="508" y="155584"/>
                </a:cubicBezTo>
                <a:lnTo>
                  <a:pt x="0" y="6345"/>
                </a:lnTo>
                <a:lnTo>
                  <a:pt x="0" y="0"/>
                </a:lnTo>
                <a:cubicBezTo>
                  <a:pt x="0" y="0"/>
                  <a:pt x="6345" y="0"/>
                  <a:pt x="6345" y="0"/>
                </a:cubicBezTo>
                <a:lnTo>
                  <a:pt x="243782" y="888"/>
                </a:lnTo>
                <a:cubicBezTo>
                  <a:pt x="302919" y="1396"/>
                  <a:pt x="422081" y="2538"/>
                  <a:pt x="481218" y="3426"/>
                </a:cubicBezTo>
                <a:lnTo>
                  <a:pt x="484264" y="3426"/>
                </a:lnTo>
                <a:cubicBezTo>
                  <a:pt x="484264" y="3426"/>
                  <a:pt x="484264" y="6472"/>
                  <a:pt x="484264" y="6472"/>
                </a:cubicBezTo>
                <a:lnTo>
                  <a:pt x="481218" y="155711"/>
                </a:lnTo>
                <a:lnTo>
                  <a:pt x="481218" y="155711"/>
                </a:lnTo>
                <a:close/>
                <a:moveTo>
                  <a:pt x="480964" y="155711"/>
                </a:moveTo>
                <a:lnTo>
                  <a:pt x="477919" y="6472"/>
                </a:lnTo>
                <a:lnTo>
                  <a:pt x="480964" y="9518"/>
                </a:lnTo>
                <a:cubicBezTo>
                  <a:pt x="421701" y="10279"/>
                  <a:pt x="302792" y="11548"/>
                  <a:pt x="243528" y="12056"/>
                </a:cubicBezTo>
                <a:cubicBezTo>
                  <a:pt x="243528" y="12056"/>
                  <a:pt x="6091" y="12944"/>
                  <a:pt x="6091" y="12944"/>
                </a:cubicBezTo>
                <a:lnTo>
                  <a:pt x="12436" y="6599"/>
                </a:lnTo>
                <a:lnTo>
                  <a:pt x="11929" y="155838"/>
                </a:lnTo>
                <a:lnTo>
                  <a:pt x="6091" y="150000"/>
                </a:lnTo>
                <a:lnTo>
                  <a:pt x="123858" y="150508"/>
                </a:lnTo>
                <a:cubicBezTo>
                  <a:pt x="199112" y="151269"/>
                  <a:pt x="403173" y="154569"/>
                  <a:pt x="480964" y="155711"/>
                </a:cubicBezTo>
                <a:lnTo>
                  <a:pt x="480964" y="155711"/>
                </a:lnTo>
                <a:close/>
              </a:path>
            </a:pathLst>
          </a:custGeom>
          <a:solidFill>
            <a:srgbClr val="EBEBEB"/>
          </a:solidFill>
          <a:ln w="12677">
            <a:noFill/>
            <a:prstDash val="solid"/>
          </a:ln>
        </p:spPr>
        <p:txBody>
          <a:bodyPr/>
          <a:lstStyle/>
          <a:p>
            <a:endParaRPr/>
          </a:p>
        </p:txBody>
      </p:sp>
      <p:sp>
        <p:nvSpPr>
          <p:cNvPr id="634" name="Rectangle 633">
            <a:extLst>
              <a:ext uri="{FF2B5EF4-FFF2-40B4-BE49-F238E27FC236}">
                <a16:creationId xmlns:a16="http://schemas.microsoft.com/office/drawing/2014/main" id="{74EBEBA0-365A-6503-0319-8E2DAAC636B9}"/>
              </a:ext>
            </a:extLst>
          </p:cNvPr>
          <p:cNvSpPr>
            <a:spLocks noGrp="1"/>
          </p:cNvSpPr>
          <p:nvPr/>
        </p:nvSpPr>
        <p:spPr>
          <a:xfrm>
            <a:off x="10923159" y="1801222"/>
            <a:ext cx="308598" cy="93804"/>
          </a:xfrm>
          <a:prstGeom prst="rect">
            <a:avLst/>
          </a:prstGeom>
          <a:solidFill>
            <a:srgbClr val="EBEBEB"/>
          </a:solidFill>
          <a:ln w="12677">
            <a:noFill/>
            <a:prstDash val="solid"/>
          </a:ln>
        </p:spPr>
        <p:txBody>
          <a:bodyPr/>
          <a:lstStyle/>
          <a:p>
            <a:endParaRPr/>
          </a:p>
        </p:txBody>
      </p:sp>
      <p:sp>
        <p:nvSpPr>
          <p:cNvPr id="635" name="Freeform: Shape 634">
            <a:extLst>
              <a:ext uri="{FF2B5EF4-FFF2-40B4-BE49-F238E27FC236}">
                <a16:creationId xmlns:a16="http://schemas.microsoft.com/office/drawing/2014/main" id="{F5C9523E-EA32-601B-AFA7-DC7EADC8E04D}"/>
              </a:ext>
            </a:extLst>
          </p:cNvPr>
          <p:cNvSpPr>
            <a:spLocks noGrp="1"/>
          </p:cNvSpPr>
          <p:nvPr/>
        </p:nvSpPr>
        <p:spPr>
          <a:xfrm>
            <a:off x="6049250" y="1678941"/>
            <a:ext cx="314701" cy="101462"/>
          </a:xfrm>
          <a:custGeom>
            <a:avLst/>
            <a:gdLst>
              <a:gd name="csX0" fmla="*/ 480965 w 484264"/>
              <a:gd name="csY0" fmla="*/ 155711 h 161421"/>
              <a:gd name="csX1" fmla="*/ 125888 w 484264"/>
              <a:gd name="csY1" fmla="*/ 160914 h 161421"/>
              <a:gd name="csX2" fmla="*/ 6218 w 484264"/>
              <a:gd name="csY2" fmla="*/ 161421 h 161421"/>
              <a:gd name="csX3" fmla="*/ 508 w 484264"/>
              <a:gd name="csY3" fmla="*/ 161421 h 161421"/>
              <a:gd name="csX4" fmla="*/ 508 w 484264"/>
              <a:gd name="csY4" fmla="*/ 155584 h 161421"/>
              <a:gd name="csX5" fmla="*/ 0 w 484264"/>
              <a:gd name="csY5" fmla="*/ 6345 h 161421"/>
              <a:gd name="csX6" fmla="*/ 0 w 484264"/>
              <a:gd name="csY6" fmla="*/ 0 h 161421"/>
              <a:gd name="csX7" fmla="*/ 6345 w 484264"/>
              <a:gd name="csY7" fmla="*/ 0 h 161421"/>
              <a:gd name="csX8" fmla="*/ 243782 w 484264"/>
              <a:gd name="csY8" fmla="*/ 888 h 161421"/>
              <a:gd name="csX9" fmla="*/ 481218 w 484264"/>
              <a:gd name="csY9" fmla="*/ 3426 h 161421"/>
              <a:gd name="csX10" fmla="*/ 484264 w 484264"/>
              <a:gd name="csY10" fmla="*/ 3426 h 161421"/>
              <a:gd name="csX11" fmla="*/ 484264 w 484264"/>
              <a:gd name="csY11" fmla="*/ 6472 h 161421"/>
              <a:gd name="csX12" fmla="*/ 481218 w 484264"/>
              <a:gd name="csY12" fmla="*/ 155711 h 161421"/>
              <a:gd name="csX13" fmla="*/ 481218 w 484264"/>
              <a:gd name="csY13" fmla="*/ 155711 h 161421"/>
              <a:gd name="csX14" fmla="*/ 480965 w 484264"/>
              <a:gd name="csY14" fmla="*/ 155711 h 161421"/>
              <a:gd name="csX15" fmla="*/ 477919 w 484264"/>
              <a:gd name="csY15" fmla="*/ 6472 h 161421"/>
              <a:gd name="csX16" fmla="*/ 480965 w 484264"/>
              <a:gd name="csY16" fmla="*/ 9518 h 161421"/>
              <a:gd name="csX17" fmla="*/ 243528 w 484264"/>
              <a:gd name="csY17" fmla="*/ 12056 h 161421"/>
              <a:gd name="csX18" fmla="*/ 6091 w 484264"/>
              <a:gd name="csY18" fmla="*/ 12944 h 161421"/>
              <a:gd name="csX19" fmla="*/ 12437 w 484264"/>
              <a:gd name="csY19" fmla="*/ 6599 h 161421"/>
              <a:gd name="csX20" fmla="*/ 11929 w 484264"/>
              <a:gd name="csY20" fmla="*/ 155838 h 161421"/>
              <a:gd name="csX21" fmla="*/ 6091 w 484264"/>
              <a:gd name="csY21" fmla="*/ 150000 h 161421"/>
              <a:gd name="csX22" fmla="*/ 123858 w 484264"/>
              <a:gd name="csY22" fmla="*/ 150508 h 161421"/>
              <a:gd name="csX23" fmla="*/ 480965 w 484264"/>
              <a:gd name="csY23" fmla="*/ 155711 h 161421"/>
              <a:gd name="csX24" fmla="*/ 480965 w 484264"/>
              <a:gd name="csY24" fmla="*/ 155711 h 161421"/>
            </a:gdLst>
            <a:ahLst/>
            <a:cxnLst/>
            <a:rect l="l" t="t" r="r" b="b"/>
            <a:pathLst>
              <a:path w="484264" h="161421">
                <a:moveTo>
                  <a:pt x="480965" y="155711"/>
                </a:moveTo>
                <a:cubicBezTo>
                  <a:pt x="401904" y="156980"/>
                  <a:pt x="202284" y="160152"/>
                  <a:pt x="125888" y="160914"/>
                </a:cubicBezTo>
                <a:lnTo>
                  <a:pt x="6218" y="161421"/>
                </a:lnTo>
                <a:lnTo>
                  <a:pt x="508" y="161421"/>
                </a:lnTo>
                <a:cubicBezTo>
                  <a:pt x="508" y="161421"/>
                  <a:pt x="508" y="155584"/>
                  <a:pt x="508" y="155584"/>
                </a:cubicBezTo>
                <a:lnTo>
                  <a:pt x="0" y="6345"/>
                </a:lnTo>
                <a:lnTo>
                  <a:pt x="0" y="0"/>
                </a:lnTo>
                <a:cubicBezTo>
                  <a:pt x="0" y="0"/>
                  <a:pt x="6345" y="0"/>
                  <a:pt x="6345" y="0"/>
                </a:cubicBezTo>
                <a:lnTo>
                  <a:pt x="243782" y="888"/>
                </a:lnTo>
                <a:cubicBezTo>
                  <a:pt x="302919" y="1396"/>
                  <a:pt x="422081" y="2538"/>
                  <a:pt x="481218" y="3426"/>
                </a:cubicBezTo>
                <a:lnTo>
                  <a:pt x="484264" y="3426"/>
                </a:lnTo>
                <a:cubicBezTo>
                  <a:pt x="484264" y="3426"/>
                  <a:pt x="484264" y="6472"/>
                  <a:pt x="484264" y="6472"/>
                </a:cubicBezTo>
                <a:lnTo>
                  <a:pt x="481218" y="155711"/>
                </a:lnTo>
                <a:lnTo>
                  <a:pt x="481218" y="155711"/>
                </a:lnTo>
                <a:close/>
                <a:moveTo>
                  <a:pt x="480965" y="155711"/>
                </a:moveTo>
                <a:lnTo>
                  <a:pt x="477919" y="6472"/>
                </a:lnTo>
                <a:lnTo>
                  <a:pt x="480965" y="9518"/>
                </a:lnTo>
                <a:cubicBezTo>
                  <a:pt x="421701" y="10279"/>
                  <a:pt x="302792" y="11548"/>
                  <a:pt x="243528" y="12056"/>
                </a:cubicBezTo>
                <a:lnTo>
                  <a:pt x="6091" y="12944"/>
                </a:lnTo>
                <a:lnTo>
                  <a:pt x="12437" y="6599"/>
                </a:lnTo>
                <a:lnTo>
                  <a:pt x="11929" y="155838"/>
                </a:lnTo>
                <a:lnTo>
                  <a:pt x="6091" y="150000"/>
                </a:lnTo>
                <a:lnTo>
                  <a:pt x="123858" y="150508"/>
                </a:lnTo>
                <a:cubicBezTo>
                  <a:pt x="199112" y="151269"/>
                  <a:pt x="403173" y="154569"/>
                  <a:pt x="480965" y="155711"/>
                </a:cubicBezTo>
                <a:lnTo>
                  <a:pt x="480965" y="155711"/>
                </a:lnTo>
                <a:close/>
              </a:path>
            </a:pathLst>
          </a:custGeom>
          <a:solidFill>
            <a:srgbClr val="EBEBEB"/>
          </a:solidFill>
          <a:ln w="12677">
            <a:noFill/>
            <a:prstDash val="solid"/>
          </a:ln>
        </p:spPr>
        <p:txBody>
          <a:bodyPr/>
          <a:lstStyle/>
          <a:p>
            <a:endParaRPr/>
          </a:p>
        </p:txBody>
      </p:sp>
      <p:sp>
        <p:nvSpPr>
          <p:cNvPr id="598" name="Freeform: Shape 597">
            <a:extLst>
              <a:ext uri="{FF2B5EF4-FFF2-40B4-BE49-F238E27FC236}">
                <a16:creationId xmlns:a16="http://schemas.microsoft.com/office/drawing/2014/main" id="{F4F475A2-A2A6-7850-FE0E-1041478DAEBB}"/>
              </a:ext>
            </a:extLst>
          </p:cNvPr>
          <p:cNvSpPr>
            <a:spLocks noGrp="1"/>
          </p:cNvSpPr>
          <p:nvPr/>
        </p:nvSpPr>
        <p:spPr>
          <a:xfrm>
            <a:off x="6613089" y="1887847"/>
            <a:ext cx="712447" cy="1148469"/>
          </a:xfrm>
          <a:custGeom>
            <a:avLst/>
            <a:gdLst>
              <a:gd name="csX0" fmla="*/ 1087183 w 1096319"/>
              <a:gd name="csY0" fmla="*/ 9264 h 1827157"/>
              <a:gd name="csX1" fmla="*/ 1096320 w 1096319"/>
              <a:gd name="csY1" fmla="*/ 31472 h 1827157"/>
              <a:gd name="csX2" fmla="*/ 1096320 w 1096319"/>
              <a:gd name="csY2" fmla="*/ 284645 h 1827157"/>
              <a:gd name="csX3" fmla="*/ 1087183 w 1096319"/>
              <a:gd name="csY3" fmla="*/ 306853 h 1827157"/>
              <a:gd name="csX4" fmla="*/ 1064975 w 1096319"/>
              <a:gd name="csY4" fmla="*/ 315990 h 1827157"/>
              <a:gd name="csX5" fmla="*/ 738706 w 1096319"/>
              <a:gd name="csY5" fmla="*/ 315990 h 1827157"/>
              <a:gd name="csX6" fmla="*/ 725635 w 1096319"/>
              <a:gd name="csY6" fmla="*/ 329061 h 1827157"/>
              <a:gd name="csX7" fmla="*/ 725635 w 1096319"/>
              <a:gd name="csY7" fmla="*/ 1795813 h 1827157"/>
              <a:gd name="csX8" fmla="*/ 716498 w 1096319"/>
              <a:gd name="csY8" fmla="*/ 1818021 h 1827157"/>
              <a:gd name="csX9" fmla="*/ 694290 w 1096319"/>
              <a:gd name="csY9" fmla="*/ 1827158 h 1827157"/>
              <a:gd name="csX10" fmla="*/ 388959 w 1096319"/>
              <a:gd name="csY10" fmla="*/ 1827158 h 1827157"/>
              <a:gd name="csX11" fmla="*/ 366751 w 1096319"/>
              <a:gd name="csY11" fmla="*/ 1818021 h 1827157"/>
              <a:gd name="csX12" fmla="*/ 357614 w 1096319"/>
              <a:gd name="csY12" fmla="*/ 1795813 h 1827157"/>
              <a:gd name="csX13" fmla="*/ 357614 w 1096319"/>
              <a:gd name="csY13" fmla="*/ 328934 h 1827157"/>
              <a:gd name="csX14" fmla="*/ 344543 w 1096319"/>
              <a:gd name="csY14" fmla="*/ 315863 h 1827157"/>
              <a:gd name="csX15" fmla="*/ 31345 w 1096319"/>
              <a:gd name="csY15" fmla="*/ 315863 h 1827157"/>
              <a:gd name="csX16" fmla="*/ 9137 w 1096319"/>
              <a:gd name="csY16" fmla="*/ 306726 h 1827157"/>
              <a:gd name="csX17" fmla="*/ 0 w 1096319"/>
              <a:gd name="csY17" fmla="*/ 284518 h 1827157"/>
              <a:gd name="csX18" fmla="*/ 0 w 1096319"/>
              <a:gd name="csY18" fmla="*/ 31345 h 1827157"/>
              <a:gd name="csX19" fmla="*/ 9137 w 1096319"/>
              <a:gd name="csY19" fmla="*/ 9137 h 1827157"/>
              <a:gd name="csX20" fmla="*/ 31345 w 1096319"/>
              <a:gd name="csY20" fmla="*/ 0 h 1827157"/>
              <a:gd name="csX21" fmla="*/ 1064848 w 1096319"/>
              <a:gd name="csY21" fmla="*/ 0 h 1827157"/>
              <a:gd name="csX22" fmla="*/ 1087056 w 1096319"/>
              <a:gd name="csY22" fmla="*/ 9137 h 1827157"/>
            </a:gdLst>
            <a:ahLst/>
            <a:cxnLst/>
            <a:rect l="l" t="t" r="r" b="b"/>
            <a:pathLst>
              <a:path w="1096319" h="1827157">
                <a:moveTo>
                  <a:pt x="1087183" y="9264"/>
                </a:moveTo>
                <a:cubicBezTo>
                  <a:pt x="1093274" y="15355"/>
                  <a:pt x="1096320" y="22716"/>
                  <a:pt x="1096320" y="31472"/>
                </a:cubicBezTo>
                <a:lnTo>
                  <a:pt x="1096320" y="284645"/>
                </a:lnTo>
                <a:cubicBezTo>
                  <a:pt x="1096320" y="293401"/>
                  <a:pt x="1093274" y="300762"/>
                  <a:pt x="1087183" y="306853"/>
                </a:cubicBezTo>
                <a:cubicBezTo>
                  <a:pt x="1081092" y="312944"/>
                  <a:pt x="1073731" y="315990"/>
                  <a:pt x="1064975" y="315990"/>
                </a:cubicBezTo>
                <a:lnTo>
                  <a:pt x="738706" y="315990"/>
                </a:lnTo>
                <a:cubicBezTo>
                  <a:pt x="729949" y="315990"/>
                  <a:pt x="725635" y="320305"/>
                  <a:pt x="725635" y="329061"/>
                </a:cubicBezTo>
                <a:lnTo>
                  <a:pt x="725635" y="1795813"/>
                </a:lnTo>
                <a:cubicBezTo>
                  <a:pt x="725635" y="1804569"/>
                  <a:pt x="722589" y="1811929"/>
                  <a:pt x="716498" y="1818021"/>
                </a:cubicBezTo>
                <a:cubicBezTo>
                  <a:pt x="710406" y="1824112"/>
                  <a:pt x="703046" y="1827158"/>
                  <a:pt x="694290" y="1827158"/>
                </a:cubicBezTo>
                <a:lnTo>
                  <a:pt x="388959" y="1827158"/>
                </a:lnTo>
                <a:cubicBezTo>
                  <a:pt x="380203" y="1827158"/>
                  <a:pt x="372843" y="1824112"/>
                  <a:pt x="366751" y="1818021"/>
                </a:cubicBezTo>
                <a:cubicBezTo>
                  <a:pt x="360660" y="1811929"/>
                  <a:pt x="357614" y="1804569"/>
                  <a:pt x="357614" y="1795813"/>
                </a:cubicBezTo>
                <a:lnTo>
                  <a:pt x="357614" y="328934"/>
                </a:lnTo>
                <a:cubicBezTo>
                  <a:pt x="357614" y="320305"/>
                  <a:pt x="353300" y="315863"/>
                  <a:pt x="344543" y="315863"/>
                </a:cubicBezTo>
                <a:lnTo>
                  <a:pt x="31345" y="315863"/>
                </a:lnTo>
                <a:cubicBezTo>
                  <a:pt x="22589" y="315863"/>
                  <a:pt x="15228" y="312817"/>
                  <a:pt x="9137" y="306726"/>
                </a:cubicBezTo>
                <a:cubicBezTo>
                  <a:pt x="3046" y="300635"/>
                  <a:pt x="0" y="293274"/>
                  <a:pt x="0" y="284518"/>
                </a:cubicBezTo>
                <a:lnTo>
                  <a:pt x="0" y="31345"/>
                </a:lnTo>
                <a:cubicBezTo>
                  <a:pt x="0" y="22716"/>
                  <a:pt x="3046" y="15228"/>
                  <a:pt x="9137" y="9137"/>
                </a:cubicBezTo>
                <a:cubicBezTo>
                  <a:pt x="15228" y="3046"/>
                  <a:pt x="22589" y="0"/>
                  <a:pt x="31345" y="0"/>
                </a:cubicBezTo>
                <a:lnTo>
                  <a:pt x="1064848" y="0"/>
                </a:lnTo>
                <a:cubicBezTo>
                  <a:pt x="1073477" y="0"/>
                  <a:pt x="1080965" y="3046"/>
                  <a:pt x="1087056" y="9137"/>
                </a:cubicBezTo>
                <a:close/>
              </a:path>
            </a:pathLst>
          </a:custGeom>
          <a:noFill/>
          <a:ln w="12677">
            <a:noFill/>
            <a:prstDash val="solid"/>
          </a:ln>
        </p:spPr>
        <p:txBody>
          <a:bodyPr/>
          <a:lstStyle/>
          <a:p>
            <a:endParaRPr/>
          </a:p>
        </p:txBody>
      </p:sp>
      <p:sp>
        <p:nvSpPr>
          <p:cNvPr id="619" name="Freeform: Shape 618">
            <a:extLst>
              <a:ext uri="{FF2B5EF4-FFF2-40B4-BE49-F238E27FC236}">
                <a16:creationId xmlns:a16="http://schemas.microsoft.com/office/drawing/2014/main" id="{3835DEFC-800C-4835-653D-DC16DA9CDC77}"/>
              </a:ext>
            </a:extLst>
          </p:cNvPr>
          <p:cNvSpPr>
            <a:spLocks noGrp="1"/>
          </p:cNvSpPr>
          <p:nvPr/>
        </p:nvSpPr>
        <p:spPr>
          <a:xfrm>
            <a:off x="7440747" y="1808081"/>
            <a:ext cx="664946" cy="1148469"/>
          </a:xfrm>
          <a:custGeom>
            <a:avLst/>
            <a:gdLst>
              <a:gd name="csX0" fmla="*/ 664340 w 1023223"/>
              <a:gd name="csY0" fmla="*/ 9264 h 1827157"/>
              <a:gd name="csX1" fmla="*/ 686548 w 1023223"/>
              <a:gd name="csY1" fmla="*/ 127 h 1827157"/>
              <a:gd name="csX2" fmla="*/ 991878 w 1023223"/>
              <a:gd name="csY2" fmla="*/ 127 h 1827157"/>
              <a:gd name="csX3" fmla="*/ 1014086 w 1023223"/>
              <a:gd name="csY3" fmla="*/ 9264 h 1827157"/>
              <a:gd name="csX4" fmla="*/ 1023223 w 1023223"/>
              <a:gd name="csY4" fmla="*/ 31472 h 1827157"/>
              <a:gd name="csX5" fmla="*/ 1023223 w 1023223"/>
              <a:gd name="csY5" fmla="*/ 1795813 h 1827157"/>
              <a:gd name="csX6" fmla="*/ 1014086 w 1023223"/>
              <a:gd name="csY6" fmla="*/ 1818021 h 1827157"/>
              <a:gd name="csX7" fmla="*/ 991878 w 1023223"/>
              <a:gd name="csY7" fmla="*/ 1827158 h 1827157"/>
              <a:gd name="csX8" fmla="*/ 686548 w 1023223"/>
              <a:gd name="csY8" fmla="*/ 1827158 h 1827157"/>
              <a:gd name="csX9" fmla="*/ 664340 w 1023223"/>
              <a:gd name="csY9" fmla="*/ 1818021 h 1827157"/>
              <a:gd name="csX10" fmla="*/ 655203 w 1023223"/>
              <a:gd name="csY10" fmla="*/ 1795813 h 1827157"/>
              <a:gd name="csX11" fmla="*/ 655203 w 1023223"/>
              <a:gd name="csY11" fmla="*/ 1083249 h 1827157"/>
              <a:gd name="csX12" fmla="*/ 642132 w 1023223"/>
              <a:gd name="csY12" fmla="*/ 1070178 h 1827157"/>
              <a:gd name="csX13" fmla="*/ 381091 w 1023223"/>
              <a:gd name="csY13" fmla="*/ 1070178 h 1827157"/>
              <a:gd name="csX14" fmla="*/ 368020 w 1023223"/>
              <a:gd name="csY14" fmla="*/ 1083249 h 1827157"/>
              <a:gd name="csX15" fmla="*/ 368020 w 1023223"/>
              <a:gd name="csY15" fmla="*/ 1795813 h 1827157"/>
              <a:gd name="csX16" fmla="*/ 358883 w 1023223"/>
              <a:gd name="csY16" fmla="*/ 1818021 h 1827157"/>
              <a:gd name="csX17" fmla="*/ 336675 w 1023223"/>
              <a:gd name="csY17" fmla="*/ 1827158 h 1827157"/>
              <a:gd name="csX18" fmla="*/ 31345 w 1023223"/>
              <a:gd name="csY18" fmla="*/ 1827158 h 1827157"/>
              <a:gd name="csX19" fmla="*/ 9137 w 1023223"/>
              <a:gd name="csY19" fmla="*/ 1818021 h 1827157"/>
              <a:gd name="csX20" fmla="*/ 0 w 1023223"/>
              <a:gd name="csY20" fmla="*/ 1795813 h 1827157"/>
              <a:gd name="csX21" fmla="*/ 0 w 1023223"/>
              <a:gd name="csY21" fmla="*/ 31345 h 1827157"/>
              <a:gd name="csX22" fmla="*/ 9137 w 1023223"/>
              <a:gd name="csY22" fmla="*/ 9137 h 1827157"/>
              <a:gd name="csX23" fmla="*/ 31345 w 1023223"/>
              <a:gd name="csY23" fmla="*/ 0 h 1827157"/>
              <a:gd name="csX24" fmla="*/ 336675 w 1023223"/>
              <a:gd name="csY24" fmla="*/ 0 h 1827157"/>
              <a:gd name="csX25" fmla="*/ 358883 w 1023223"/>
              <a:gd name="csY25" fmla="*/ 9137 h 1827157"/>
              <a:gd name="csX26" fmla="*/ 368020 w 1023223"/>
              <a:gd name="csY26" fmla="*/ 31345 h 1827157"/>
              <a:gd name="csX27" fmla="*/ 368020 w 1023223"/>
              <a:gd name="csY27" fmla="*/ 741244 h 1827157"/>
              <a:gd name="csX28" fmla="*/ 381091 w 1023223"/>
              <a:gd name="csY28" fmla="*/ 754315 h 1827157"/>
              <a:gd name="csX29" fmla="*/ 642132 w 1023223"/>
              <a:gd name="csY29" fmla="*/ 754315 h 1827157"/>
              <a:gd name="csX30" fmla="*/ 655203 w 1023223"/>
              <a:gd name="csY30" fmla="*/ 741244 h 1827157"/>
              <a:gd name="csX31" fmla="*/ 655203 w 1023223"/>
              <a:gd name="csY31" fmla="*/ 31345 h 1827157"/>
              <a:gd name="csX32" fmla="*/ 664340 w 1023223"/>
              <a:gd name="csY32" fmla="*/ 9137 h 1827157"/>
            </a:gdLst>
            <a:ahLst/>
            <a:cxnLst/>
            <a:rect l="l" t="t" r="r" b="b"/>
            <a:pathLst>
              <a:path w="1023223" h="1827157">
                <a:moveTo>
                  <a:pt x="664340" y="9264"/>
                </a:moveTo>
                <a:cubicBezTo>
                  <a:pt x="670432" y="3173"/>
                  <a:pt x="677792" y="127"/>
                  <a:pt x="686548" y="127"/>
                </a:cubicBezTo>
                <a:lnTo>
                  <a:pt x="991878" y="127"/>
                </a:lnTo>
                <a:cubicBezTo>
                  <a:pt x="1000508" y="127"/>
                  <a:pt x="1007995" y="3173"/>
                  <a:pt x="1014086" y="9264"/>
                </a:cubicBezTo>
                <a:cubicBezTo>
                  <a:pt x="1020178" y="15355"/>
                  <a:pt x="1023223" y="22716"/>
                  <a:pt x="1023223" y="31472"/>
                </a:cubicBezTo>
                <a:lnTo>
                  <a:pt x="1023223" y="1795813"/>
                </a:lnTo>
                <a:cubicBezTo>
                  <a:pt x="1023223" y="1804569"/>
                  <a:pt x="1020178" y="1811929"/>
                  <a:pt x="1014086" y="1818021"/>
                </a:cubicBezTo>
                <a:cubicBezTo>
                  <a:pt x="1007995" y="1824112"/>
                  <a:pt x="1000635" y="1827158"/>
                  <a:pt x="991878" y="1827158"/>
                </a:cubicBezTo>
                <a:lnTo>
                  <a:pt x="686548" y="1827158"/>
                </a:lnTo>
                <a:cubicBezTo>
                  <a:pt x="677792" y="1827158"/>
                  <a:pt x="670432" y="1824112"/>
                  <a:pt x="664340" y="1818021"/>
                </a:cubicBezTo>
                <a:cubicBezTo>
                  <a:pt x="658249" y="1811929"/>
                  <a:pt x="655203" y="1804569"/>
                  <a:pt x="655203" y="1795813"/>
                </a:cubicBezTo>
                <a:lnTo>
                  <a:pt x="655203" y="1083249"/>
                </a:lnTo>
                <a:cubicBezTo>
                  <a:pt x="655203" y="1074620"/>
                  <a:pt x="650888" y="1070178"/>
                  <a:pt x="642132" y="1070178"/>
                </a:cubicBezTo>
                <a:lnTo>
                  <a:pt x="381091" y="1070178"/>
                </a:lnTo>
                <a:cubicBezTo>
                  <a:pt x="372335" y="1070178"/>
                  <a:pt x="368020" y="1074493"/>
                  <a:pt x="368020" y="1083249"/>
                </a:cubicBezTo>
                <a:lnTo>
                  <a:pt x="368020" y="1795813"/>
                </a:lnTo>
                <a:cubicBezTo>
                  <a:pt x="368020" y="1804569"/>
                  <a:pt x="364975" y="1811929"/>
                  <a:pt x="358883" y="1818021"/>
                </a:cubicBezTo>
                <a:cubicBezTo>
                  <a:pt x="352792" y="1824112"/>
                  <a:pt x="345432" y="1827158"/>
                  <a:pt x="336675" y="1827158"/>
                </a:cubicBezTo>
                <a:lnTo>
                  <a:pt x="31345" y="1827158"/>
                </a:lnTo>
                <a:cubicBezTo>
                  <a:pt x="22589" y="1827158"/>
                  <a:pt x="15228" y="1824112"/>
                  <a:pt x="9137" y="1818021"/>
                </a:cubicBezTo>
                <a:cubicBezTo>
                  <a:pt x="3046" y="1811929"/>
                  <a:pt x="0" y="1804569"/>
                  <a:pt x="0" y="1795813"/>
                </a:cubicBezTo>
                <a:lnTo>
                  <a:pt x="0" y="31345"/>
                </a:lnTo>
                <a:cubicBezTo>
                  <a:pt x="0" y="22716"/>
                  <a:pt x="3046" y="15228"/>
                  <a:pt x="9137" y="9137"/>
                </a:cubicBezTo>
                <a:cubicBezTo>
                  <a:pt x="15228" y="3046"/>
                  <a:pt x="22589" y="0"/>
                  <a:pt x="31345" y="0"/>
                </a:cubicBezTo>
                <a:lnTo>
                  <a:pt x="336675" y="0"/>
                </a:lnTo>
                <a:cubicBezTo>
                  <a:pt x="345305" y="0"/>
                  <a:pt x="352792" y="3046"/>
                  <a:pt x="358883" y="9137"/>
                </a:cubicBezTo>
                <a:cubicBezTo>
                  <a:pt x="364975" y="15228"/>
                  <a:pt x="368020" y="22589"/>
                  <a:pt x="368020" y="31345"/>
                </a:cubicBezTo>
                <a:lnTo>
                  <a:pt x="368020" y="741244"/>
                </a:lnTo>
                <a:cubicBezTo>
                  <a:pt x="368020" y="750000"/>
                  <a:pt x="372335" y="754315"/>
                  <a:pt x="381091" y="754315"/>
                </a:cubicBezTo>
                <a:lnTo>
                  <a:pt x="642132" y="754315"/>
                </a:lnTo>
                <a:cubicBezTo>
                  <a:pt x="650762" y="754315"/>
                  <a:pt x="655203" y="750000"/>
                  <a:pt x="655203" y="741244"/>
                </a:cubicBezTo>
                <a:lnTo>
                  <a:pt x="655203" y="31345"/>
                </a:lnTo>
                <a:cubicBezTo>
                  <a:pt x="655203" y="22716"/>
                  <a:pt x="658249" y="15228"/>
                  <a:pt x="664340" y="9137"/>
                </a:cubicBezTo>
                <a:close/>
              </a:path>
            </a:pathLst>
          </a:custGeom>
          <a:solidFill>
            <a:srgbClr val="4B5565"/>
          </a:solidFill>
          <a:ln w="12677">
            <a:noFill/>
            <a:prstDash val="solid"/>
          </a:ln>
        </p:spPr>
        <p:txBody>
          <a:bodyPr/>
          <a:lstStyle/>
          <a:p>
            <a:endParaRPr/>
          </a:p>
        </p:txBody>
      </p:sp>
      <p:sp>
        <p:nvSpPr>
          <p:cNvPr id="620" name="Freeform: Shape 619">
            <a:extLst>
              <a:ext uri="{FF2B5EF4-FFF2-40B4-BE49-F238E27FC236}">
                <a16:creationId xmlns:a16="http://schemas.microsoft.com/office/drawing/2014/main" id="{8A2DF0CD-A295-A98D-FDC1-A17DD187EC7C}"/>
              </a:ext>
            </a:extLst>
          </p:cNvPr>
          <p:cNvSpPr>
            <a:spLocks noGrp="1"/>
          </p:cNvSpPr>
          <p:nvPr/>
        </p:nvSpPr>
        <p:spPr>
          <a:xfrm>
            <a:off x="7539296" y="1862322"/>
            <a:ext cx="34636" cy="33501"/>
          </a:xfrm>
          <a:custGeom>
            <a:avLst/>
            <a:gdLst>
              <a:gd name="csX0" fmla="*/ 53299 w 53299"/>
              <a:gd name="csY0" fmla="*/ 26650 h 53299"/>
              <a:gd name="csX1" fmla="*/ 26650 w 53299"/>
              <a:gd name="csY1" fmla="*/ 53300 h 53299"/>
              <a:gd name="csX2" fmla="*/ 0 w 53299"/>
              <a:gd name="csY2" fmla="*/ 26650 h 53299"/>
              <a:gd name="csX3" fmla="*/ 26650 w 53299"/>
              <a:gd name="csY3" fmla="*/ 0 h 53299"/>
              <a:gd name="csX4" fmla="*/ 53299 w 53299"/>
              <a:gd name="csY4" fmla="*/ 26650 h 53299"/>
            </a:gdLst>
            <a:ahLst/>
            <a:cxnLst/>
            <a:rect l="l" t="t" r="r" b="b"/>
            <a:pathLst>
              <a:path w="53299" h="53299">
                <a:moveTo>
                  <a:pt x="53299" y="26650"/>
                </a:moveTo>
                <a:cubicBezTo>
                  <a:pt x="53299" y="41371"/>
                  <a:pt x="41371" y="53300"/>
                  <a:pt x="26650" y="53300"/>
                </a:cubicBezTo>
                <a:cubicBezTo>
                  <a:pt x="11929" y="53300"/>
                  <a:pt x="0" y="41371"/>
                  <a:pt x="0" y="26650"/>
                </a:cubicBezTo>
                <a:cubicBezTo>
                  <a:pt x="0" y="11929"/>
                  <a:pt x="11929" y="0"/>
                  <a:pt x="26650" y="0"/>
                </a:cubicBezTo>
                <a:cubicBezTo>
                  <a:pt x="41371" y="0"/>
                  <a:pt x="53299" y="11929"/>
                  <a:pt x="53299" y="26650"/>
                </a:cubicBezTo>
                <a:close/>
              </a:path>
            </a:pathLst>
          </a:custGeom>
          <a:solidFill>
            <a:srgbClr val="A6A6A6"/>
          </a:solidFill>
          <a:ln w="12677">
            <a:noFill/>
            <a:prstDash val="solid"/>
          </a:ln>
        </p:spPr>
        <p:txBody>
          <a:bodyPr/>
          <a:lstStyle/>
          <a:p>
            <a:endParaRPr/>
          </a:p>
        </p:txBody>
      </p:sp>
      <p:sp>
        <p:nvSpPr>
          <p:cNvPr id="621" name="Freeform: Shape 620">
            <a:extLst>
              <a:ext uri="{FF2B5EF4-FFF2-40B4-BE49-F238E27FC236}">
                <a16:creationId xmlns:a16="http://schemas.microsoft.com/office/drawing/2014/main" id="{5A99E35B-E22A-799D-DE4B-23D01F05E756}"/>
              </a:ext>
            </a:extLst>
          </p:cNvPr>
          <p:cNvSpPr>
            <a:spLocks noGrp="1"/>
          </p:cNvSpPr>
          <p:nvPr/>
        </p:nvSpPr>
        <p:spPr>
          <a:xfrm>
            <a:off x="7970774" y="1862322"/>
            <a:ext cx="34636" cy="33501"/>
          </a:xfrm>
          <a:custGeom>
            <a:avLst/>
            <a:gdLst>
              <a:gd name="csX0" fmla="*/ 53299 w 53299"/>
              <a:gd name="csY0" fmla="*/ 26650 h 53299"/>
              <a:gd name="csX1" fmla="*/ 26650 w 53299"/>
              <a:gd name="csY1" fmla="*/ 53300 h 53299"/>
              <a:gd name="csX2" fmla="*/ 0 w 53299"/>
              <a:gd name="csY2" fmla="*/ 26650 h 53299"/>
              <a:gd name="csX3" fmla="*/ 26650 w 53299"/>
              <a:gd name="csY3" fmla="*/ 0 h 53299"/>
              <a:gd name="csX4" fmla="*/ 53299 w 53299"/>
              <a:gd name="csY4" fmla="*/ 26650 h 53299"/>
            </a:gdLst>
            <a:ahLst/>
            <a:cxnLst/>
            <a:rect l="l" t="t" r="r" b="b"/>
            <a:pathLst>
              <a:path w="53299" h="53299">
                <a:moveTo>
                  <a:pt x="53299" y="26650"/>
                </a:moveTo>
                <a:cubicBezTo>
                  <a:pt x="53299" y="41371"/>
                  <a:pt x="41371" y="53300"/>
                  <a:pt x="26650" y="53300"/>
                </a:cubicBezTo>
                <a:cubicBezTo>
                  <a:pt x="11929" y="53300"/>
                  <a:pt x="0" y="41371"/>
                  <a:pt x="0" y="26650"/>
                </a:cubicBezTo>
                <a:cubicBezTo>
                  <a:pt x="0" y="11929"/>
                  <a:pt x="11929" y="0"/>
                  <a:pt x="26650" y="0"/>
                </a:cubicBezTo>
                <a:cubicBezTo>
                  <a:pt x="41371" y="0"/>
                  <a:pt x="53299" y="11929"/>
                  <a:pt x="53299" y="26650"/>
                </a:cubicBezTo>
                <a:close/>
              </a:path>
            </a:pathLst>
          </a:custGeom>
          <a:solidFill>
            <a:srgbClr val="A6A6A6"/>
          </a:solidFill>
          <a:ln w="12677">
            <a:noFill/>
            <a:prstDash val="solid"/>
          </a:ln>
        </p:spPr>
        <p:txBody>
          <a:bodyPr/>
          <a:lstStyle/>
          <a:p>
            <a:endParaRPr/>
          </a:p>
        </p:txBody>
      </p:sp>
      <p:sp>
        <p:nvSpPr>
          <p:cNvPr id="616" name="Freeform: Shape 615">
            <a:extLst>
              <a:ext uri="{FF2B5EF4-FFF2-40B4-BE49-F238E27FC236}">
                <a16:creationId xmlns:a16="http://schemas.microsoft.com/office/drawing/2014/main" id="{F995FA2B-805A-7E8A-7749-8FB3EB2A23F9}"/>
              </a:ext>
            </a:extLst>
          </p:cNvPr>
          <p:cNvSpPr>
            <a:spLocks noGrp="1"/>
          </p:cNvSpPr>
          <p:nvPr/>
        </p:nvSpPr>
        <p:spPr>
          <a:xfrm>
            <a:off x="9072558" y="1808081"/>
            <a:ext cx="722509" cy="1148469"/>
          </a:xfrm>
          <a:custGeom>
            <a:avLst/>
            <a:gdLst>
              <a:gd name="csX0" fmla="*/ 755457 w 1111802"/>
              <a:gd name="csY0" fmla="*/ 9264 h 1827157"/>
              <a:gd name="csX1" fmla="*/ 777665 w 1111802"/>
              <a:gd name="csY1" fmla="*/ 127 h 1827157"/>
              <a:gd name="csX2" fmla="*/ 1080457 w 1111802"/>
              <a:gd name="csY2" fmla="*/ 127 h 1827157"/>
              <a:gd name="csX3" fmla="*/ 1102665 w 1111802"/>
              <a:gd name="csY3" fmla="*/ 9264 h 1827157"/>
              <a:gd name="csX4" fmla="*/ 1111802 w 1111802"/>
              <a:gd name="csY4" fmla="*/ 31472 h 1827157"/>
              <a:gd name="csX5" fmla="*/ 1111802 w 1111802"/>
              <a:gd name="csY5" fmla="*/ 1795813 h 1827157"/>
              <a:gd name="csX6" fmla="*/ 1102665 w 1111802"/>
              <a:gd name="csY6" fmla="*/ 1818021 h 1827157"/>
              <a:gd name="csX7" fmla="*/ 1080457 w 1111802"/>
              <a:gd name="csY7" fmla="*/ 1827158 h 1827157"/>
              <a:gd name="csX8" fmla="*/ 735914 w 1111802"/>
              <a:gd name="csY8" fmla="*/ 1827158 h 1827157"/>
              <a:gd name="csX9" fmla="*/ 702030 w 1111802"/>
              <a:gd name="csY9" fmla="*/ 1801016 h 1827157"/>
              <a:gd name="csX10" fmla="*/ 378426 w 1111802"/>
              <a:gd name="csY10" fmla="*/ 790990 h 1827157"/>
              <a:gd name="csX11" fmla="*/ 369289 w 1111802"/>
              <a:gd name="csY11" fmla="*/ 784518 h 1827157"/>
              <a:gd name="csX12" fmla="*/ 362817 w 1111802"/>
              <a:gd name="csY12" fmla="*/ 793655 h 1827157"/>
              <a:gd name="csX13" fmla="*/ 365482 w 1111802"/>
              <a:gd name="csY13" fmla="*/ 1795813 h 1827157"/>
              <a:gd name="csX14" fmla="*/ 356345 w 1111802"/>
              <a:gd name="csY14" fmla="*/ 1818021 h 1827157"/>
              <a:gd name="csX15" fmla="*/ 334137 w 1111802"/>
              <a:gd name="csY15" fmla="*/ 1827158 h 1827157"/>
              <a:gd name="csX16" fmla="*/ 31345 w 1111802"/>
              <a:gd name="csY16" fmla="*/ 1827158 h 1827157"/>
              <a:gd name="csX17" fmla="*/ 9137 w 1111802"/>
              <a:gd name="csY17" fmla="*/ 1818021 h 1827157"/>
              <a:gd name="csX18" fmla="*/ 0 w 1111802"/>
              <a:gd name="csY18" fmla="*/ 1795813 h 1827157"/>
              <a:gd name="csX19" fmla="*/ 0 w 1111802"/>
              <a:gd name="csY19" fmla="*/ 31345 h 1827157"/>
              <a:gd name="csX20" fmla="*/ 9137 w 1111802"/>
              <a:gd name="csY20" fmla="*/ 9137 h 1827157"/>
              <a:gd name="csX21" fmla="*/ 31345 w 1111802"/>
              <a:gd name="csY21" fmla="*/ 0 h 1827157"/>
              <a:gd name="csX22" fmla="*/ 373223 w 1111802"/>
              <a:gd name="csY22" fmla="*/ 0 h 1827157"/>
              <a:gd name="csX23" fmla="*/ 407107 w 1111802"/>
              <a:gd name="csY23" fmla="*/ 26142 h 1827157"/>
              <a:gd name="csX24" fmla="*/ 733376 w 1111802"/>
              <a:gd name="csY24" fmla="*/ 1036168 h 1827157"/>
              <a:gd name="csX25" fmla="*/ 742513 w 1111802"/>
              <a:gd name="csY25" fmla="*/ 1042640 h 1827157"/>
              <a:gd name="csX26" fmla="*/ 749112 w 1111802"/>
              <a:gd name="csY26" fmla="*/ 1033503 h 1827157"/>
              <a:gd name="csX27" fmla="*/ 746447 w 1111802"/>
              <a:gd name="csY27" fmla="*/ 31345 h 1827157"/>
              <a:gd name="csX28" fmla="*/ 755584 w 1111802"/>
              <a:gd name="csY28" fmla="*/ 9137 h 1827157"/>
            </a:gdLst>
            <a:ahLst/>
            <a:cxnLst/>
            <a:rect l="l" t="t" r="r" b="b"/>
            <a:pathLst>
              <a:path w="1111802" h="1827157">
                <a:moveTo>
                  <a:pt x="755457" y="9264"/>
                </a:moveTo>
                <a:cubicBezTo>
                  <a:pt x="761548" y="3173"/>
                  <a:pt x="768909" y="127"/>
                  <a:pt x="777665" y="127"/>
                </a:cubicBezTo>
                <a:lnTo>
                  <a:pt x="1080457" y="127"/>
                </a:lnTo>
                <a:cubicBezTo>
                  <a:pt x="1089086" y="127"/>
                  <a:pt x="1096574" y="3173"/>
                  <a:pt x="1102665" y="9264"/>
                </a:cubicBezTo>
                <a:cubicBezTo>
                  <a:pt x="1108757" y="15355"/>
                  <a:pt x="1111802" y="22716"/>
                  <a:pt x="1111802" y="31472"/>
                </a:cubicBezTo>
                <a:lnTo>
                  <a:pt x="1111802" y="1795813"/>
                </a:lnTo>
                <a:cubicBezTo>
                  <a:pt x="1111802" y="1804569"/>
                  <a:pt x="1108757" y="1811929"/>
                  <a:pt x="1102665" y="1818021"/>
                </a:cubicBezTo>
                <a:cubicBezTo>
                  <a:pt x="1096574" y="1824112"/>
                  <a:pt x="1089213" y="1827158"/>
                  <a:pt x="1080457" y="1827158"/>
                </a:cubicBezTo>
                <a:lnTo>
                  <a:pt x="735914" y="1827158"/>
                </a:lnTo>
                <a:cubicBezTo>
                  <a:pt x="718528" y="1827158"/>
                  <a:pt x="707233" y="1818528"/>
                  <a:pt x="702030" y="1801016"/>
                </a:cubicBezTo>
                <a:lnTo>
                  <a:pt x="378426" y="790990"/>
                </a:lnTo>
                <a:cubicBezTo>
                  <a:pt x="376650" y="785787"/>
                  <a:pt x="373604" y="783630"/>
                  <a:pt x="369289" y="784518"/>
                </a:cubicBezTo>
                <a:cubicBezTo>
                  <a:pt x="364974" y="785406"/>
                  <a:pt x="362817" y="788452"/>
                  <a:pt x="362817" y="793655"/>
                </a:cubicBezTo>
                <a:lnTo>
                  <a:pt x="365482" y="1795813"/>
                </a:lnTo>
                <a:cubicBezTo>
                  <a:pt x="365482" y="1804569"/>
                  <a:pt x="362437" y="1811929"/>
                  <a:pt x="356345" y="1818021"/>
                </a:cubicBezTo>
                <a:cubicBezTo>
                  <a:pt x="350254" y="1824112"/>
                  <a:pt x="342893" y="1827158"/>
                  <a:pt x="334137" y="1827158"/>
                </a:cubicBezTo>
                <a:lnTo>
                  <a:pt x="31345" y="1827158"/>
                </a:lnTo>
                <a:cubicBezTo>
                  <a:pt x="22589" y="1827158"/>
                  <a:pt x="15228" y="1824112"/>
                  <a:pt x="9137" y="1818021"/>
                </a:cubicBezTo>
                <a:cubicBezTo>
                  <a:pt x="3046" y="1811929"/>
                  <a:pt x="0" y="1804569"/>
                  <a:pt x="0" y="1795813"/>
                </a:cubicBezTo>
                <a:lnTo>
                  <a:pt x="0" y="31345"/>
                </a:lnTo>
                <a:cubicBezTo>
                  <a:pt x="0" y="22716"/>
                  <a:pt x="3046" y="15228"/>
                  <a:pt x="9137" y="9137"/>
                </a:cubicBezTo>
                <a:cubicBezTo>
                  <a:pt x="15228" y="3046"/>
                  <a:pt x="22589" y="0"/>
                  <a:pt x="31345" y="0"/>
                </a:cubicBezTo>
                <a:lnTo>
                  <a:pt x="373223" y="0"/>
                </a:lnTo>
                <a:cubicBezTo>
                  <a:pt x="390609" y="0"/>
                  <a:pt x="401903" y="8756"/>
                  <a:pt x="407107" y="26142"/>
                </a:cubicBezTo>
                <a:lnTo>
                  <a:pt x="733376" y="1036168"/>
                </a:lnTo>
                <a:cubicBezTo>
                  <a:pt x="735152" y="1041371"/>
                  <a:pt x="738198" y="1043655"/>
                  <a:pt x="742513" y="1042640"/>
                </a:cubicBezTo>
                <a:cubicBezTo>
                  <a:pt x="746827" y="1041751"/>
                  <a:pt x="749112" y="1038706"/>
                  <a:pt x="749112" y="1033503"/>
                </a:cubicBezTo>
                <a:lnTo>
                  <a:pt x="746447" y="31345"/>
                </a:lnTo>
                <a:cubicBezTo>
                  <a:pt x="746447" y="22716"/>
                  <a:pt x="749493" y="15228"/>
                  <a:pt x="755584" y="9137"/>
                </a:cubicBezTo>
                <a:close/>
              </a:path>
            </a:pathLst>
          </a:custGeom>
          <a:solidFill>
            <a:srgbClr val="4B5565"/>
          </a:solidFill>
          <a:ln w="12677">
            <a:noFill/>
            <a:prstDash val="solid"/>
          </a:ln>
        </p:spPr>
        <p:txBody>
          <a:bodyPr/>
          <a:lstStyle/>
          <a:p>
            <a:endParaRPr/>
          </a:p>
        </p:txBody>
      </p:sp>
      <p:sp>
        <p:nvSpPr>
          <p:cNvPr id="617" name="Freeform: Shape 616">
            <a:extLst>
              <a:ext uri="{FF2B5EF4-FFF2-40B4-BE49-F238E27FC236}">
                <a16:creationId xmlns:a16="http://schemas.microsoft.com/office/drawing/2014/main" id="{BCD54F62-6916-7774-4A98-4FF9F36BB16E}"/>
              </a:ext>
            </a:extLst>
          </p:cNvPr>
          <p:cNvSpPr>
            <a:spLocks noGrp="1"/>
          </p:cNvSpPr>
          <p:nvPr/>
        </p:nvSpPr>
        <p:spPr>
          <a:xfrm>
            <a:off x="9193045" y="1862322"/>
            <a:ext cx="34636" cy="33501"/>
          </a:xfrm>
          <a:custGeom>
            <a:avLst/>
            <a:gdLst>
              <a:gd name="csX0" fmla="*/ 53300 w 53299"/>
              <a:gd name="csY0" fmla="*/ 26650 h 53299"/>
              <a:gd name="csX1" fmla="*/ 26650 w 53299"/>
              <a:gd name="csY1" fmla="*/ 53300 h 53299"/>
              <a:gd name="csX2" fmla="*/ 0 w 53299"/>
              <a:gd name="csY2" fmla="*/ 26650 h 53299"/>
              <a:gd name="csX3" fmla="*/ 26650 w 53299"/>
              <a:gd name="csY3" fmla="*/ 0 h 53299"/>
              <a:gd name="csX4" fmla="*/ 53300 w 53299"/>
              <a:gd name="csY4" fmla="*/ 26650 h 53299"/>
            </a:gdLst>
            <a:ahLst/>
            <a:cxnLst/>
            <a:rect l="l" t="t" r="r" b="b"/>
            <a:pathLst>
              <a:path w="53299" h="53299">
                <a:moveTo>
                  <a:pt x="53300" y="26650"/>
                </a:moveTo>
                <a:cubicBezTo>
                  <a:pt x="53300" y="41371"/>
                  <a:pt x="41371" y="53300"/>
                  <a:pt x="26650" y="53300"/>
                </a:cubicBezTo>
                <a:cubicBezTo>
                  <a:pt x="11929" y="53300"/>
                  <a:pt x="0" y="41371"/>
                  <a:pt x="0" y="26650"/>
                </a:cubicBezTo>
                <a:cubicBezTo>
                  <a:pt x="0" y="11929"/>
                  <a:pt x="11929" y="0"/>
                  <a:pt x="26650" y="0"/>
                </a:cubicBezTo>
                <a:cubicBezTo>
                  <a:pt x="41371" y="0"/>
                  <a:pt x="53300" y="11929"/>
                  <a:pt x="53300" y="26650"/>
                </a:cubicBezTo>
                <a:close/>
              </a:path>
            </a:pathLst>
          </a:custGeom>
          <a:solidFill>
            <a:srgbClr val="A6A6A6"/>
          </a:solidFill>
          <a:ln w="12677">
            <a:noFill/>
            <a:prstDash val="solid"/>
          </a:ln>
        </p:spPr>
        <p:txBody>
          <a:bodyPr/>
          <a:lstStyle/>
          <a:p>
            <a:endParaRPr/>
          </a:p>
        </p:txBody>
      </p:sp>
      <p:sp>
        <p:nvSpPr>
          <p:cNvPr id="618" name="Freeform: Shape 617">
            <a:extLst>
              <a:ext uri="{FF2B5EF4-FFF2-40B4-BE49-F238E27FC236}">
                <a16:creationId xmlns:a16="http://schemas.microsoft.com/office/drawing/2014/main" id="{C379FD07-84EC-E3A0-4D95-4615F6562E23}"/>
              </a:ext>
            </a:extLst>
          </p:cNvPr>
          <p:cNvSpPr>
            <a:spLocks noGrp="1"/>
          </p:cNvSpPr>
          <p:nvPr/>
        </p:nvSpPr>
        <p:spPr>
          <a:xfrm>
            <a:off x="9665591" y="1862322"/>
            <a:ext cx="34636" cy="33501"/>
          </a:xfrm>
          <a:custGeom>
            <a:avLst/>
            <a:gdLst>
              <a:gd name="csX0" fmla="*/ 53299 w 53299"/>
              <a:gd name="csY0" fmla="*/ 26650 h 53299"/>
              <a:gd name="csX1" fmla="*/ 26649 w 53299"/>
              <a:gd name="csY1" fmla="*/ 53300 h 53299"/>
              <a:gd name="csX2" fmla="*/ 0 w 53299"/>
              <a:gd name="csY2" fmla="*/ 26650 h 53299"/>
              <a:gd name="csX3" fmla="*/ 26649 w 53299"/>
              <a:gd name="csY3" fmla="*/ 0 h 53299"/>
              <a:gd name="csX4" fmla="*/ 53299 w 53299"/>
              <a:gd name="csY4" fmla="*/ 26650 h 53299"/>
            </a:gdLst>
            <a:ahLst/>
            <a:cxnLst/>
            <a:rect l="l" t="t" r="r" b="b"/>
            <a:pathLst>
              <a:path w="53299" h="53299">
                <a:moveTo>
                  <a:pt x="53299" y="26650"/>
                </a:moveTo>
                <a:cubicBezTo>
                  <a:pt x="53299" y="41371"/>
                  <a:pt x="41370" y="53300"/>
                  <a:pt x="26649" y="53300"/>
                </a:cubicBezTo>
                <a:cubicBezTo>
                  <a:pt x="11929" y="53300"/>
                  <a:pt x="0" y="41371"/>
                  <a:pt x="0" y="26650"/>
                </a:cubicBezTo>
                <a:cubicBezTo>
                  <a:pt x="0" y="11929"/>
                  <a:pt x="11929" y="0"/>
                  <a:pt x="26649" y="0"/>
                </a:cubicBezTo>
                <a:cubicBezTo>
                  <a:pt x="41370" y="0"/>
                  <a:pt x="53299" y="11929"/>
                  <a:pt x="53299" y="26650"/>
                </a:cubicBezTo>
                <a:close/>
              </a:path>
            </a:pathLst>
          </a:custGeom>
          <a:solidFill>
            <a:srgbClr val="A6A6A6"/>
          </a:solidFill>
          <a:ln w="12677">
            <a:noFill/>
            <a:prstDash val="solid"/>
          </a:ln>
        </p:spPr>
        <p:txBody>
          <a:bodyPr/>
          <a:lstStyle/>
          <a:p>
            <a:endParaRPr/>
          </a:p>
        </p:txBody>
      </p:sp>
      <p:sp>
        <p:nvSpPr>
          <p:cNvPr id="614" name="Freeform: Shape 613">
            <a:extLst>
              <a:ext uri="{FF2B5EF4-FFF2-40B4-BE49-F238E27FC236}">
                <a16:creationId xmlns:a16="http://schemas.microsoft.com/office/drawing/2014/main" id="{D569747E-6BAB-D7C9-364C-DCBC5D654B51}"/>
              </a:ext>
            </a:extLst>
          </p:cNvPr>
          <p:cNvSpPr>
            <a:spLocks noGrp="1"/>
          </p:cNvSpPr>
          <p:nvPr/>
        </p:nvSpPr>
        <p:spPr>
          <a:xfrm>
            <a:off x="8203215" y="1967693"/>
            <a:ext cx="772606" cy="1148309"/>
          </a:xfrm>
          <a:custGeom>
            <a:avLst/>
            <a:gdLst>
              <a:gd name="csX0" fmla="*/ 813004 w 1188892"/>
              <a:gd name="csY0" fmla="*/ 1798224 h 1826903"/>
              <a:gd name="csX1" fmla="*/ 771252 w 1188892"/>
              <a:gd name="csY1" fmla="*/ 1547716 h 1826903"/>
              <a:gd name="csX2" fmla="*/ 755643 w 1188892"/>
              <a:gd name="csY2" fmla="*/ 1534645 h 1826903"/>
              <a:gd name="csX3" fmla="*/ 424171 w 1188892"/>
              <a:gd name="csY3" fmla="*/ 1534645 h 1826903"/>
              <a:gd name="csX4" fmla="*/ 408562 w 1188892"/>
              <a:gd name="csY4" fmla="*/ 1547716 h 1826903"/>
              <a:gd name="csX5" fmla="*/ 366811 w 1188892"/>
              <a:gd name="csY5" fmla="*/ 1798224 h 1826903"/>
              <a:gd name="csX6" fmla="*/ 332927 w 1188892"/>
              <a:gd name="csY6" fmla="*/ 1826904 h 1826903"/>
              <a:gd name="csX7" fmla="*/ 27597 w 1188892"/>
              <a:gd name="csY7" fmla="*/ 1826904 h 1826903"/>
              <a:gd name="csX8" fmla="*/ 1455 w 1188892"/>
              <a:gd name="csY8" fmla="*/ 1793021 h 1826903"/>
              <a:gd name="csX9" fmla="*/ 385085 w 1188892"/>
              <a:gd name="csY9" fmla="*/ 28680 h 1826903"/>
              <a:gd name="csX10" fmla="*/ 418968 w 1188892"/>
              <a:gd name="csY10" fmla="*/ 0 h 1826903"/>
              <a:gd name="csX11" fmla="*/ 771252 w 1188892"/>
              <a:gd name="csY11" fmla="*/ 0 h 1826903"/>
              <a:gd name="csX12" fmla="*/ 805136 w 1188892"/>
              <a:gd name="csY12" fmla="*/ 28680 h 1826903"/>
              <a:gd name="csX13" fmla="*/ 1186227 w 1188892"/>
              <a:gd name="csY13" fmla="*/ 1793021 h 1826903"/>
              <a:gd name="csX14" fmla="*/ 1188892 w 1188892"/>
              <a:gd name="csY14" fmla="*/ 1803427 h 1826903"/>
              <a:gd name="csX15" fmla="*/ 1160212 w 1188892"/>
              <a:gd name="csY15" fmla="*/ 1826904 h 1826903"/>
              <a:gd name="csX16" fmla="*/ 847014 w 1188892"/>
              <a:gd name="csY16" fmla="*/ 1826904 h 1826903"/>
              <a:gd name="csX17" fmla="*/ 813131 w 1188892"/>
              <a:gd name="csY17" fmla="*/ 1798224 h 1826903"/>
              <a:gd name="csX18" fmla="*/ 471126 w 1188892"/>
              <a:gd name="csY18" fmla="*/ 1250127 h 1826903"/>
              <a:gd name="csX19" fmla="*/ 706024 w 1188892"/>
              <a:gd name="csY19" fmla="*/ 1250127 h 1826903"/>
              <a:gd name="csX20" fmla="*/ 716430 w 1188892"/>
              <a:gd name="csY20" fmla="*/ 1237056 h 1826903"/>
              <a:gd name="csX21" fmla="*/ 593715 w 1188892"/>
              <a:gd name="csY21" fmla="*/ 524492 h 1826903"/>
              <a:gd name="csX22" fmla="*/ 585847 w 1188892"/>
              <a:gd name="csY22" fmla="*/ 516625 h 1826903"/>
              <a:gd name="csX23" fmla="*/ 577978 w 1188892"/>
              <a:gd name="csY23" fmla="*/ 524492 h 1826903"/>
              <a:gd name="csX24" fmla="*/ 460592 w 1188892"/>
              <a:gd name="csY24" fmla="*/ 1237056 h 1826903"/>
              <a:gd name="csX25" fmla="*/ 470999 w 1188892"/>
              <a:gd name="csY25" fmla="*/ 1250127 h 1826903"/>
            </a:gdLst>
            <a:ahLst/>
            <a:cxnLst/>
            <a:rect l="l" t="t" r="r" b="b"/>
            <a:pathLst>
              <a:path w="1188892" h="1826903">
                <a:moveTo>
                  <a:pt x="813004" y="1798224"/>
                </a:moveTo>
                <a:lnTo>
                  <a:pt x="771252" y="1547716"/>
                </a:lnTo>
                <a:cubicBezTo>
                  <a:pt x="771252" y="1539087"/>
                  <a:pt x="766049" y="1534645"/>
                  <a:pt x="755643" y="1534645"/>
                </a:cubicBezTo>
                <a:lnTo>
                  <a:pt x="424171" y="1534645"/>
                </a:lnTo>
                <a:cubicBezTo>
                  <a:pt x="413765" y="1534645"/>
                  <a:pt x="408562" y="1538960"/>
                  <a:pt x="408562" y="1547716"/>
                </a:cubicBezTo>
                <a:lnTo>
                  <a:pt x="366811" y="1798224"/>
                </a:lnTo>
                <a:cubicBezTo>
                  <a:pt x="365034" y="1817386"/>
                  <a:pt x="353740" y="1826904"/>
                  <a:pt x="332927" y="1826904"/>
                </a:cubicBezTo>
                <a:lnTo>
                  <a:pt x="27597" y="1826904"/>
                </a:lnTo>
                <a:cubicBezTo>
                  <a:pt x="5009" y="1826904"/>
                  <a:pt x="-3748" y="1815609"/>
                  <a:pt x="1455" y="1793021"/>
                </a:cubicBezTo>
                <a:lnTo>
                  <a:pt x="385085" y="28680"/>
                </a:lnTo>
                <a:cubicBezTo>
                  <a:pt x="388511" y="9518"/>
                  <a:pt x="399806" y="0"/>
                  <a:pt x="418968" y="0"/>
                </a:cubicBezTo>
                <a:lnTo>
                  <a:pt x="771252" y="0"/>
                </a:lnTo>
                <a:cubicBezTo>
                  <a:pt x="790415" y="0"/>
                  <a:pt x="801709" y="9645"/>
                  <a:pt x="805136" y="28680"/>
                </a:cubicBezTo>
                <a:lnTo>
                  <a:pt x="1186227" y="1793021"/>
                </a:lnTo>
                <a:lnTo>
                  <a:pt x="1188892" y="1803427"/>
                </a:lnTo>
                <a:cubicBezTo>
                  <a:pt x="1188892" y="1819036"/>
                  <a:pt x="1179247" y="1826904"/>
                  <a:pt x="1160212" y="1826904"/>
                </a:cubicBezTo>
                <a:lnTo>
                  <a:pt x="847014" y="1826904"/>
                </a:lnTo>
                <a:cubicBezTo>
                  <a:pt x="826075" y="1826904"/>
                  <a:pt x="814780" y="1817386"/>
                  <a:pt x="813131" y="1798224"/>
                </a:cubicBezTo>
                <a:close/>
                <a:moveTo>
                  <a:pt x="471126" y="1250127"/>
                </a:moveTo>
                <a:lnTo>
                  <a:pt x="706024" y="1250127"/>
                </a:lnTo>
                <a:cubicBezTo>
                  <a:pt x="714654" y="1250127"/>
                  <a:pt x="718207" y="1245812"/>
                  <a:pt x="716430" y="1237056"/>
                </a:cubicBezTo>
                <a:lnTo>
                  <a:pt x="593715" y="524492"/>
                </a:lnTo>
                <a:cubicBezTo>
                  <a:pt x="591938" y="519289"/>
                  <a:pt x="589400" y="516625"/>
                  <a:pt x="585847" y="516625"/>
                </a:cubicBezTo>
                <a:cubicBezTo>
                  <a:pt x="582293" y="516625"/>
                  <a:pt x="579755" y="519289"/>
                  <a:pt x="577978" y="524492"/>
                </a:cubicBezTo>
                <a:lnTo>
                  <a:pt x="460592" y="1237056"/>
                </a:lnTo>
                <a:cubicBezTo>
                  <a:pt x="460592" y="1245812"/>
                  <a:pt x="464019" y="1250127"/>
                  <a:pt x="470999" y="1250127"/>
                </a:cubicBezTo>
                <a:close/>
              </a:path>
            </a:pathLst>
          </a:custGeom>
          <a:solidFill>
            <a:srgbClr val="4B5565"/>
          </a:solidFill>
          <a:ln w="12677">
            <a:noFill/>
            <a:prstDash val="solid"/>
          </a:ln>
        </p:spPr>
        <p:txBody>
          <a:bodyPr/>
          <a:lstStyle/>
          <a:p>
            <a:endParaRPr/>
          </a:p>
        </p:txBody>
      </p:sp>
      <p:sp>
        <p:nvSpPr>
          <p:cNvPr id="615" name="Freeform: Shape 614">
            <a:extLst>
              <a:ext uri="{FF2B5EF4-FFF2-40B4-BE49-F238E27FC236}">
                <a16:creationId xmlns:a16="http://schemas.microsoft.com/office/drawing/2014/main" id="{19485CDA-7920-0B5F-DD52-AA84D7EC4099}"/>
              </a:ext>
            </a:extLst>
          </p:cNvPr>
          <p:cNvSpPr>
            <a:spLocks noGrp="1"/>
          </p:cNvSpPr>
          <p:nvPr/>
        </p:nvSpPr>
        <p:spPr>
          <a:xfrm>
            <a:off x="8572137" y="2041476"/>
            <a:ext cx="34636" cy="33501"/>
          </a:xfrm>
          <a:custGeom>
            <a:avLst/>
            <a:gdLst>
              <a:gd name="csX0" fmla="*/ 53300 w 53299"/>
              <a:gd name="csY0" fmla="*/ 26650 h 53299"/>
              <a:gd name="csX1" fmla="*/ 26650 w 53299"/>
              <a:gd name="csY1" fmla="*/ 53300 h 53299"/>
              <a:gd name="csX2" fmla="*/ 0 w 53299"/>
              <a:gd name="csY2" fmla="*/ 26650 h 53299"/>
              <a:gd name="csX3" fmla="*/ 26650 w 53299"/>
              <a:gd name="csY3" fmla="*/ 0 h 53299"/>
              <a:gd name="csX4" fmla="*/ 53300 w 53299"/>
              <a:gd name="csY4" fmla="*/ 26650 h 53299"/>
            </a:gdLst>
            <a:ahLst/>
            <a:cxnLst/>
            <a:rect l="l" t="t" r="r" b="b"/>
            <a:pathLst>
              <a:path w="53299" h="53299">
                <a:moveTo>
                  <a:pt x="53300" y="26650"/>
                </a:moveTo>
                <a:cubicBezTo>
                  <a:pt x="53300" y="41371"/>
                  <a:pt x="41371" y="53300"/>
                  <a:pt x="26650" y="53300"/>
                </a:cubicBezTo>
                <a:cubicBezTo>
                  <a:pt x="11929" y="53300"/>
                  <a:pt x="0" y="41371"/>
                  <a:pt x="0" y="26650"/>
                </a:cubicBezTo>
                <a:cubicBezTo>
                  <a:pt x="0" y="11929"/>
                  <a:pt x="11929" y="0"/>
                  <a:pt x="26650" y="0"/>
                </a:cubicBezTo>
                <a:cubicBezTo>
                  <a:pt x="41371" y="0"/>
                  <a:pt x="53300" y="11929"/>
                  <a:pt x="53300" y="26650"/>
                </a:cubicBezTo>
                <a:close/>
              </a:path>
            </a:pathLst>
          </a:custGeom>
          <a:solidFill>
            <a:srgbClr val="A6A6A6"/>
          </a:solidFill>
          <a:ln w="12677">
            <a:noFill/>
            <a:prstDash val="solid"/>
          </a:ln>
        </p:spPr>
        <p:txBody>
          <a:bodyPr/>
          <a:lstStyle/>
          <a:p>
            <a:endParaRPr/>
          </a:p>
        </p:txBody>
      </p:sp>
      <p:sp>
        <p:nvSpPr>
          <p:cNvPr id="611" name="Freeform: Shape 610">
            <a:extLst>
              <a:ext uri="{FF2B5EF4-FFF2-40B4-BE49-F238E27FC236}">
                <a16:creationId xmlns:a16="http://schemas.microsoft.com/office/drawing/2014/main" id="{43F66CFF-FA6F-8685-1439-0A6B973F39D5}"/>
              </a:ext>
            </a:extLst>
          </p:cNvPr>
          <p:cNvSpPr>
            <a:spLocks noGrp="1"/>
          </p:cNvSpPr>
          <p:nvPr/>
        </p:nvSpPr>
        <p:spPr>
          <a:xfrm>
            <a:off x="9944253" y="1967614"/>
            <a:ext cx="732653" cy="1148389"/>
          </a:xfrm>
          <a:custGeom>
            <a:avLst/>
            <a:gdLst>
              <a:gd name="csX0" fmla="*/ 9137 w 1127411"/>
              <a:gd name="csY0" fmla="*/ 1817894 h 1827030"/>
              <a:gd name="csX1" fmla="*/ 0 w 1127411"/>
              <a:gd name="csY1" fmla="*/ 1795686 h 1827030"/>
              <a:gd name="csX2" fmla="*/ 0 w 1127411"/>
              <a:gd name="csY2" fmla="*/ 31345 h 1827030"/>
              <a:gd name="csX3" fmla="*/ 9137 w 1127411"/>
              <a:gd name="csY3" fmla="*/ 9137 h 1827030"/>
              <a:gd name="csX4" fmla="*/ 31345 w 1127411"/>
              <a:gd name="csY4" fmla="*/ 0 h 1827030"/>
              <a:gd name="csX5" fmla="*/ 336676 w 1127411"/>
              <a:gd name="csY5" fmla="*/ 0 h 1827030"/>
              <a:gd name="csX6" fmla="*/ 358884 w 1127411"/>
              <a:gd name="csY6" fmla="*/ 9137 h 1827030"/>
              <a:gd name="csX7" fmla="*/ 368020 w 1127411"/>
              <a:gd name="csY7" fmla="*/ 31345 h 1827030"/>
              <a:gd name="csX8" fmla="*/ 368020 w 1127411"/>
              <a:gd name="csY8" fmla="*/ 689086 h 1827030"/>
              <a:gd name="csX9" fmla="*/ 374493 w 1127411"/>
              <a:gd name="csY9" fmla="*/ 700889 h 1827030"/>
              <a:gd name="csX10" fmla="*/ 383629 w 1127411"/>
              <a:gd name="csY10" fmla="*/ 691751 h 1827030"/>
              <a:gd name="csX11" fmla="*/ 720305 w 1127411"/>
              <a:gd name="csY11" fmla="*/ 23604 h 1827030"/>
              <a:gd name="csX12" fmla="*/ 756853 w 1127411"/>
              <a:gd name="csY12" fmla="*/ 127 h 1827030"/>
              <a:gd name="csX13" fmla="*/ 1080457 w 1127411"/>
              <a:gd name="csY13" fmla="*/ 127 h 1827030"/>
              <a:gd name="csX14" fmla="*/ 1105204 w 1127411"/>
              <a:gd name="csY14" fmla="*/ 9264 h 1827030"/>
              <a:gd name="csX15" fmla="*/ 1103934 w 1127411"/>
              <a:gd name="csY15" fmla="*/ 36675 h 1827030"/>
              <a:gd name="csX16" fmla="*/ 717640 w 1127411"/>
              <a:gd name="csY16" fmla="*/ 788325 h 1827030"/>
              <a:gd name="csX17" fmla="*/ 714975 w 1127411"/>
              <a:gd name="csY17" fmla="*/ 803934 h 1827030"/>
              <a:gd name="csX18" fmla="*/ 1124747 w 1127411"/>
              <a:gd name="csY18" fmla="*/ 1790483 h 1827030"/>
              <a:gd name="csX19" fmla="*/ 1127412 w 1127411"/>
              <a:gd name="csY19" fmla="*/ 1806092 h 1827030"/>
              <a:gd name="csX20" fmla="*/ 1101270 w 1127411"/>
              <a:gd name="csY20" fmla="*/ 1827031 h 1827030"/>
              <a:gd name="csX21" fmla="*/ 775000 w 1127411"/>
              <a:gd name="csY21" fmla="*/ 1827031 h 1827030"/>
              <a:gd name="csX22" fmla="*/ 738452 w 1127411"/>
              <a:gd name="csY22" fmla="*/ 1803554 h 1827030"/>
              <a:gd name="csX23" fmla="*/ 467005 w 1127411"/>
              <a:gd name="csY23" fmla="*/ 1119797 h 1827030"/>
              <a:gd name="csX24" fmla="*/ 459137 w 1127411"/>
              <a:gd name="csY24" fmla="*/ 1113325 h 1827030"/>
              <a:gd name="csX25" fmla="*/ 448731 w 1127411"/>
              <a:gd name="csY25" fmla="*/ 1119797 h 1827030"/>
              <a:gd name="csX26" fmla="*/ 373097 w 1127411"/>
              <a:gd name="csY26" fmla="*/ 1255457 h 1827030"/>
              <a:gd name="csX27" fmla="*/ 367893 w 1127411"/>
              <a:gd name="csY27" fmla="*/ 1271066 h 1827030"/>
              <a:gd name="csX28" fmla="*/ 367893 w 1127411"/>
              <a:gd name="csY28" fmla="*/ 1795686 h 1827030"/>
              <a:gd name="csX29" fmla="*/ 358757 w 1127411"/>
              <a:gd name="csY29" fmla="*/ 1817894 h 1827030"/>
              <a:gd name="csX30" fmla="*/ 336549 w 1127411"/>
              <a:gd name="csY30" fmla="*/ 1827031 h 1827030"/>
              <a:gd name="csX31" fmla="*/ 31219 w 1127411"/>
              <a:gd name="csY31" fmla="*/ 1827031 h 1827030"/>
              <a:gd name="csX32" fmla="*/ 9010 w 1127411"/>
              <a:gd name="csY32" fmla="*/ 1817894 h 1827030"/>
            </a:gdLst>
            <a:ahLst/>
            <a:cxnLst/>
            <a:rect l="l" t="t" r="r" b="b"/>
            <a:pathLst>
              <a:path w="1127411" h="1827030">
                <a:moveTo>
                  <a:pt x="9137" y="1817894"/>
                </a:moveTo>
                <a:cubicBezTo>
                  <a:pt x="3046" y="1811802"/>
                  <a:pt x="0" y="1804442"/>
                  <a:pt x="0" y="1795686"/>
                </a:cubicBezTo>
                <a:lnTo>
                  <a:pt x="0" y="31345"/>
                </a:lnTo>
                <a:cubicBezTo>
                  <a:pt x="0" y="22716"/>
                  <a:pt x="3046" y="15228"/>
                  <a:pt x="9137" y="9137"/>
                </a:cubicBezTo>
                <a:cubicBezTo>
                  <a:pt x="15229" y="3046"/>
                  <a:pt x="22589" y="0"/>
                  <a:pt x="31345" y="0"/>
                </a:cubicBezTo>
                <a:lnTo>
                  <a:pt x="336676" y="0"/>
                </a:lnTo>
                <a:cubicBezTo>
                  <a:pt x="345305" y="0"/>
                  <a:pt x="352792" y="3046"/>
                  <a:pt x="358884" y="9137"/>
                </a:cubicBezTo>
                <a:cubicBezTo>
                  <a:pt x="364975" y="15228"/>
                  <a:pt x="368020" y="22589"/>
                  <a:pt x="368020" y="31345"/>
                </a:cubicBezTo>
                <a:lnTo>
                  <a:pt x="368020" y="689086"/>
                </a:lnTo>
                <a:cubicBezTo>
                  <a:pt x="368020" y="696066"/>
                  <a:pt x="370178" y="700000"/>
                  <a:pt x="374493" y="700889"/>
                </a:cubicBezTo>
                <a:cubicBezTo>
                  <a:pt x="378808" y="701777"/>
                  <a:pt x="381853" y="698731"/>
                  <a:pt x="383629" y="691751"/>
                </a:cubicBezTo>
                <a:lnTo>
                  <a:pt x="720305" y="23604"/>
                </a:lnTo>
                <a:cubicBezTo>
                  <a:pt x="728934" y="7995"/>
                  <a:pt x="741244" y="127"/>
                  <a:pt x="756853" y="127"/>
                </a:cubicBezTo>
                <a:lnTo>
                  <a:pt x="1080457" y="127"/>
                </a:lnTo>
                <a:cubicBezTo>
                  <a:pt x="1092640" y="127"/>
                  <a:pt x="1100889" y="3173"/>
                  <a:pt x="1105204" y="9264"/>
                </a:cubicBezTo>
                <a:cubicBezTo>
                  <a:pt x="1109518" y="15355"/>
                  <a:pt x="1109138" y="24492"/>
                  <a:pt x="1103934" y="36675"/>
                </a:cubicBezTo>
                <a:lnTo>
                  <a:pt x="717640" y="788325"/>
                </a:lnTo>
                <a:cubicBezTo>
                  <a:pt x="715864" y="795305"/>
                  <a:pt x="714975" y="800508"/>
                  <a:pt x="714975" y="803934"/>
                </a:cubicBezTo>
                <a:lnTo>
                  <a:pt x="1124747" y="1790483"/>
                </a:lnTo>
                <a:cubicBezTo>
                  <a:pt x="1126396" y="1794036"/>
                  <a:pt x="1127412" y="1799239"/>
                  <a:pt x="1127412" y="1806092"/>
                </a:cubicBezTo>
                <a:cubicBezTo>
                  <a:pt x="1127412" y="1820051"/>
                  <a:pt x="1118655" y="1827031"/>
                  <a:pt x="1101270" y="1827031"/>
                </a:cubicBezTo>
                <a:lnTo>
                  <a:pt x="775000" y="1827031"/>
                </a:lnTo>
                <a:cubicBezTo>
                  <a:pt x="755838" y="1827031"/>
                  <a:pt x="743655" y="1819163"/>
                  <a:pt x="738452" y="1803554"/>
                </a:cubicBezTo>
                <a:lnTo>
                  <a:pt x="467005" y="1119797"/>
                </a:lnTo>
                <a:cubicBezTo>
                  <a:pt x="465229" y="1114594"/>
                  <a:pt x="462691" y="1112437"/>
                  <a:pt x="459137" y="1113325"/>
                </a:cubicBezTo>
                <a:cubicBezTo>
                  <a:pt x="455584" y="1114214"/>
                  <a:pt x="452158" y="1116371"/>
                  <a:pt x="448731" y="1119797"/>
                </a:cubicBezTo>
                <a:lnTo>
                  <a:pt x="373097" y="1255457"/>
                </a:lnTo>
                <a:cubicBezTo>
                  <a:pt x="369543" y="1262437"/>
                  <a:pt x="367893" y="1267640"/>
                  <a:pt x="367893" y="1271066"/>
                </a:cubicBezTo>
                <a:lnTo>
                  <a:pt x="367893" y="1795686"/>
                </a:lnTo>
                <a:cubicBezTo>
                  <a:pt x="367893" y="1804442"/>
                  <a:pt x="364848" y="1811802"/>
                  <a:pt x="358757" y="1817894"/>
                </a:cubicBezTo>
                <a:cubicBezTo>
                  <a:pt x="352665" y="1823985"/>
                  <a:pt x="345305" y="1827031"/>
                  <a:pt x="336549" y="1827031"/>
                </a:cubicBezTo>
                <a:lnTo>
                  <a:pt x="31219" y="1827031"/>
                </a:lnTo>
                <a:cubicBezTo>
                  <a:pt x="22462" y="1827031"/>
                  <a:pt x="15102" y="1823985"/>
                  <a:pt x="9010" y="1817894"/>
                </a:cubicBezTo>
                <a:close/>
              </a:path>
            </a:pathLst>
          </a:custGeom>
          <a:solidFill>
            <a:srgbClr val="4B5565"/>
          </a:solidFill>
          <a:ln w="12677">
            <a:noFill/>
            <a:prstDash val="solid"/>
          </a:ln>
        </p:spPr>
        <p:txBody>
          <a:bodyPr/>
          <a:lstStyle/>
          <a:p>
            <a:endParaRPr/>
          </a:p>
        </p:txBody>
      </p:sp>
      <p:sp>
        <p:nvSpPr>
          <p:cNvPr id="612" name="Freeform: Shape 611">
            <a:extLst>
              <a:ext uri="{FF2B5EF4-FFF2-40B4-BE49-F238E27FC236}">
                <a16:creationId xmlns:a16="http://schemas.microsoft.com/office/drawing/2014/main" id="{74552683-01D0-354D-FF38-8CDEFB26104B}"/>
              </a:ext>
            </a:extLst>
          </p:cNvPr>
          <p:cNvSpPr>
            <a:spLocks noGrp="1"/>
          </p:cNvSpPr>
          <p:nvPr/>
        </p:nvSpPr>
        <p:spPr>
          <a:xfrm>
            <a:off x="10050391" y="2041476"/>
            <a:ext cx="34636" cy="33501"/>
          </a:xfrm>
          <a:custGeom>
            <a:avLst/>
            <a:gdLst>
              <a:gd name="csX0" fmla="*/ 53300 w 53299"/>
              <a:gd name="csY0" fmla="*/ 26650 h 53299"/>
              <a:gd name="csX1" fmla="*/ 26650 w 53299"/>
              <a:gd name="csY1" fmla="*/ 53300 h 53299"/>
              <a:gd name="csX2" fmla="*/ 0 w 53299"/>
              <a:gd name="csY2" fmla="*/ 26650 h 53299"/>
              <a:gd name="csX3" fmla="*/ 26650 w 53299"/>
              <a:gd name="csY3" fmla="*/ 0 h 53299"/>
              <a:gd name="csX4" fmla="*/ 53300 w 53299"/>
              <a:gd name="csY4" fmla="*/ 26650 h 53299"/>
            </a:gdLst>
            <a:ahLst/>
            <a:cxnLst/>
            <a:rect l="l" t="t" r="r" b="b"/>
            <a:pathLst>
              <a:path w="53299" h="53299">
                <a:moveTo>
                  <a:pt x="53300" y="26650"/>
                </a:moveTo>
                <a:cubicBezTo>
                  <a:pt x="53300" y="41371"/>
                  <a:pt x="41371" y="53300"/>
                  <a:pt x="26650" y="53300"/>
                </a:cubicBezTo>
                <a:cubicBezTo>
                  <a:pt x="11929" y="53300"/>
                  <a:pt x="0" y="41371"/>
                  <a:pt x="0" y="26650"/>
                </a:cubicBezTo>
                <a:cubicBezTo>
                  <a:pt x="0" y="11929"/>
                  <a:pt x="11929" y="0"/>
                  <a:pt x="26650" y="0"/>
                </a:cubicBezTo>
                <a:cubicBezTo>
                  <a:pt x="41371" y="0"/>
                  <a:pt x="53300" y="11929"/>
                  <a:pt x="53300" y="26650"/>
                </a:cubicBezTo>
                <a:close/>
              </a:path>
            </a:pathLst>
          </a:custGeom>
          <a:solidFill>
            <a:srgbClr val="A6A6A6"/>
          </a:solidFill>
          <a:ln w="12677">
            <a:noFill/>
            <a:prstDash val="solid"/>
          </a:ln>
        </p:spPr>
        <p:txBody>
          <a:bodyPr/>
          <a:lstStyle/>
          <a:p>
            <a:endParaRPr/>
          </a:p>
        </p:txBody>
      </p:sp>
      <p:sp>
        <p:nvSpPr>
          <p:cNvPr id="613" name="Freeform: Shape 612">
            <a:extLst>
              <a:ext uri="{FF2B5EF4-FFF2-40B4-BE49-F238E27FC236}">
                <a16:creationId xmlns:a16="http://schemas.microsoft.com/office/drawing/2014/main" id="{A4FCBEAA-C537-56E0-9F44-43B068CA6B26}"/>
              </a:ext>
            </a:extLst>
          </p:cNvPr>
          <p:cNvSpPr>
            <a:spLocks noGrp="1"/>
          </p:cNvSpPr>
          <p:nvPr/>
        </p:nvSpPr>
        <p:spPr>
          <a:xfrm>
            <a:off x="10494733" y="2041476"/>
            <a:ext cx="34636" cy="33501"/>
          </a:xfrm>
          <a:custGeom>
            <a:avLst/>
            <a:gdLst>
              <a:gd name="csX0" fmla="*/ 53300 w 53299"/>
              <a:gd name="csY0" fmla="*/ 26650 h 53299"/>
              <a:gd name="csX1" fmla="*/ 26650 w 53299"/>
              <a:gd name="csY1" fmla="*/ 53300 h 53299"/>
              <a:gd name="csX2" fmla="*/ 0 w 53299"/>
              <a:gd name="csY2" fmla="*/ 26650 h 53299"/>
              <a:gd name="csX3" fmla="*/ 26650 w 53299"/>
              <a:gd name="csY3" fmla="*/ 0 h 53299"/>
              <a:gd name="csX4" fmla="*/ 53300 w 53299"/>
              <a:gd name="csY4" fmla="*/ 26650 h 53299"/>
            </a:gdLst>
            <a:ahLst/>
            <a:cxnLst/>
            <a:rect l="l" t="t" r="r" b="b"/>
            <a:pathLst>
              <a:path w="53299" h="53299">
                <a:moveTo>
                  <a:pt x="53300" y="26650"/>
                </a:moveTo>
                <a:cubicBezTo>
                  <a:pt x="53300" y="41371"/>
                  <a:pt x="41371" y="53300"/>
                  <a:pt x="26650" y="53300"/>
                </a:cubicBezTo>
                <a:cubicBezTo>
                  <a:pt x="11929" y="53300"/>
                  <a:pt x="0" y="41371"/>
                  <a:pt x="0" y="26650"/>
                </a:cubicBezTo>
                <a:cubicBezTo>
                  <a:pt x="0" y="11929"/>
                  <a:pt x="11929" y="0"/>
                  <a:pt x="26650" y="0"/>
                </a:cubicBezTo>
                <a:cubicBezTo>
                  <a:pt x="41371" y="0"/>
                  <a:pt x="53300" y="11929"/>
                  <a:pt x="53300" y="26650"/>
                </a:cubicBezTo>
                <a:close/>
              </a:path>
            </a:pathLst>
          </a:custGeom>
          <a:solidFill>
            <a:srgbClr val="A6A6A6"/>
          </a:solidFill>
          <a:ln w="12677">
            <a:noFill/>
            <a:prstDash val="solid"/>
          </a:ln>
        </p:spPr>
        <p:txBody>
          <a:bodyPr/>
          <a:lstStyle/>
          <a:p>
            <a:endParaRPr/>
          </a:p>
        </p:txBody>
      </p:sp>
      <p:sp>
        <p:nvSpPr>
          <p:cNvPr id="608" name="Freeform: Shape 607">
            <a:extLst>
              <a:ext uri="{FF2B5EF4-FFF2-40B4-BE49-F238E27FC236}">
                <a16:creationId xmlns:a16="http://schemas.microsoft.com/office/drawing/2014/main" id="{4841D553-86E6-640D-492D-037C4FCE48BB}"/>
              </a:ext>
            </a:extLst>
          </p:cNvPr>
          <p:cNvSpPr>
            <a:spLocks noGrp="1"/>
          </p:cNvSpPr>
          <p:nvPr/>
        </p:nvSpPr>
        <p:spPr>
          <a:xfrm>
            <a:off x="7488248" y="3342299"/>
            <a:ext cx="722268" cy="1146634"/>
          </a:xfrm>
          <a:custGeom>
            <a:avLst/>
            <a:gdLst>
              <a:gd name="csX0" fmla="*/ 379823 w 1111431"/>
              <a:gd name="csY0" fmla="*/ 1815102 h 1824238"/>
              <a:gd name="csX1" fmla="*/ 370685 w 1111431"/>
              <a:gd name="csY1" fmla="*/ 1792894 h 1824238"/>
              <a:gd name="csX2" fmla="*/ 370685 w 1111431"/>
              <a:gd name="csY2" fmla="*/ 1114340 h 1824238"/>
              <a:gd name="csX3" fmla="*/ 368020 w 1111431"/>
              <a:gd name="csY3" fmla="*/ 1098731 h 1824238"/>
              <a:gd name="csX4" fmla="*/ 2665 w 1111431"/>
              <a:gd name="csY4" fmla="*/ 36548 h 1824238"/>
              <a:gd name="csX5" fmla="*/ 0 w 1111431"/>
              <a:gd name="csY5" fmla="*/ 23477 h 1824238"/>
              <a:gd name="csX6" fmla="*/ 28680 w 1111431"/>
              <a:gd name="csY6" fmla="*/ 0 h 1824238"/>
              <a:gd name="csX7" fmla="*/ 349746 w 1111431"/>
              <a:gd name="csY7" fmla="*/ 0 h 1824238"/>
              <a:gd name="csX8" fmla="*/ 386295 w 1111431"/>
              <a:gd name="csY8" fmla="*/ 26142 h 1824238"/>
              <a:gd name="csX9" fmla="*/ 548097 w 1111431"/>
              <a:gd name="csY9" fmla="*/ 649873 h 1824238"/>
              <a:gd name="csX10" fmla="*/ 555965 w 1111431"/>
              <a:gd name="csY10" fmla="*/ 657741 h 1824238"/>
              <a:gd name="csX11" fmla="*/ 563833 w 1111431"/>
              <a:gd name="csY11" fmla="*/ 649873 h 1824238"/>
              <a:gd name="csX12" fmla="*/ 725635 w 1111431"/>
              <a:gd name="csY12" fmla="*/ 26142 h 1824238"/>
              <a:gd name="csX13" fmla="*/ 762183 w 1111431"/>
              <a:gd name="csY13" fmla="*/ 0 h 1824238"/>
              <a:gd name="csX14" fmla="*/ 1083249 w 1111431"/>
              <a:gd name="csY14" fmla="*/ 0 h 1824238"/>
              <a:gd name="csX15" fmla="*/ 1106726 w 1111431"/>
              <a:gd name="csY15" fmla="*/ 9137 h 1824238"/>
              <a:gd name="csX16" fmla="*/ 1109391 w 1111431"/>
              <a:gd name="csY16" fmla="*/ 36548 h 1824238"/>
              <a:gd name="csX17" fmla="*/ 741371 w 1111431"/>
              <a:gd name="csY17" fmla="*/ 1098731 h 1824238"/>
              <a:gd name="csX18" fmla="*/ 738706 w 1111431"/>
              <a:gd name="csY18" fmla="*/ 1114340 h 1824238"/>
              <a:gd name="csX19" fmla="*/ 738706 w 1111431"/>
              <a:gd name="csY19" fmla="*/ 1792894 h 1824238"/>
              <a:gd name="csX20" fmla="*/ 729569 w 1111431"/>
              <a:gd name="csY20" fmla="*/ 1815102 h 1824238"/>
              <a:gd name="csX21" fmla="*/ 707360 w 1111431"/>
              <a:gd name="csY21" fmla="*/ 1824239 h 1824238"/>
              <a:gd name="csX22" fmla="*/ 402031 w 1111431"/>
              <a:gd name="csY22" fmla="*/ 1824239 h 1824238"/>
              <a:gd name="csX23" fmla="*/ 379823 w 1111431"/>
              <a:gd name="csY23" fmla="*/ 1815102 h 1824238"/>
            </a:gdLst>
            <a:ahLst/>
            <a:cxnLst/>
            <a:rect l="l" t="t" r="r" b="b"/>
            <a:pathLst>
              <a:path w="1111431" h="1824238">
                <a:moveTo>
                  <a:pt x="379823" y="1815102"/>
                </a:moveTo>
                <a:cubicBezTo>
                  <a:pt x="373731" y="1809011"/>
                  <a:pt x="370685" y="1801650"/>
                  <a:pt x="370685" y="1792894"/>
                </a:cubicBezTo>
                <a:lnTo>
                  <a:pt x="370685" y="1114340"/>
                </a:lnTo>
                <a:lnTo>
                  <a:pt x="368020" y="1098731"/>
                </a:lnTo>
                <a:lnTo>
                  <a:pt x="2665" y="36548"/>
                </a:lnTo>
                <a:cubicBezTo>
                  <a:pt x="888" y="33122"/>
                  <a:pt x="0" y="28680"/>
                  <a:pt x="0" y="23477"/>
                </a:cubicBezTo>
                <a:cubicBezTo>
                  <a:pt x="0" y="7868"/>
                  <a:pt x="9518" y="0"/>
                  <a:pt x="28680" y="0"/>
                </a:cubicBezTo>
                <a:lnTo>
                  <a:pt x="349746" y="0"/>
                </a:lnTo>
                <a:cubicBezTo>
                  <a:pt x="368909" y="0"/>
                  <a:pt x="381091" y="8756"/>
                  <a:pt x="386295" y="26142"/>
                </a:cubicBezTo>
                <a:lnTo>
                  <a:pt x="548097" y="649873"/>
                </a:lnTo>
                <a:cubicBezTo>
                  <a:pt x="549746" y="655076"/>
                  <a:pt x="552411" y="657741"/>
                  <a:pt x="555965" y="657741"/>
                </a:cubicBezTo>
                <a:cubicBezTo>
                  <a:pt x="559518" y="657741"/>
                  <a:pt x="562056" y="655076"/>
                  <a:pt x="563833" y="649873"/>
                </a:cubicBezTo>
                <a:lnTo>
                  <a:pt x="725635" y="26142"/>
                </a:lnTo>
                <a:cubicBezTo>
                  <a:pt x="730838" y="8756"/>
                  <a:pt x="743021" y="0"/>
                  <a:pt x="762183" y="0"/>
                </a:cubicBezTo>
                <a:lnTo>
                  <a:pt x="1083249" y="0"/>
                </a:lnTo>
                <a:cubicBezTo>
                  <a:pt x="1093655" y="0"/>
                  <a:pt x="1101523" y="3046"/>
                  <a:pt x="1106726" y="9137"/>
                </a:cubicBezTo>
                <a:cubicBezTo>
                  <a:pt x="1111929" y="15228"/>
                  <a:pt x="1112818" y="24365"/>
                  <a:pt x="1109391" y="36548"/>
                </a:cubicBezTo>
                <a:lnTo>
                  <a:pt x="741371" y="1098731"/>
                </a:lnTo>
                <a:lnTo>
                  <a:pt x="738706" y="1114340"/>
                </a:lnTo>
                <a:lnTo>
                  <a:pt x="738706" y="1792894"/>
                </a:lnTo>
                <a:cubicBezTo>
                  <a:pt x="738706" y="1801650"/>
                  <a:pt x="735660" y="1809011"/>
                  <a:pt x="729569" y="1815102"/>
                </a:cubicBezTo>
                <a:cubicBezTo>
                  <a:pt x="723477" y="1821193"/>
                  <a:pt x="716117" y="1824239"/>
                  <a:pt x="707360" y="1824239"/>
                </a:cubicBezTo>
                <a:lnTo>
                  <a:pt x="402031" y="1824239"/>
                </a:lnTo>
                <a:cubicBezTo>
                  <a:pt x="393274" y="1824239"/>
                  <a:pt x="385914" y="1821193"/>
                  <a:pt x="379823" y="1815102"/>
                </a:cubicBezTo>
                <a:close/>
              </a:path>
            </a:pathLst>
          </a:custGeom>
          <a:solidFill>
            <a:srgbClr val="4B5565"/>
          </a:solidFill>
          <a:ln w="12677">
            <a:noFill/>
            <a:prstDash val="solid"/>
          </a:ln>
        </p:spPr>
        <p:txBody>
          <a:bodyPr/>
          <a:lstStyle/>
          <a:p>
            <a:endParaRPr/>
          </a:p>
        </p:txBody>
      </p:sp>
      <p:sp>
        <p:nvSpPr>
          <p:cNvPr id="609" name="Freeform: Shape 608">
            <a:extLst>
              <a:ext uri="{FF2B5EF4-FFF2-40B4-BE49-F238E27FC236}">
                <a16:creationId xmlns:a16="http://schemas.microsoft.com/office/drawing/2014/main" id="{ED58AF2D-7EAE-ED3C-BB80-50276D50566A}"/>
              </a:ext>
            </a:extLst>
          </p:cNvPr>
          <p:cNvSpPr>
            <a:spLocks noGrp="1"/>
          </p:cNvSpPr>
          <p:nvPr/>
        </p:nvSpPr>
        <p:spPr>
          <a:xfrm>
            <a:off x="7616322" y="3411217"/>
            <a:ext cx="34636" cy="33501"/>
          </a:xfrm>
          <a:custGeom>
            <a:avLst/>
            <a:gdLst>
              <a:gd name="csX0" fmla="*/ 53300 w 53299"/>
              <a:gd name="csY0" fmla="*/ 26650 h 53299"/>
              <a:gd name="csX1" fmla="*/ 26650 w 53299"/>
              <a:gd name="csY1" fmla="*/ 53299 h 53299"/>
              <a:gd name="csX2" fmla="*/ 0 w 53299"/>
              <a:gd name="csY2" fmla="*/ 26650 h 53299"/>
              <a:gd name="csX3" fmla="*/ 26650 w 53299"/>
              <a:gd name="csY3" fmla="*/ 0 h 53299"/>
              <a:gd name="csX4" fmla="*/ 53300 w 53299"/>
              <a:gd name="csY4" fmla="*/ 26650 h 53299"/>
            </a:gdLst>
            <a:ahLst/>
            <a:cxnLst/>
            <a:rect l="l" t="t" r="r" b="b"/>
            <a:pathLst>
              <a:path w="53299" h="53299">
                <a:moveTo>
                  <a:pt x="53300" y="26650"/>
                </a:moveTo>
                <a:cubicBezTo>
                  <a:pt x="53300" y="41370"/>
                  <a:pt x="41371" y="53299"/>
                  <a:pt x="26650" y="53299"/>
                </a:cubicBezTo>
                <a:cubicBezTo>
                  <a:pt x="11929" y="53299"/>
                  <a:pt x="0" y="41370"/>
                  <a:pt x="0" y="26650"/>
                </a:cubicBezTo>
                <a:cubicBezTo>
                  <a:pt x="0" y="11929"/>
                  <a:pt x="11929" y="0"/>
                  <a:pt x="26650" y="0"/>
                </a:cubicBezTo>
                <a:cubicBezTo>
                  <a:pt x="41371" y="0"/>
                  <a:pt x="53300" y="11929"/>
                  <a:pt x="53300" y="26650"/>
                </a:cubicBezTo>
                <a:close/>
              </a:path>
            </a:pathLst>
          </a:custGeom>
          <a:solidFill>
            <a:srgbClr val="A6A6A6"/>
          </a:solidFill>
          <a:ln w="12677">
            <a:noFill/>
            <a:prstDash val="solid"/>
          </a:ln>
        </p:spPr>
        <p:txBody>
          <a:bodyPr/>
          <a:lstStyle/>
          <a:p>
            <a:endParaRPr/>
          </a:p>
        </p:txBody>
      </p:sp>
      <p:sp>
        <p:nvSpPr>
          <p:cNvPr id="610" name="Freeform: Shape 609">
            <a:extLst>
              <a:ext uri="{FF2B5EF4-FFF2-40B4-BE49-F238E27FC236}">
                <a16:creationId xmlns:a16="http://schemas.microsoft.com/office/drawing/2014/main" id="{0E8677ED-2D4D-CEC0-AEEE-81CB5708CBED}"/>
              </a:ext>
            </a:extLst>
          </p:cNvPr>
          <p:cNvSpPr>
            <a:spLocks noGrp="1"/>
          </p:cNvSpPr>
          <p:nvPr/>
        </p:nvSpPr>
        <p:spPr>
          <a:xfrm>
            <a:off x="8052335" y="3411217"/>
            <a:ext cx="34636" cy="33501"/>
          </a:xfrm>
          <a:custGeom>
            <a:avLst/>
            <a:gdLst>
              <a:gd name="csX0" fmla="*/ 53300 w 53299"/>
              <a:gd name="csY0" fmla="*/ 26650 h 53299"/>
              <a:gd name="csX1" fmla="*/ 26650 w 53299"/>
              <a:gd name="csY1" fmla="*/ 53299 h 53299"/>
              <a:gd name="csX2" fmla="*/ 0 w 53299"/>
              <a:gd name="csY2" fmla="*/ 26650 h 53299"/>
              <a:gd name="csX3" fmla="*/ 26650 w 53299"/>
              <a:gd name="csY3" fmla="*/ 0 h 53299"/>
              <a:gd name="csX4" fmla="*/ 53300 w 53299"/>
              <a:gd name="csY4" fmla="*/ 26650 h 53299"/>
            </a:gdLst>
            <a:ahLst/>
            <a:cxnLst/>
            <a:rect l="l" t="t" r="r" b="b"/>
            <a:pathLst>
              <a:path w="53299" h="53299">
                <a:moveTo>
                  <a:pt x="53300" y="26650"/>
                </a:moveTo>
                <a:cubicBezTo>
                  <a:pt x="53300" y="41370"/>
                  <a:pt x="41371" y="53299"/>
                  <a:pt x="26650" y="53299"/>
                </a:cubicBezTo>
                <a:cubicBezTo>
                  <a:pt x="11929" y="53299"/>
                  <a:pt x="0" y="41370"/>
                  <a:pt x="0" y="26650"/>
                </a:cubicBezTo>
                <a:cubicBezTo>
                  <a:pt x="0" y="11929"/>
                  <a:pt x="11929" y="0"/>
                  <a:pt x="26650" y="0"/>
                </a:cubicBezTo>
                <a:cubicBezTo>
                  <a:pt x="41371" y="0"/>
                  <a:pt x="53300" y="11929"/>
                  <a:pt x="53300" y="26650"/>
                </a:cubicBezTo>
                <a:close/>
              </a:path>
            </a:pathLst>
          </a:custGeom>
          <a:solidFill>
            <a:srgbClr val="A6A6A6"/>
          </a:solidFill>
          <a:ln w="12677">
            <a:noFill/>
            <a:prstDash val="solid"/>
          </a:ln>
        </p:spPr>
        <p:txBody>
          <a:bodyPr/>
          <a:lstStyle/>
          <a:p>
            <a:endParaRPr/>
          </a:p>
        </p:txBody>
      </p:sp>
      <p:sp>
        <p:nvSpPr>
          <p:cNvPr id="605" name="Freeform: Shape 604">
            <a:extLst>
              <a:ext uri="{FF2B5EF4-FFF2-40B4-BE49-F238E27FC236}">
                <a16:creationId xmlns:a16="http://schemas.microsoft.com/office/drawing/2014/main" id="{8F53ADB4-C2A4-C3EC-7CFA-9A99D96B188F}"/>
              </a:ext>
            </a:extLst>
          </p:cNvPr>
          <p:cNvSpPr>
            <a:spLocks noGrp="1"/>
          </p:cNvSpPr>
          <p:nvPr/>
        </p:nvSpPr>
        <p:spPr>
          <a:xfrm>
            <a:off x="8270218" y="3488590"/>
            <a:ext cx="686882" cy="1174712"/>
          </a:xfrm>
          <a:custGeom>
            <a:avLst/>
            <a:gdLst>
              <a:gd name="csX0" fmla="*/ 143528 w 1056979"/>
              <a:gd name="csY0" fmla="*/ 1727919 h 1868909"/>
              <a:gd name="csX1" fmla="*/ 0 w 1056979"/>
              <a:gd name="csY1" fmla="*/ 1352031 h 1868909"/>
              <a:gd name="csX2" fmla="*/ 0 w 1056979"/>
              <a:gd name="csY2" fmla="*/ 516878 h 1868909"/>
              <a:gd name="csX3" fmla="*/ 143528 w 1056979"/>
              <a:gd name="csY3" fmla="*/ 140990 h 1868909"/>
              <a:gd name="csX4" fmla="*/ 527158 w 1056979"/>
              <a:gd name="csY4" fmla="*/ 0 h 1868909"/>
              <a:gd name="csX5" fmla="*/ 912183 w 1056979"/>
              <a:gd name="csY5" fmla="*/ 140990 h 1868909"/>
              <a:gd name="csX6" fmla="*/ 1056980 w 1056979"/>
              <a:gd name="csY6" fmla="*/ 516878 h 1868909"/>
              <a:gd name="csX7" fmla="*/ 1056980 w 1056979"/>
              <a:gd name="csY7" fmla="*/ 1352031 h 1868909"/>
              <a:gd name="csX8" fmla="*/ 912183 w 1056979"/>
              <a:gd name="csY8" fmla="*/ 1727919 h 1868909"/>
              <a:gd name="csX9" fmla="*/ 527158 w 1056979"/>
              <a:gd name="csY9" fmla="*/ 1868909 h 1868909"/>
              <a:gd name="csX10" fmla="*/ 143528 w 1056979"/>
              <a:gd name="csY10" fmla="*/ 1727919 h 1868909"/>
              <a:gd name="csX11" fmla="*/ 644670 w 1056979"/>
              <a:gd name="csY11" fmla="*/ 1502158 h 1868909"/>
              <a:gd name="csX12" fmla="*/ 689086 w 1056979"/>
              <a:gd name="csY12" fmla="*/ 1367767 h 1868909"/>
              <a:gd name="csX13" fmla="*/ 689086 w 1056979"/>
              <a:gd name="csY13" fmla="*/ 501269 h 1868909"/>
              <a:gd name="csX14" fmla="*/ 644670 w 1056979"/>
              <a:gd name="csY14" fmla="*/ 366878 h 1868909"/>
              <a:gd name="csX15" fmla="*/ 527284 w 1056979"/>
              <a:gd name="csY15" fmla="*/ 315990 h 1868909"/>
              <a:gd name="csX16" fmla="*/ 411168 w 1056979"/>
              <a:gd name="csY16" fmla="*/ 366878 h 1868909"/>
              <a:gd name="csX17" fmla="*/ 368147 w 1056979"/>
              <a:gd name="csY17" fmla="*/ 501269 h 1868909"/>
              <a:gd name="csX18" fmla="*/ 368147 w 1056979"/>
              <a:gd name="csY18" fmla="*/ 1367767 h 1868909"/>
              <a:gd name="csX19" fmla="*/ 411168 w 1056979"/>
              <a:gd name="csY19" fmla="*/ 1502158 h 1868909"/>
              <a:gd name="csX20" fmla="*/ 527284 w 1056979"/>
              <a:gd name="csY20" fmla="*/ 1553046 h 1868909"/>
              <a:gd name="csX21" fmla="*/ 644670 w 1056979"/>
              <a:gd name="csY21" fmla="*/ 1502158 h 1868909"/>
            </a:gdLst>
            <a:ahLst/>
            <a:cxnLst/>
            <a:rect l="l" t="t" r="r" b="b"/>
            <a:pathLst>
              <a:path w="1056979" h="1868909">
                <a:moveTo>
                  <a:pt x="143528" y="1727919"/>
                </a:moveTo>
                <a:cubicBezTo>
                  <a:pt x="47843" y="1634010"/>
                  <a:pt x="0" y="1508630"/>
                  <a:pt x="0" y="1352031"/>
                </a:cubicBezTo>
                <a:lnTo>
                  <a:pt x="0" y="516878"/>
                </a:lnTo>
                <a:cubicBezTo>
                  <a:pt x="0" y="360279"/>
                  <a:pt x="47843" y="235025"/>
                  <a:pt x="143528" y="140990"/>
                </a:cubicBezTo>
                <a:cubicBezTo>
                  <a:pt x="239213" y="47081"/>
                  <a:pt x="367132" y="0"/>
                  <a:pt x="527158" y="0"/>
                </a:cubicBezTo>
                <a:cubicBezTo>
                  <a:pt x="687183" y="0"/>
                  <a:pt x="815609" y="46954"/>
                  <a:pt x="912183" y="140990"/>
                </a:cubicBezTo>
                <a:cubicBezTo>
                  <a:pt x="1008756" y="234898"/>
                  <a:pt x="1056980" y="360152"/>
                  <a:pt x="1056980" y="516878"/>
                </a:cubicBezTo>
                <a:lnTo>
                  <a:pt x="1056980" y="1352031"/>
                </a:lnTo>
                <a:cubicBezTo>
                  <a:pt x="1056980" y="1508630"/>
                  <a:pt x="1008630" y="1633883"/>
                  <a:pt x="912183" y="1727919"/>
                </a:cubicBezTo>
                <a:cubicBezTo>
                  <a:pt x="815609" y="1821828"/>
                  <a:pt x="687310" y="1868909"/>
                  <a:pt x="527158" y="1868909"/>
                </a:cubicBezTo>
                <a:cubicBezTo>
                  <a:pt x="367005" y="1868909"/>
                  <a:pt x="239213" y="1821955"/>
                  <a:pt x="143528" y="1727919"/>
                </a:cubicBezTo>
                <a:close/>
                <a:moveTo>
                  <a:pt x="644670" y="1502158"/>
                </a:moveTo>
                <a:cubicBezTo>
                  <a:pt x="674239" y="1468274"/>
                  <a:pt x="689086" y="1423477"/>
                  <a:pt x="689086" y="1367767"/>
                </a:cubicBezTo>
                <a:lnTo>
                  <a:pt x="689086" y="501269"/>
                </a:lnTo>
                <a:cubicBezTo>
                  <a:pt x="689086" y="445558"/>
                  <a:pt x="674239" y="400762"/>
                  <a:pt x="644670" y="366878"/>
                </a:cubicBezTo>
                <a:cubicBezTo>
                  <a:pt x="615102" y="332995"/>
                  <a:pt x="575889" y="315990"/>
                  <a:pt x="527284" y="315990"/>
                </a:cubicBezTo>
                <a:cubicBezTo>
                  <a:pt x="478680" y="315990"/>
                  <a:pt x="439848" y="332995"/>
                  <a:pt x="411168" y="366878"/>
                </a:cubicBezTo>
                <a:cubicBezTo>
                  <a:pt x="382487" y="400762"/>
                  <a:pt x="368147" y="445686"/>
                  <a:pt x="368147" y="501269"/>
                </a:cubicBezTo>
                <a:lnTo>
                  <a:pt x="368147" y="1367767"/>
                </a:lnTo>
                <a:cubicBezTo>
                  <a:pt x="368147" y="1423477"/>
                  <a:pt x="382487" y="1468274"/>
                  <a:pt x="411168" y="1502158"/>
                </a:cubicBezTo>
                <a:cubicBezTo>
                  <a:pt x="439848" y="1536041"/>
                  <a:pt x="478553" y="1553046"/>
                  <a:pt x="527284" y="1553046"/>
                </a:cubicBezTo>
                <a:cubicBezTo>
                  <a:pt x="576015" y="1553046"/>
                  <a:pt x="615102" y="1536041"/>
                  <a:pt x="644670" y="1502158"/>
                </a:cubicBezTo>
                <a:close/>
              </a:path>
            </a:pathLst>
          </a:custGeom>
          <a:solidFill>
            <a:srgbClr val="4B5565"/>
          </a:solidFill>
          <a:ln w="12677">
            <a:noFill/>
            <a:prstDash val="solid"/>
          </a:ln>
        </p:spPr>
        <p:txBody>
          <a:bodyPr/>
          <a:lstStyle/>
          <a:p>
            <a:endParaRPr/>
          </a:p>
        </p:txBody>
      </p:sp>
      <p:sp>
        <p:nvSpPr>
          <p:cNvPr id="606" name="Freeform: Shape 605">
            <a:extLst>
              <a:ext uri="{FF2B5EF4-FFF2-40B4-BE49-F238E27FC236}">
                <a16:creationId xmlns:a16="http://schemas.microsoft.com/office/drawing/2014/main" id="{0C570313-CED2-DB59-5F59-BE5F25243D34}"/>
              </a:ext>
            </a:extLst>
          </p:cNvPr>
          <p:cNvSpPr>
            <a:spLocks noGrp="1"/>
          </p:cNvSpPr>
          <p:nvPr/>
        </p:nvSpPr>
        <p:spPr>
          <a:xfrm>
            <a:off x="9084351" y="3342220"/>
            <a:ext cx="673440" cy="1161471"/>
          </a:xfrm>
          <a:custGeom>
            <a:avLst/>
            <a:gdLst>
              <a:gd name="csX0" fmla="*/ 142259 w 1036294"/>
              <a:gd name="csY0" fmla="*/ 1700381 h 1847842"/>
              <a:gd name="csX1" fmla="*/ 0 w 1036294"/>
              <a:gd name="csY1" fmla="*/ 1307614 h 1847842"/>
              <a:gd name="csX2" fmla="*/ 0 w 1036294"/>
              <a:gd name="csY2" fmla="*/ 31345 h 1847842"/>
              <a:gd name="csX3" fmla="*/ 9137 w 1036294"/>
              <a:gd name="csY3" fmla="*/ 9137 h 1847842"/>
              <a:gd name="csX4" fmla="*/ 31345 w 1036294"/>
              <a:gd name="csY4" fmla="*/ 0 h 1847842"/>
              <a:gd name="csX5" fmla="*/ 336675 w 1036294"/>
              <a:gd name="csY5" fmla="*/ 0 h 1847842"/>
              <a:gd name="csX6" fmla="*/ 358883 w 1036294"/>
              <a:gd name="csY6" fmla="*/ 9137 h 1847842"/>
              <a:gd name="csX7" fmla="*/ 368020 w 1036294"/>
              <a:gd name="csY7" fmla="*/ 31345 h 1847842"/>
              <a:gd name="csX8" fmla="*/ 368020 w 1036294"/>
              <a:gd name="csY8" fmla="*/ 1344163 h 1847842"/>
              <a:gd name="csX9" fmla="*/ 409772 w 1036294"/>
              <a:gd name="csY9" fmla="*/ 1479823 h 1847842"/>
              <a:gd name="csX10" fmla="*/ 519416 w 1036294"/>
              <a:gd name="csY10" fmla="*/ 1531980 h 1847842"/>
              <a:gd name="csX11" fmla="*/ 627792 w 1036294"/>
              <a:gd name="csY11" fmla="*/ 1479823 h 1847842"/>
              <a:gd name="csX12" fmla="*/ 668274 w 1036294"/>
              <a:gd name="csY12" fmla="*/ 1344163 h 1847842"/>
              <a:gd name="csX13" fmla="*/ 668274 w 1036294"/>
              <a:gd name="csY13" fmla="*/ 31345 h 1847842"/>
              <a:gd name="csX14" fmla="*/ 677411 w 1036294"/>
              <a:gd name="csY14" fmla="*/ 9137 h 1847842"/>
              <a:gd name="csX15" fmla="*/ 699619 w 1036294"/>
              <a:gd name="csY15" fmla="*/ 0 h 1847842"/>
              <a:gd name="csX16" fmla="*/ 1004949 w 1036294"/>
              <a:gd name="csY16" fmla="*/ 0 h 1847842"/>
              <a:gd name="csX17" fmla="*/ 1027158 w 1036294"/>
              <a:gd name="csY17" fmla="*/ 9137 h 1847842"/>
              <a:gd name="csX18" fmla="*/ 1036295 w 1036294"/>
              <a:gd name="csY18" fmla="*/ 31345 h 1847842"/>
              <a:gd name="csX19" fmla="*/ 1036295 w 1036294"/>
              <a:gd name="csY19" fmla="*/ 1307614 h 1847842"/>
              <a:gd name="csX20" fmla="*/ 894035 w 1036294"/>
              <a:gd name="csY20" fmla="*/ 1700381 h 1847842"/>
              <a:gd name="csX21" fmla="*/ 519543 w 1036294"/>
              <a:gd name="csY21" fmla="*/ 1847843 h 1847842"/>
              <a:gd name="csX22" fmla="*/ 142386 w 1036294"/>
              <a:gd name="csY22" fmla="*/ 1700381 h 1847842"/>
            </a:gdLst>
            <a:ahLst/>
            <a:cxnLst/>
            <a:rect l="l" t="t" r="r" b="b"/>
            <a:pathLst>
              <a:path w="1036294" h="1847842">
                <a:moveTo>
                  <a:pt x="142259" y="1700381"/>
                </a:moveTo>
                <a:cubicBezTo>
                  <a:pt x="47462" y="1602031"/>
                  <a:pt x="0" y="1471193"/>
                  <a:pt x="0" y="1307614"/>
                </a:cubicBezTo>
                <a:lnTo>
                  <a:pt x="0" y="31345"/>
                </a:lnTo>
                <a:cubicBezTo>
                  <a:pt x="0" y="22716"/>
                  <a:pt x="3046" y="15229"/>
                  <a:pt x="9137" y="9137"/>
                </a:cubicBezTo>
                <a:cubicBezTo>
                  <a:pt x="15228" y="3046"/>
                  <a:pt x="22589" y="0"/>
                  <a:pt x="31345" y="0"/>
                </a:cubicBezTo>
                <a:lnTo>
                  <a:pt x="336675" y="0"/>
                </a:lnTo>
                <a:cubicBezTo>
                  <a:pt x="345305" y="0"/>
                  <a:pt x="352792" y="3046"/>
                  <a:pt x="358883" y="9137"/>
                </a:cubicBezTo>
                <a:cubicBezTo>
                  <a:pt x="364975" y="15229"/>
                  <a:pt x="368020" y="22589"/>
                  <a:pt x="368020" y="31345"/>
                </a:cubicBezTo>
                <a:lnTo>
                  <a:pt x="368020" y="1344163"/>
                </a:lnTo>
                <a:cubicBezTo>
                  <a:pt x="368020" y="1399874"/>
                  <a:pt x="381980" y="1445051"/>
                  <a:pt x="409772" y="1479823"/>
                </a:cubicBezTo>
                <a:cubicBezTo>
                  <a:pt x="437564" y="1514594"/>
                  <a:pt x="474112" y="1531980"/>
                  <a:pt x="519416" y="1531980"/>
                </a:cubicBezTo>
                <a:cubicBezTo>
                  <a:pt x="564721" y="1531980"/>
                  <a:pt x="600762" y="1514594"/>
                  <a:pt x="627792" y="1479823"/>
                </a:cubicBezTo>
                <a:cubicBezTo>
                  <a:pt x="654696" y="1445051"/>
                  <a:pt x="668274" y="1399874"/>
                  <a:pt x="668274" y="1344163"/>
                </a:cubicBezTo>
                <a:lnTo>
                  <a:pt x="668274" y="31345"/>
                </a:lnTo>
                <a:cubicBezTo>
                  <a:pt x="668274" y="22716"/>
                  <a:pt x="671320" y="15229"/>
                  <a:pt x="677411" y="9137"/>
                </a:cubicBezTo>
                <a:cubicBezTo>
                  <a:pt x="683502" y="3046"/>
                  <a:pt x="690863" y="0"/>
                  <a:pt x="699619" y="0"/>
                </a:cubicBezTo>
                <a:lnTo>
                  <a:pt x="1004949" y="0"/>
                </a:lnTo>
                <a:cubicBezTo>
                  <a:pt x="1013579" y="0"/>
                  <a:pt x="1021066" y="3046"/>
                  <a:pt x="1027158" y="9137"/>
                </a:cubicBezTo>
                <a:cubicBezTo>
                  <a:pt x="1033249" y="15229"/>
                  <a:pt x="1036295" y="22589"/>
                  <a:pt x="1036295" y="31345"/>
                </a:cubicBezTo>
                <a:lnTo>
                  <a:pt x="1036295" y="1307614"/>
                </a:lnTo>
                <a:cubicBezTo>
                  <a:pt x="1036295" y="1471193"/>
                  <a:pt x="988832" y="1602158"/>
                  <a:pt x="894035" y="1700381"/>
                </a:cubicBezTo>
                <a:cubicBezTo>
                  <a:pt x="799239" y="1798731"/>
                  <a:pt x="674365" y="1847843"/>
                  <a:pt x="519543" y="1847843"/>
                </a:cubicBezTo>
                <a:cubicBezTo>
                  <a:pt x="364721" y="1847843"/>
                  <a:pt x="237183" y="1798731"/>
                  <a:pt x="142386" y="1700381"/>
                </a:cubicBezTo>
                <a:close/>
              </a:path>
            </a:pathLst>
          </a:custGeom>
          <a:noFill/>
          <a:ln w="12677">
            <a:noFill/>
            <a:prstDash val="solid"/>
          </a:ln>
        </p:spPr>
        <p:txBody>
          <a:bodyPr/>
          <a:lstStyle/>
          <a:p>
            <a:endParaRPr/>
          </a:p>
        </p:txBody>
      </p:sp>
      <p:sp>
        <p:nvSpPr>
          <p:cNvPr id="607" name="Freeform: Shape 606">
            <a:extLst>
              <a:ext uri="{FF2B5EF4-FFF2-40B4-BE49-F238E27FC236}">
                <a16:creationId xmlns:a16="http://schemas.microsoft.com/office/drawing/2014/main" id="{DE939054-566A-67BD-AC52-FE5514412595}"/>
              </a:ext>
            </a:extLst>
          </p:cNvPr>
          <p:cNvSpPr>
            <a:spLocks noGrp="1"/>
          </p:cNvSpPr>
          <p:nvPr/>
        </p:nvSpPr>
        <p:spPr>
          <a:xfrm>
            <a:off x="8596382" y="3560937"/>
            <a:ext cx="34636" cy="33501"/>
          </a:xfrm>
          <a:custGeom>
            <a:avLst/>
            <a:gdLst>
              <a:gd name="csX0" fmla="*/ 53300 w 53299"/>
              <a:gd name="csY0" fmla="*/ 26650 h 53299"/>
              <a:gd name="csX1" fmla="*/ 26650 w 53299"/>
              <a:gd name="csY1" fmla="*/ 53300 h 53299"/>
              <a:gd name="csX2" fmla="*/ 0 w 53299"/>
              <a:gd name="csY2" fmla="*/ 26650 h 53299"/>
              <a:gd name="csX3" fmla="*/ 26650 w 53299"/>
              <a:gd name="csY3" fmla="*/ 0 h 53299"/>
              <a:gd name="csX4" fmla="*/ 53300 w 53299"/>
              <a:gd name="csY4" fmla="*/ 26650 h 53299"/>
            </a:gdLst>
            <a:ahLst/>
            <a:cxnLst/>
            <a:rect l="l" t="t" r="r" b="b"/>
            <a:pathLst>
              <a:path w="53299" h="53299">
                <a:moveTo>
                  <a:pt x="53300" y="26650"/>
                </a:moveTo>
                <a:cubicBezTo>
                  <a:pt x="53300" y="41371"/>
                  <a:pt x="41371" y="53300"/>
                  <a:pt x="26650" y="53300"/>
                </a:cubicBezTo>
                <a:cubicBezTo>
                  <a:pt x="11929" y="53300"/>
                  <a:pt x="0" y="41371"/>
                  <a:pt x="0" y="26650"/>
                </a:cubicBezTo>
                <a:cubicBezTo>
                  <a:pt x="0" y="11929"/>
                  <a:pt x="11929" y="0"/>
                  <a:pt x="26650" y="0"/>
                </a:cubicBezTo>
                <a:cubicBezTo>
                  <a:pt x="41371" y="0"/>
                  <a:pt x="53300" y="11929"/>
                  <a:pt x="53300" y="26650"/>
                </a:cubicBezTo>
                <a:close/>
              </a:path>
            </a:pathLst>
          </a:custGeom>
          <a:solidFill>
            <a:srgbClr val="A6A6A6"/>
          </a:solidFill>
          <a:ln w="12677">
            <a:noFill/>
            <a:prstDash val="solid"/>
          </a:ln>
        </p:spPr>
        <p:txBody>
          <a:bodyPr/>
          <a:lstStyle/>
          <a:p>
            <a:endParaRPr/>
          </a:p>
        </p:txBody>
      </p:sp>
      <p:sp>
        <p:nvSpPr>
          <p:cNvPr id="5" name="Freeform: Shape 4">
            <a:extLst>
              <a:ext uri="{FF2B5EF4-FFF2-40B4-BE49-F238E27FC236}">
                <a16:creationId xmlns:a16="http://schemas.microsoft.com/office/drawing/2014/main" id="{103C31A2-924A-E514-4F1D-BC8825330934}"/>
              </a:ext>
            </a:extLst>
          </p:cNvPr>
          <p:cNvSpPr>
            <a:spLocks noGrp="1"/>
          </p:cNvSpPr>
          <p:nvPr/>
        </p:nvSpPr>
        <p:spPr>
          <a:xfrm>
            <a:off x="6012633" y="5055263"/>
            <a:ext cx="5264811" cy="7358"/>
          </a:xfrm>
          <a:custGeom>
            <a:avLst/>
            <a:gdLst>
              <a:gd name="csX0" fmla="*/ 0 w 8101524"/>
              <a:gd name="csY0" fmla="*/ 5854 h 11707"/>
              <a:gd name="csX1" fmla="*/ 8101525 w 8101524"/>
              <a:gd name="csY1" fmla="*/ 5854 h 11707"/>
              <a:gd name="csX2" fmla="*/ 0 w 8101524"/>
              <a:gd name="csY2" fmla="*/ 5854 h 11707"/>
              <a:gd name="csX3" fmla="*/ 0 w 8101524"/>
              <a:gd name="csY3" fmla="*/ 5854 h 11707"/>
            </a:gdLst>
            <a:ahLst/>
            <a:cxnLst/>
            <a:rect l="l" t="t" r="r" b="b"/>
            <a:pathLst>
              <a:path w="8101524" h="11707">
                <a:moveTo>
                  <a:pt x="0" y="5854"/>
                </a:moveTo>
                <a:cubicBezTo>
                  <a:pt x="2595178" y="-1888"/>
                  <a:pt x="5506346" y="-2015"/>
                  <a:pt x="8101525" y="5854"/>
                </a:cubicBezTo>
                <a:cubicBezTo>
                  <a:pt x="5506346" y="13722"/>
                  <a:pt x="2595178" y="13595"/>
                  <a:pt x="0" y="5854"/>
                </a:cubicBezTo>
                <a:lnTo>
                  <a:pt x="0" y="5854"/>
                </a:lnTo>
                <a:close/>
              </a:path>
            </a:pathLst>
          </a:custGeom>
          <a:solidFill>
            <a:srgbClr val="263238"/>
          </a:solidFill>
          <a:ln w="12677">
            <a:noFill/>
            <a:prstDash val="solid"/>
          </a:ln>
        </p:spPr>
        <p:txBody>
          <a:bodyPr/>
          <a:lstStyle/>
          <a:p>
            <a:endParaRPr/>
          </a:p>
        </p:txBody>
      </p:sp>
      <p:sp>
        <p:nvSpPr>
          <p:cNvPr id="594" name="Freeform: Shape 593">
            <a:extLst>
              <a:ext uri="{FF2B5EF4-FFF2-40B4-BE49-F238E27FC236}">
                <a16:creationId xmlns:a16="http://schemas.microsoft.com/office/drawing/2014/main" id="{90B34208-F674-EA02-ECF8-C99C6ED1718C}"/>
              </a:ext>
            </a:extLst>
          </p:cNvPr>
          <p:cNvSpPr>
            <a:spLocks noGrp="1"/>
          </p:cNvSpPr>
          <p:nvPr/>
        </p:nvSpPr>
        <p:spPr>
          <a:xfrm>
            <a:off x="10751078" y="3500493"/>
            <a:ext cx="459819" cy="914005"/>
          </a:xfrm>
          <a:custGeom>
            <a:avLst/>
            <a:gdLst>
              <a:gd name="csX0" fmla="*/ 12896 w 707573"/>
              <a:gd name="csY0" fmla="*/ 509616 h 1454137"/>
              <a:gd name="csX1" fmla="*/ 44622 w 707573"/>
              <a:gd name="csY1" fmla="*/ 286647 h 1454137"/>
              <a:gd name="csX2" fmla="*/ 124317 w 707573"/>
              <a:gd name="csY2" fmla="*/ 98575 h 1454137"/>
              <a:gd name="csX3" fmla="*/ 280408 w 707573"/>
              <a:gd name="csY3" fmla="*/ 1240 h 1454137"/>
              <a:gd name="csX4" fmla="*/ 444748 w 707573"/>
              <a:gd name="csY4" fmla="*/ 59489 h 1454137"/>
              <a:gd name="csX5" fmla="*/ 585611 w 707573"/>
              <a:gd name="csY5" fmla="*/ 231697 h 1454137"/>
              <a:gd name="csX6" fmla="*/ 707312 w 707573"/>
              <a:gd name="csY6" fmla="*/ 444642 h 1454137"/>
              <a:gd name="csX7" fmla="*/ 703632 w 707573"/>
              <a:gd name="csY7" fmla="*/ 446672 h 1454137"/>
              <a:gd name="csX8" fmla="*/ 594875 w 707573"/>
              <a:gd name="csY8" fmla="*/ 268499 h 1454137"/>
              <a:gd name="csX9" fmla="*/ 469622 w 707573"/>
              <a:gd name="csY9" fmla="*/ 116850 h 1454137"/>
              <a:gd name="csX10" fmla="*/ 313403 w 707573"/>
              <a:gd name="csY10" fmla="*/ 35631 h 1454137"/>
              <a:gd name="csX11" fmla="*/ 160611 w 707573"/>
              <a:gd name="csY11" fmla="*/ 114312 h 1454137"/>
              <a:gd name="csX12" fmla="*/ 83580 w 707573"/>
              <a:gd name="csY12" fmla="*/ 295022 h 1454137"/>
              <a:gd name="csX13" fmla="*/ 52236 w 707573"/>
              <a:gd name="csY13" fmla="*/ 507332 h 1454137"/>
              <a:gd name="csX14" fmla="*/ 33707 w 707573"/>
              <a:gd name="csY14" fmla="*/ 949210 h 1454137"/>
              <a:gd name="csX15" fmla="*/ 29900 w 707573"/>
              <a:gd name="csY15" fmla="*/ 1199337 h 1454137"/>
              <a:gd name="csX16" fmla="*/ 28885 w 707573"/>
              <a:gd name="csY16" fmla="*/ 1326114 h 1454137"/>
              <a:gd name="csX17" fmla="*/ 24063 w 707573"/>
              <a:gd name="csY17" fmla="*/ 1448322 h 1454137"/>
              <a:gd name="csX18" fmla="*/ 7946 w 707573"/>
              <a:gd name="csY18" fmla="*/ 1447941 h 1454137"/>
              <a:gd name="csX19" fmla="*/ 2363 w 707573"/>
              <a:gd name="csY19" fmla="*/ 1332205 h 1454137"/>
              <a:gd name="csX20" fmla="*/ 967 w 707573"/>
              <a:gd name="csY20" fmla="*/ 1212154 h 1454137"/>
              <a:gd name="csX21" fmla="*/ 78 w 707573"/>
              <a:gd name="csY21" fmla="*/ 978652 h 1454137"/>
              <a:gd name="csX22" fmla="*/ 13022 w 707573"/>
              <a:gd name="csY22" fmla="*/ 509743 h 1454137"/>
            </a:gdLst>
            <a:ahLst/>
            <a:cxnLst/>
            <a:rect l="l" t="t" r="r" b="b"/>
            <a:pathLst>
              <a:path w="707573" h="1454137">
                <a:moveTo>
                  <a:pt x="12896" y="509616"/>
                </a:moveTo>
                <a:cubicBezTo>
                  <a:pt x="17971" y="434743"/>
                  <a:pt x="27235" y="359743"/>
                  <a:pt x="44622" y="286647"/>
                </a:cubicBezTo>
                <a:cubicBezTo>
                  <a:pt x="60358" y="220657"/>
                  <a:pt x="82693" y="153144"/>
                  <a:pt x="124317" y="98575"/>
                </a:cubicBezTo>
                <a:cubicBezTo>
                  <a:pt x="162388" y="48702"/>
                  <a:pt x="216956" y="9109"/>
                  <a:pt x="280408" y="1240"/>
                </a:cubicBezTo>
                <a:cubicBezTo>
                  <a:pt x="341576" y="-6247"/>
                  <a:pt x="399063" y="21037"/>
                  <a:pt x="444748" y="59489"/>
                </a:cubicBezTo>
                <a:cubicBezTo>
                  <a:pt x="501475" y="107205"/>
                  <a:pt x="544875" y="170403"/>
                  <a:pt x="585611" y="231697"/>
                </a:cubicBezTo>
                <a:cubicBezTo>
                  <a:pt x="631170" y="300225"/>
                  <a:pt x="670002" y="371418"/>
                  <a:pt x="707312" y="444642"/>
                </a:cubicBezTo>
                <a:cubicBezTo>
                  <a:pt x="708581" y="447053"/>
                  <a:pt x="704901" y="449083"/>
                  <a:pt x="703632" y="446672"/>
                </a:cubicBezTo>
                <a:cubicBezTo>
                  <a:pt x="672794" y="384870"/>
                  <a:pt x="634977" y="324718"/>
                  <a:pt x="594875" y="268499"/>
                </a:cubicBezTo>
                <a:cubicBezTo>
                  <a:pt x="556931" y="215454"/>
                  <a:pt x="516449" y="162535"/>
                  <a:pt x="469622" y="116850"/>
                </a:cubicBezTo>
                <a:cubicBezTo>
                  <a:pt x="427617" y="75860"/>
                  <a:pt x="374317" y="37535"/>
                  <a:pt x="313403" y="35631"/>
                </a:cubicBezTo>
                <a:cubicBezTo>
                  <a:pt x="252870" y="33728"/>
                  <a:pt x="197032" y="67738"/>
                  <a:pt x="160611" y="114312"/>
                </a:cubicBezTo>
                <a:cubicBezTo>
                  <a:pt x="119875" y="166469"/>
                  <a:pt x="99190" y="231570"/>
                  <a:pt x="83580" y="295022"/>
                </a:cubicBezTo>
                <a:cubicBezTo>
                  <a:pt x="66576" y="364692"/>
                  <a:pt x="58073" y="435885"/>
                  <a:pt x="52236" y="507332"/>
                </a:cubicBezTo>
                <a:cubicBezTo>
                  <a:pt x="40307" y="654159"/>
                  <a:pt x="37007" y="802002"/>
                  <a:pt x="33707" y="949210"/>
                </a:cubicBezTo>
                <a:cubicBezTo>
                  <a:pt x="31804" y="1032586"/>
                  <a:pt x="30662" y="1115962"/>
                  <a:pt x="29900" y="1199337"/>
                </a:cubicBezTo>
                <a:cubicBezTo>
                  <a:pt x="29520" y="1241596"/>
                  <a:pt x="29139" y="1283855"/>
                  <a:pt x="28885" y="1326114"/>
                </a:cubicBezTo>
                <a:cubicBezTo>
                  <a:pt x="28632" y="1366850"/>
                  <a:pt x="30662" y="1408093"/>
                  <a:pt x="24063" y="1448322"/>
                </a:cubicBezTo>
                <a:cubicBezTo>
                  <a:pt x="22667" y="1456571"/>
                  <a:pt x="9215" y="1455682"/>
                  <a:pt x="7946" y="1447941"/>
                </a:cubicBezTo>
                <a:cubicBezTo>
                  <a:pt x="1220" y="1409870"/>
                  <a:pt x="2870" y="1370784"/>
                  <a:pt x="2363" y="1332205"/>
                </a:cubicBezTo>
                <a:cubicBezTo>
                  <a:pt x="1854" y="1292230"/>
                  <a:pt x="1347" y="1252129"/>
                  <a:pt x="967" y="1212154"/>
                </a:cubicBezTo>
                <a:cubicBezTo>
                  <a:pt x="205" y="1134362"/>
                  <a:pt x="-176" y="1056444"/>
                  <a:pt x="78" y="978652"/>
                </a:cubicBezTo>
                <a:cubicBezTo>
                  <a:pt x="586" y="822434"/>
                  <a:pt x="2363" y="665581"/>
                  <a:pt x="13022" y="509743"/>
                </a:cubicBezTo>
                <a:close/>
              </a:path>
            </a:pathLst>
          </a:custGeom>
          <a:solidFill>
            <a:srgbClr val="263238"/>
          </a:solidFill>
          <a:ln w="12677">
            <a:noFill/>
            <a:prstDash val="solid"/>
          </a:ln>
        </p:spPr>
        <p:txBody>
          <a:bodyPr/>
          <a:lstStyle/>
          <a:p>
            <a:endParaRPr/>
          </a:p>
        </p:txBody>
      </p:sp>
      <p:sp>
        <p:nvSpPr>
          <p:cNvPr id="596" name="Freeform: Shape 595">
            <a:extLst>
              <a:ext uri="{FF2B5EF4-FFF2-40B4-BE49-F238E27FC236}">
                <a16:creationId xmlns:a16="http://schemas.microsoft.com/office/drawing/2014/main" id="{F9198DA3-ACF3-5D30-610F-9F2E05E185FF}"/>
              </a:ext>
            </a:extLst>
          </p:cNvPr>
          <p:cNvSpPr>
            <a:spLocks noGrp="1"/>
          </p:cNvSpPr>
          <p:nvPr/>
        </p:nvSpPr>
        <p:spPr>
          <a:xfrm>
            <a:off x="10875478" y="3466191"/>
            <a:ext cx="538369" cy="558106"/>
          </a:xfrm>
          <a:custGeom>
            <a:avLst/>
            <a:gdLst>
              <a:gd name="csX0" fmla="*/ 31239 w 828446"/>
              <a:gd name="csY0" fmla="*/ 453402 h 887920"/>
              <a:gd name="csX1" fmla="*/ 76797 w 828446"/>
              <a:gd name="csY1" fmla="*/ 325611 h 887920"/>
              <a:gd name="csX2" fmla="*/ 122736 w 828446"/>
              <a:gd name="csY2" fmla="*/ 356956 h 887920"/>
              <a:gd name="csX3" fmla="*/ 63092 w 828446"/>
              <a:gd name="csY3" fmla="*/ 514824 h 887920"/>
              <a:gd name="csX4" fmla="*/ 220833 w 828446"/>
              <a:gd name="csY4" fmla="*/ 667235 h 887920"/>
              <a:gd name="csX5" fmla="*/ 213726 w 828446"/>
              <a:gd name="csY5" fmla="*/ 509367 h 887920"/>
              <a:gd name="csX6" fmla="*/ 287711 w 828446"/>
              <a:gd name="csY6" fmla="*/ 490459 h 887920"/>
              <a:gd name="csX7" fmla="*/ 270452 w 828446"/>
              <a:gd name="csY7" fmla="*/ 693124 h 887920"/>
              <a:gd name="csX8" fmla="*/ 362711 w 828446"/>
              <a:gd name="csY8" fmla="*/ 738301 h 887920"/>
              <a:gd name="csX9" fmla="*/ 346721 w 828446"/>
              <a:gd name="csY9" fmla="*/ 684875 h 887920"/>
              <a:gd name="csX10" fmla="*/ 393929 w 828446"/>
              <a:gd name="csY10" fmla="*/ 600103 h 887920"/>
              <a:gd name="csX11" fmla="*/ 423244 w 828446"/>
              <a:gd name="csY11" fmla="*/ 760509 h 887920"/>
              <a:gd name="csX12" fmla="*/ 519944 w 828446"/>
              <a:gd name="csY12" fmla="*/ 791220 h 887920"/>
              <a:gd name="csX13" fmla="*/ 661441 w 828446"/>
              <a:gd name="csY13" fmla="*/ 887920 h 887920"/>
              <a:gd name="csX14" fmla="*/ 757762 w 828446"/>
              <a:gd name="csY14" fmla="*/ 763174 h 887920"/>
              <a:gd name="csX15" fmla="*/ 631873 w 828446"/>
              <a:gd name="csY15" fmla="*/ 665966 h 887920"/>
              <a:gd name="csX16" fmla="*/ 647228 w 828446"/>
              <a:gd name="csY16" fmla="*/ 552895 h 887920"/>
              <a:gd name="csX17" fmla="*/ 779208 w 828446"/>
              <a:gd name="csY17" fmla="*/ 717870 h 887920"/>
              <a:gd name="csX18" fmla="*/ 828447 w 828446"/>
              <a:gd name="csY18" fmla="*/ 492108 h 887920"/>
              <a:gd name="csX19" fmla="*/ 596087 w 828446"/>
              <a:gd name="csY19" fmla="*/ 300738 h 887920"/>
              <a:gd name="csX20" fmla="*/ 827940 w 828446"/>
              <a:gd name="csY20" fmla="*/ 416854 h 887920"/>
              <a:gd name="csX21" fmla="*/ 820706 w 828446"/>
              <a:gd name="csY21" fmla="*/ 351245 h 887920"/>
              <a:gd name="csX22" fmla="*/ 521340 w 828446"/>
              <a:gd name="csY22" fmla="*/ 193377 h 887920"/>
              <a:gd name="csX23" fmla="*/ 803828 w 828446"/>
              <a:gd name="csY23" fmla="*/ 278403 h 887920"/>
              <a:gd name="csX24" fmla="*/ 755604 w 828446"/>
              <a:gd name="csY24" fmla="*/ 178656 h 887920"/>
              <a:gd name="csX25" fmla="*/ 357761 w 828446"/>
              <a:gd name="csY25" fmla="*/ 7463 h 887920"/>
              <a:gd name="csX26" fmla="*/ 300782 w 828446"/>
              <a:gd name="csY26" fmla="*/ 178656 h 887920"/>
              <a:gd name="csX27" fmla="*/ 31366 w 828446"/>
              <a:gd name="csY27" fmla="*/ 453530 h 887920"/>
              <a:gd name="csX28" fmla="*/ 638853 w 828446"/>
              <a:gd name="csY28" fmla="*/ 436270 h 887920"/>
              <a:gd name="csX29" fmla="*/ 714234 w 828446"/>
              <a:gd name="csY29" fmla="*/ 511651 h 887920"/>
              <a:gd name="csX30" fmla="*/ 638853 w 828446"/>
              <a:gd name="csY30" fmla="*/ 436270 h 887920"/>
              <a:gd name="csX31" fmla="*/ 213853 w 828446"/>
              <a:gd name="csY31" fmla="*/ 302768 h 887920"/>
              <a:gd name="csX32" fmla="*/ 170578 w 828446"/>
              <a:gd name="csY32" fmla="*/ 371550 h 887920"/>
              <a:gd name="csX33" fmla="*/ 213853 w 828446"/>
              <a:gd name="csY33" fmla="*/ 302768 h 887920"/>
            </a:gdLst>
            <a:ahLst/>
            <a:cxnLst/>
            <a:rect l="l" t="t" r="r" b="b"/>
            <a:pathLst>
              <a:path w="828446" h="887920">
                <a:moveTo>
                  <a:pt x="31239" y="453402"/>
                </a:moveTo>
                <a:cubicBezTo>
                  <a:pt x="38980" y="411905"/>
                  <a:pt x="53066" y="357717"/>
                  <a:pt x="76797" y="325611"/>
                </a:cubicBezTo>
                <a:cubicBezTo>
                  <a:pt x="119310" y="267742"/>
                  <a:pt x="165249" y="292996"/>
                  <a:pt x="122736" y="356956"/>
                </a:cubicBezTo>
                <a:cubicBezTo>
                  <a:pt x="76416" y="426880"/>
                  <a:pt x="69691" y="482083"/>
                  <a:pt x="63092" y="514824"/>
                </a:cubicBezTo>
                <a:cubicBezTo>
                  <a:pt x="63092" y="514824"/>
                  <a:pt x="134538" y="616981"/>
                  <a:pt x="220833" y="667235"/>
                </a:cubicBezTo>
                <a:cubicBezTo>
                  <a:pt x="217153" y="628022"/>
                  <a:pt x="206112" y="567616"/>
                  <a:pt x="213726" y="509367"/>
                </a:cubicBezTo>
                <a:cubicBezTo>
                  <a:pt x="230350" y="383225"/>
                  <a:pt x="306620" y="390331"/>
                  <a:pt x="287711" y="490459"/>
                </a:cubicBezTo>
                <a:cubicBezTo>
                  <a:pt x="272609" y="570788"/>
                  <a:pt x="266264" y="656195"/>
                  <a:pt x="270452" y="693124"/>
                </a:cubicBezTo>
                <a:cubicBezTo>
                  <a:pt x="296340" y="712793"/>
                  <a:pt x="340503" y="729671"/>
                  <a:pt x="362711" y="738301"/>
                </a:cubicBezTo>
                <a:cubicBezTo>
                  <a:pt x="357761" y="723707"/>
                  <a:pt x="352559" y="706195"/>
                  <a:pt x="346721" y="684875"/>
                </a:cubicBezTo>
                <a:cubicBezTo>
                  <a:pt x="316137" y="571803"/>
                  <a:pt x="391518" y="536524"/>
                  <a:pt x="393929" y="600103"/>
                </a:cubicBezTo>
                <a:cubicBezTo>
                  <a:pt x="395832" y="652387"/>
                  <a:pt x="416010" y="733479"/>
                  <a:pt x="423244" y="760509"/>
                </a:cubicBezTo>
                <a:cubicBezTo>
                  <a:pt x="464615" y="774342"/>
                  <a:pt x="498878" y="783860"/>
                  <a:pt x="519944" y="791220"/>
                </a:cubicBezTo>
                <a:cubicBezTo>
                  <a:pt x="607127" y="821804"/>
                  <a:pt x="661441" y="887920"/>
                  <a:pt x="661441" y="887920"/>
                </a:cubicBezTo>
                <a:cubicBezTo>
                  <a:pt x="701036" y="852768"/>
                  <a:pt x="732888" y="810129"/>
                  <a:pt x="757762" y="763174"/>
                </a:cubicBezTo>
                <a:cubicBezTo>
                  <a:pt x="731365" y="740458"/>
                  <a:pt x="689741" y="706702"/>
                  <a:pt x="631873" y="665966"/>
                </a:cubicBezTo>
                <a:cubicBezTo>
                  <a:pt x="523497" y="589443"/>
                  <a:pt x="561188" y="492743"/>
                  <a:pt x="647228" y="552895"/>
                </a:cubicBezTo>
                <a:cubicBezTo>
                  <a:pt x="709284" y="596296"/>
                  <a:pt x="757381" y="676626"/>
                  <a:pt x="779208" y="717870"/>
                </a:cubicBezTo>
                <a:cubicBezTo>
                  <a:pt x="809157" y="646423"/>
                  <a:pt x="824893" y="567996"/>
                  <a:pt x="828447" y="492108"/>
                </a:cubicBezTo>
                <a:cubicBezTo>
                  <a:pt x="743294" y="412159"/>
                  <a:pt x="532635" y="300738"/>
                  <a:pt x="596087" y="300738"/>
                </a:cubicBezTo>
                <a:cubicBezTo>
                  <a:pt x="653193" y="300738"/>
                  <a:pt x="780985" y="384494"/>
                  <a:pt x="827940" y="416854"/>
                </a:cubicBezTo>
                <a:cubicBezTo>
                  <a:pt x="826670" y="394265"/>
                  <a:pt x="824259" y="372311"/>
                  <a:pt x="820706" y="351245"/>
                </a:cubicBezTo>
                <a:cubicBezTo>
                  <a:pt x="740503" y="298707"/>
                  <a:pt x="479842" y="216854"/>
                  <a:pt x="521340" y="193377"/>
                </a:cubicBezTo>
                <a:cubicBezTo>
                  <a:pt x="567026" y="167616"/>
                  <a:pt x="748878" y="251753"/>
                  <a:pt x="803828" y="278403"/>
                </a:cubicBezTo>
                <a:cubicBezTo>
                  <a:pt x="791772" y="239316"/>
                  <a:pt x="775528" y="205306"/>
                  <a:pt x="755604" y="178656"/>
                </a:cubicBezTo>
                <a:cubicBezTo>
                  <a:pt x="644817" y="30306"/>
                  <a:pt x="444944" y="-20836"/>
                  <a:pt x="357761" y="7463"/>
                </a:cubicBezTo>
                <a:cubicBezTo>
                  <a:pt x="296086" y="27514"/>
                  <a:pt x="314106" y="183986"/>
                  <a:pt x="300782" y="178656"/>
                </a:cubicBezTo>
                <a:cubicBezTo>
                  <a:pt x="52939" y="78910"/>
                  <a:pt x="-59751" y="149468"/>
                  <a:pt x="31366" y="453530"/>
                </a:cubicBezTo>
                <a:close/>
                <a:moveTo>
                  <a:pt x="638853" y="436270"/>
                </a:moveTo>
                <a:cubicBezTo>
                  <a:pt x="656366" y="414951"/>
                  <a:pt x="737838" y="477514"/>
                  <a:pt x="714234" y="511651"/>
                </a:cubicBezTo>
                <a:cubicBezTo>
                  <a:pt x="690757" y="545788"/>
                  <a:pt x="616138" y="463428"/>
                  <a:pt x="638853" y="436270"/>
                </a:cubicBezTo>
                <a:close/>
                <a:moveTo>
                  <a:pt x="213853" y="302768"/>
                </a:moveTo>
                <a:cubicBezTo>
                  <a:pt x="235300" y="316347"/>
                  <a:pt x="203701" y="395408"/>
                  <a:pt x="170578" y="371550"/>
                </a:cubicBezTo>
                <a:cubicBezTo>
                  <a:pt x="142533" y="351118"/>
                  <a:pt x="192279" y="289062"/>
                  <a:pt x="213853" y="302768"/>
                </a:cubicBezTo>
                <a:close/>
              </a:path>
            </a:pathLst>
          </a:custGeom>
          <a:solidFill>
            <a:srgbClr val="FFC727"/>
          </a:solidFill>
          <a:ln w="12677">
            <a:noFill/>
            <a:prstDash val="solid"/>
          </a:ln>
        </p:spPr>
        <p:txBody>
          <a:bodyPr/>
          <a:lstStyle/>
          <a:p>
            <a:endParaRPr/>
          </a:p>
        </p:txBody>
      </p:sp>
      <p:sp>
        <p:nvSpPr>
          <p:cNvPr id="597" name="Freeform: Shape 596">
            <a:extLst>
              <a:ext uri="{FF2B5EF4-FFF2-40B4-BE49-F238E27FC236}">
                <a16:creationId xmlns:a16="http://schemas.microsoft.com/office/drawing/2014/main" id="{2E45CC1F-9A4A-5602-E717-D7CEEF23DAF0}"/>
              </a:ext>
            </a:extLst>
          </p:cNvPr>
          <p:cNvSpPr>
            <a:spLocks noGrp="1"/>
          </p:cNvSpPr>
          <p:nvPr/>
        </p:nvSpPr>
        <p:spPr>
          <a:xfrm>
            <a:off x="10995876" y="3583200"/>
            <a:ext cx="302142" cy="394477"/>
          </a:xfrm>
          <a:custGeom>
            <a:avLst/>
            <a:gdLst>
              <a:gd name="csX0" fmla="*/ 61071 w 464939"/>
              <a:gd name="csY0" fmla="*/ 140851 h 627594"/>
              <a:gd name="csX1" fmla="*/ 96731 w 464939"/>
              <a:gd name="csY1" fmla="*/ 75496 h 627594"/>
              <a:gd name="csX2" fmla="*/ 137721 w 464939"/>
              <a:gd name="csY2" fmla="*/ 16105 h 627594"/>
              <a:gd name="csX3" fmla="*/ 127187 w 464939"/>
              <a:gd name="csY3" fmla="*/ 3034 h 627594"/>
              <a:gd name="csX4" fmla="*/ 129726 w 464939"/>
              <a:gd name="csY4" fmla="*/ 623 h 627594"/>
              <a:gd name="csX5" fmla="*/ 141909 w 464939"/>
              <a:gd name="csY5" fmla="*/ 14963 h 627594"/>
              <a:gd name="csX6" fmla="*/ 143686 w 464939"/>
              <a:gd name="csY6" fmla="*/ 16993 h 627594"/>
              <a:gd name="csX7" fmla="*/ 187213 w 464939"/>
              <a:gd name="csY7" fmla="*/ 73592 h 627594"/>
              <a:gd name="csX8" fmla="*/ 259168 w 464939"/>
              <a:gd name="csY8" fmla="*/ 94404 h 627594"/>
              <a:gd name="csX9" fmla="*/ 331249 w 464939"/>
              <a:gd name="csY9" fmla="*/ 120927 h 627594"/>
              <a:gd name="csX10" fmla="*/ 329980 w 464939"/>
              <a:gd name="csY10" fmla="*/ 124988 h 627594"/>
              <a:gd name="csX11" fmla="*/ 258533 w 464939"/>
              <a:gd name="csY11" fmla="*/ 96435 h 627594"/>
              <a:gd name="csX12" fmla="*/ 188990 w 464939"/>
              <a:gd name="csY12" fmla="*/ 76130 h 627594"/>
              <a:gd name="csX13" fmla="*/ 211071 w 464939"/>
              <a:gd name="csY13" fmla="*/ 108491 h 627594"/>
              <a:gd name="csX14" fmla="*/ 338355 w 464939"/>
              <a:gd name="csY14" fmla="*/ 160394 h 627594"/>
              <a:gd name="csX15" fmla="*/ 463990 w 464939"/>
              <a:gd name="csY15" fmla="*/ 228415 h 627594"/>
              <a:gd name="csX16" fmla="*/ 461833 w 464939"/>
              <a:gd name="csY16" fmla="*/ 231968 h 627594"/>
              <a:gd name="csX17" fmla="*/ 336832 w 464939"/>
              <a:gd name="csY17" fmla="*/ 167247 h 627594"/>
              <a:gd name="csX18" fmla="*/ 215513 w 464939"/>
              <a:gd name="csY18" fmla="*/ 115470 h 627594"/>
              <a:gd name="csX19" fmla="*/ 458533 w 464939"/>
              <a:gd name="csY19" fmla="*/ 624481 h 627594"/>
              <a:gd name="csX20" fmla="*/ 454853 w 464939"/>
              <a:gd name="csY20" fmla="*/ 626511 h 627594"/>
              <a:gd name="csX21" fmla="*/ 374523 w 464939"/>
              <a:gd name="csY21" fmla="*/ 451384 h 627594"/>
              <a:gd name="csX22" fmla="*/ 302442 w 464939"/>
              <a:gd name="csY22" fmla="*/ 294278 h 627594"/>
              <a:gd name="csX23" fmla="*/ 280614 w 464939"/>
              <a:gd name="csY23" fmla="*/ 248465 h 627594"/>
              <a:gd name="csX24" fmla="*/ 297112 w 464939"/>
              <a:gd name="csY24" fmla="*/ 502019 h 627594"/>
              <a:gd name="csX25" fmla="*/ 292924 w 464939"/>
              <a:gd name="csY25" fmla="*/ 502526 h 627594"/>
              <a:gd name="csX26" fmla="*/ 271858 w 464939"/>
              <a:gd name="csY26" fmla="*/ 232983 h 627594"/>
              <a:gd name="csX27" fmla="*/ 272365 w 464939"/>
              <a:gd name="csY27" fmla="*/ 231841 h 627594"/>
              <a:gd name="csX28" fmla="*/ 217162 w 464939"/>
              <a:gd name="csY28" fmla="*/ 130318 h 627594"/>
              <a:gd name="csX29" fmla="*/ 132771 w 464939"/>
              <a:gd name="csY29" fmla="*/ 374227 h 627594"/>
              <a:gd name="csX30" fmla="*/ 128711 w 464939"/>
              <a:gd name="csY30" fmla="*/ 372958 h 627594"/>
              <a:gd name="csX31" fmla="*/ 213610 w 464939"/>
              <a:gd name="csY31" fmla="*/ 124354 h 627594"/>
              <a:gd name="csX32" fmla="*/ 142289 w 464939"/>
              <a:gd name="csY32" fmla="*/ 21562 h 627594"/>
              <a:gd name="csX33" fmla="*/ 103838 w 464939"/>
              <a:gd name="csY33" fmla="*/ 82475 h 627594"/>
              <a:gd name="csX34" fmla="*/ 67543 w 464939"/>
              <a:gd name="csY34" fmla="*/ 141993 h 627594"/>
              <a:gd name="csX35" fmla="*/ 4219 w 464939"/>
              <a:gd name="csY35" fmla="*/ 275750 h 627594"/>
              <a:gd name="csX36" fmla="*/ 158 w 464939"/>
              <a:gd name="csY36" fmla="*/ 274481 h 627594"/>
              <a:gd name="csX37" fmla="*/ 61071 w 464939"/>
              <a:gd name="csY37" fmla="*/ 140724 h 627594"/>
            </a:gdLst>
            <a:ahLst/>
            <a:cxnLst/>
            <a:rect l="l" t="t" r="r" b="b"/>
            <a:pathLst>
              <a:path w="464939" h="627594">
                <a:moveTo>
                  <a:pt x="61071" y="140851"/>
                </a:moveTo>
                <a:cubicBezTo>
                  <a:pt x="72239" y="118770"/>
                  <a:pt x="83914" y="96689"/>
                  <a:pt x="96731" y="75496"/>
                </a:cubicBezTo>
                <a:cubicBezTo>
                  <a:pt x="108914" y="55318"/>
                  <a:pt x="121858" y="33745"/>
                  <a:pt x="137721" y="16105"/>
                </a:cubicBezTo>
                <a:cubicBezTo>
                  <a:pt x="134168" y="11790"/>
                  <a:pt x="130741" y="7349"/>
                  <a:pt x="127187" y="3034"/>
                </a:cubicBezTo>
                <a:cubicBezTo>
                  <a:pt x="125665" y="1257"/>
                  <a:pt x="128203" y="-1154"/>
                  <a:pt x="129726" y="623"/>
                </a:cubicBezTo>
                <a:cubicBezTo>
                  <a:pt x="133914" y="5318"/>
                  <a:pt x="137848" y="10267"/>
                  <a:pt x="141909" y="14963"/>
                </a:cubicBezTo>
                <a:cubicBezTo>
                  <a:pt x="142670" y="15470"/>
                  <a:pt x="143304" y="16105"/>
                  <a:pt x="143686" y="16993"/>
                </a:cubicBezTo>
                <a:cubicBezTo>
                  <a:pt x="159040" y="35394"/>
                  <a:pt x="173381" y="54303"/>
                  <a:pt x="187213" y="73592"/>
                </a:cubicBezTo>
                <a:cubicBezTo>
                  <a:pt x="211579" y="78795"/>
                  <a:pt x="235691" y="86536"/>
                  <a:pt x="259168" y="94404"/>
                </a:cubicBezTo>
                <a:cubicBezTo>
                  <a:pt x="283533" y="102526"/>
                  <a:pt x="307518" y="111029"/>
                  <a:pt x="331249" y="120927"/>
                </a:cubicBezTo>
                <a:cubicBezTo>
                  <a:pt x="333660" y="121942"/>
                  <a:pt x="332518" y="126003"/>
                  <a:pt x="329980" y="124988"/>
                </a:cubicBezTo>
                <a:cubicBezTo>
                  <a:pt x="306629" y="114582"/>
                  <a:pt x="282771" y="104557"/>
                  <a:pt x="258533" y="96435"/>
                </a:cubicBezTo>
                <a:cubicBezTo>
                  <a:pt x="235564" y="88694"/>
                  <a:pt x="212213" y="82729"/>
                  <a:pt x="188990" y="76130"/>
                </a:cubicBezTo>
                <a:cubicBezTo>
                  <a:pt x="196604" y="86790"/>
                  <a:pt x="203965" y="97577"/>
                  <a:pt x="211071" y="108491"/>
                </a:cubicBezTo>
                <a:cubicBezTo>
                  <a:pt x="254726" y="121054"/>
                  <a:pt x="297493" y="140978"/>
                  <a:pt x="338355" y="160394"/>
                </a:cubicBezTo>
                <a:cubicBezTo>
                  <a:pt x="381376" y="180826"/>
                  <a:pt x="422746" y="204557"/>
                  <a:pt x="463990" y="228415"/>
                </a:cubicBezTo>
                <a:cubicBezTo>
                  <a:pt x="466274" y="229810"/>
                  <a:pt x="463990" y="233364"/>
                  <a:pt x="461833" y="231968"/>
                </a:cubicBezTo>
                <a:cubicBezTo>
                  <a:pt x="421477" y="207856"/>
                  <a:pt x="379472" y="187171"/>
                  <a:pt x="336832" y="167247"/>
                </a:cubicBezTo>
                <a:cubicBezTo>
                  <a:pt x="296985" y="148592"/>
                  <a:pt x="255741" y="133237"/>
                  <a:pt x="215513" y="115470"/>
                </a:cubicBezTo>
                <a:cubicBezTo>
                  <a:pt x="316781" y="273465"/>
                  <a:pt x="377442" y="455699"/>
                  <a:pt x="458533" y="624481"/>
                </a:cubicBezTo>
                <a:cubicBezTo>
                  <a:pt x="459675" y="626892"/>
                  <a:pt x="455868" y="628922"/>
                  <a:pt x="454853" y="626511"/>
                </a:cubicBezTo>
                <a:cubicBezTo>
                  <a:pt x="430107" y="567374"/>
                  <a:pt x="401554" y="509633"/>
                  <a:pt x="374523" y="451384"/>
                </a:cubicBezTo>
                <a:cubicBezTo>
                  <a:pt x="350284" y="399100"/>
                  <a:pt x="326680" y="346562"/>
                  <a:pt x="302442" y="294278"/>
                </a:cubicBezTo>
                <a:cubicBezTo>
                  <a:pt x="295335" y="278922"/>
                  <a:pt x="287975" y="263694"/>
                  <a:pt x="280614" y="248465"/>
                </a:cubicBezTo>
                <a:cubicBezTo>
                  <a:pt x="285056" y="332856"/>
                  <a:pt x="283280" y="418643"/>
                  <a:pt x="297112" y="502019"/>
                </a:cubicBezTo>
                <a:cubicBezTo>
                  <a:pt x="297620" y="505064"/>
                  <a:pt x="293178" y="505572"/>
                  <a:pt x="292924" y="502526"/>
                </a:cubicBezTo>
                <a:cubicBezTo>
                  <a:pt x="287086" y="412425"/>
                  <a:pt x="271224" y="323592"/>
                  <a:pt x="271858" y="232983"/>
                </a:cubicBezTo>
                <a:cubicBezTo>
                  <a:pt x="271858" y="232476"/>
                  <a:pt x="272239" y="232222"/>
                  <a:pt x="272365" y="231841"/>
                </a:cubicBezTo>
                <a:cubicBezTo>
                  <a:pt x="255234" y="197323"/>
                  <a:pt x="236832" y="163313"/>
                  <a:pt x="217162" y="130318"/>
                </a:cubicBezTo>
                <a:cubicBezTo>
                  <a:pt x="183660" y="209252"/>
                  <a:pt x="148381" y="289455"/>
                  <a:pt x="132771" y="374227"/>
                </a:cubicBezTo>
                <a:cubicBezTo>
                  <a:pt x="132264" y="376765"/>
                  <a:pt x="128076" y="375623"/>
                  <a:pt x="128711" y="372958"/>
                </a:cubicBezTo>
                <a:cubicBezTo>
                  <a:pt x="151554" y="287932"/>
                  <a:pt x="172619" y="202907"/>
                  <a:pt x="213610" y="124354"/>
                </a:cubicBezTo>
                <a:cubicBezTo>
                  <a:pt x="192036" y="88567"/>
                  <a:pt x="168431" y="54176"/>
                  <a:pt x="142289" y="21562"/>
                </a:cubicBezTo>
                <a:cubicBezTo>
                  <a:pt x="130995" y="42501"/>
                  <a:pt x="116655" y="62425"/>
                  <a:pt x="103838" y="82475"/>
                </a:cubicBezTo>
                <a:cubicBezTo>
                  <a:pt x="91401" y="102019"/>
                  <a:pt x="79091" y="121816"/>
                  <a:pt x="67543" y="141993"/>
                </a:cubicBezTo>
                <a:cubicBezTo>
                  <a:pt x="42924" y="185140"/>
                  <a:pt x="21223" y="229049"/>
                  <a:pt x="4219" y="275750"/>
                </a:cubicBezTo>
                <a:cubicBezTo>
                  <a:pt x="3330" y="278288"/>
                  <a:pt x="-858" y="277018"/>
                  <a:pt x="158" y="274481"/>
                </a:cubicBezTo>
                <a:cubicBezTo>
                  <a:pt x="19446" y="229557"/>
                  <a:pt x="38990" y="184379"/>
                  <a:pt x="61071" y="140724"/>
                </a:cubicBezTo>
                <a:close/>
              </a:path>
            </a:pathLst>
          </a:custGeom>
          <a:solidFill>
            <a:srgbClr val="263238"/>
          </a:solidFill>
          <a:ln w="12677">
            <a:noFill/>
            <a:prstDash val="solid"/>
          </a:ln>
        </p:spPr>
        <p:txBody>
          <a:bodyPr/>
          <a:lstStyle/>
          <a:p>
            <a:endParaRPr/>
          </a:p>
        </p:txBody>
      </p:sp>
      <p:sp>
        <p:nvSpPr>
          <p:cNvPr id="590" name="Freeform: Shape 589">
            <a:extLst>
              <a:ext uri="{FF2B5EF4-FFF2-40B4-BE49-F238E27FC236}">
                <a16:creationId xmlns:a16="http://schemas.microsoft.com/office/drawing/2014/main" id="{256ED57C-9043-75BA-E3D3-8A26FB420174}"/>
              </a:ext>
            </a:extLst>
          </p:cNvPr>
          <p:cNvSpPr>
            <a:spLocks noGrp="1"/>
          </p:cNvSpPr>
          <p:nvPr/>
        </p:nvSpPr>
        <p:spPr>
          <a:xfrm>
            <a:off x="10516545" y="3697816"/>
            <a:ext cx="356040" cy="721323"/>
          </a:xfrm>
          <a:custGeom>
            <a:avLst/>
            <a:gdLst>
              <a:gd name="csX0" fmla="*/ 699 w 547877"/>
              <a:gd name="csY0" fmla="*/ 150508 h 1147589"/>
              <a:gd name="csX1" fmla="*/ 241562 w 547877"/>
              <a:gd name="csY1" fmla="*/ 0 h 1147589"/>
              <a:gd name="csX2" fmla="*/ 450700 w 547877"/>
              <a:gd name="csY2" fmla="*/ 158630 h 1147589"/>
              <a:gd name="csX3" fmla="*/ 521004 w 547877"/>
              <a:gd name="csY3" fmla="*/ 430838 h 1147589"/>
              <a:gd name="csX4" fmla="*/ 546639 w 547877"/>
              <a:gd name="csY4" fmla="*/ 765483 h 1147589"/>
              <a:gd name="csX5" fmla="*/ 546639 w 547877"/>
              <a:gd name="csY5" fmla="*/ 951904 h 1147589"/>
              <a:gd name="csX6" fmla="*/ 532425 w 547877"/>
              <a:gd name="csY6" fmla="*/ 1139975 h 1147589"/>
              <a:gd name="csX7" fmla="*/ 513897 w 547877"/>
              <a:gd name="csY7" fmla="*/ 1139595 h 1147589"/>
              <a:gd name="csX8" fmla="*/ 513390 w 547877"/>
              <a:gd name="csY8" fmla="*/ 982361 h 1147589"/>
              <a:gd name="csX9" fmla="*/ 510979 w 547877"/>
              <a:gd name="csY9" fmla="*/ 827665 h 1147589"/>
              <a:gd name="csX10" fmla="*/ 487374 w 547877"/>
              <a:gd name="csY10" fmla="*/ 515736 h 1147589"/>
              <a:gd name="csX11" fmla="*/ 441055 w 547877"/>
              <a:gd name="csY11" fmla="*/ 244797 h 1147589"/>
              <a:gd name="csX12" fmla="*/ 290928 w 547877"/>
              <a:gd name="csY12" fmla="*/ 41117 h 1147589"/>
              <a:gd name="csX13" fmla="*/ 3872 w 547877"/>
              <a:gd name="csY13" fmla="*/ 153046 h 1147589"/>
              <a:gd name="csX14" fmla="*/ 572 w 547877"/>
              <a:gd name="csY14" fmla="*/ 150381 h 1147589"/>
            </a:gdLst>
            <a:ahLst/>
            <a:cxnLst/>
            <a:rect l="l" t="t" r="r" b="b"/>
            <a:pathLst>
              <a:path w="547877" h="1147589">
                <a:moveTo>
                  <a:pt x="699" y="150508"/>
                </a:moveTo>
                <a:cubicBezTo>
                  <a:pt x="65674" y="85406"/>
                  <a:pt x="141182" y="-127"/>
                  <a:pt x="241562" y="0"/>
                </a:cubicBezTo>
                <a:cubicBezTo>
                  <a:pt x="338389" y="127"/>
                  <a:pt x="409709" y="78173"/>
                  <a:pt x="450700" y="158630"/>
                </a:cubicBezTo>
                <a:cubicBezTo>
                  <a:pt x="493592" y="242767"/>
                  <a:pt x="508948" y="338071"/>
                  <a:pt x="521004" y="430838"/>
                </a:cubicBezTo>
                <a:cubicBezTo>
                  <a:pt x="535471" y="541752"/>
                  <a:pt x="543466" y="653681"/>
                  <a:pt x="546639" y="765483"/>
                </a:cubicBezTo>
                <a:cubicBezTo>
                  <a:pt x="548415" y="827538"/>
                  <a:pt x="548161" y="889848"/>
                  <a:pt x="546639" y="951904"/>
                </a:cubicBezTo>
                <a:cubicBezTo>
                  <a:pt x="545116" y="1014594"/>
                  <a:pt x="543592" y="1078173"/>
                  <a:pt x="532425" y="1139975"/>
                </a:cubicBezTo>
                <a:cubicBezTo>
                  <a:pt x="530649" y="1150000"/>
                  <a:pt x="514532" y="1150381"/>
                  <a:pt x="513897" y="1139595"/>
                </a:cubicBezTo>
                <a:cubicBezTo>
                  <a:pt x="510979" y="1087310"/>
                  <a:pt x="513136" y="1034772"/>
                  <a:pt x="513390" y="982361"/>
                </a:cubicBezTo>
                <a:cubicBezTo>
                  <a:pt x="513643" y="930838"/>
                  <a:pt x="512882" y="879188"/>
                  <a:pt x="510979" y="827665"/>
                </a:cubicBezTo>
                <a:cubicBezTo>
                  <a:pt x="507171" y="723478"/>
                  <a:pt x="499557" y="619290"/>
                  <a:pt x="487374" y="515736"/>
                </a:cubicBezTo>
                <a:cubicBezTo>
                  <a:pt x="476715" y="425254"/>
                  <a:pt x="468212" y="332234"/>
                  <a:pt x="441055" y="244797"/>
                </a:cubicBezTo>
                <a:cubicBezTo>
                  <a:pt x="416689" y="165990"/>
                  <a:pt x="370877" y="75762"/>
                  <a:pt x="290928" y="41117"/>
                </a:cubicBezTo>
                <a:cubicBezTo>
                  <a:pt x="181917" y="-6091"/>
                  <a:pt x="75319" y="80203"/>
                  <a:pt x="3872" y="153046"/>
                </a:cubicBezTo>
                <a:cubicBezTo>
                  <a:pt x="1968" y="154949"/>
                  <a:pt x="-1332" y="152284"/>
                  <a:pt x="572" y="150381"/>
                </a:cubicBezTo>
                <a:close/>
              </a:path>
            </a:pathLst>
          </a:custGeom>
          <a:solidFill>
            <a:srgbClr val="263238"/>
          </a:solidFill>
          <a:ln w="12677">
            <a:noFill/>
            <a:prstDash val="solid"/>
          </a:ln>
        </p:spPr>
        <p:txBody>
          <a:bodyPr/>
          <a:lstStyle/>
          <a:p>
            <a:endParaRPr/>
          </a:p>
        </p:txBody>
      </p:sp>
      <p:sp>
        <p:nvSpPr>
          <p:cNvPr id="592" name="Freeform: Shape 591">
            <a:extLst>
              <a:ext uri="{FF2B5EF4-FFF2-40B4-BE49-F238E27FC236}">
                <a16:creationId xmlns:a16="http://schemas.microsoft.com/office/drawing/2014/main" id="{30C2A8B0-18A9-B7E1-736F-F93B6375C81A}"/>
              </a:ext>
            </a:extLst>
          </p:cNvPr>
          <p:cNvSpPr>
            <a:spLocks noGrp="1"/>
          </p:cNvSpPr>
          <p:nvPr/>
        </p:nvSpPr>
        <p:spPr>
          <a:xfrm>
            <a:off x="10301165" y="3603451"/>
            <a:ext cx="462277" cy="472122"/>
          </a:xfrm>
          <a:custGeom>
            <a:avLst/>
            <a:gdLst>
              <a:gd name="csX0" fmla="*/ 782 w 711355"/>
              <a:gd name="csY0" fmla="*/ 446196 h 751123"/>
              <a:gd name="csX1" fmla="*/ 782 w 711355"/>
              <a:gd name="csY1" fmla="*/ 446196 h 751123"/>
              <a:gd name="csX2" fmla="*/ 2939 w 711355"/>
              <a:gd name="csY2" fmla="*/ 485663 h 751123"/>
              <a:gd name="csX3" fmla="*/ 109412 w 711355"/>
              <a:gd name="csY3" fmla="*/ 441501 h 751123"/>
              <a:gd name="csX4" fmla="*/ 134158 w 711355"/>
              <a:gd name="csY4" fmla="*/ 504699 h 751123"/>
              <a:gd name="csX5" fmla="*/ 7635 w 711355"/>
              <a:gd name="csY5" fmla="*/ 530079 h 751123"/>
              <a:gd name="csX6" fmla="*/ 61188 w 711355"/>
              <a:gd name="csY6" fmla="*/ 751019 h 751123"/>
              <a:gd name="csX7" fmla="*/ 304716 w 711355"/>
              <a:gd name="csY7" fmla="*/ 720181 h 751123"/>
              <a:gd name="csX8" fmla="*/ 256239 w 711355"/>
              <a:gd name="csY8" fmla="*/ 601145 h 751123"/>
              <a:gd name="csX9" fmla="*/ 326670 w 711355"/>
              <a:gd name="csY9" fmla="*/ 715739 h 751123"/>
              <a:gd name="csX10" fmla="*/ 503827 w 711355"/>
              <a:gd name="csY10" fmla="*/ 667008 h 751123"/>
              <a:gd name="csX11" fmla="*/ 424513 w 711355"/>
              <a:gd name="csY11" fmla="*/ 569673 h 751123"/>
              <a:gd name="csX12" fmla="*/ 528066 w 711355"/>
              <a:gd name="csY12" fmla="*/ 657237 h 751123"/>
              <a:gd name="csX13" fmla="*/ 604589 w 711355"/>
              <a:gd name="csY13" fmla="*/ 614597 h 751123"/>
              <a:gd name="csX14" fmla="*/ 434157 w 711355"/>
              <a:gd name="csY14" fmla="*/ 460029 h 751123"/>
              <a:gd name="csX15" fmla="*/ 632000 w 711355"/>
              <a:gd name="csY15" fmla="*/ 589978 h 751123"/>
              <a:gd name="csX16" fmla="*/ 710046 w 711355"/>
              <a:gd name="csY16" fmla="*/ 343024 h 751123"/>
              <a:gd name="csX17" fmla="*/ 550655 w 711355"/>
              <a:gd name="csY17" fmla="*/ 307364 h 751123"/>
              <a:gd name="csX18" fmla="*/ 703320 w 711355"/>
              <a:gd name="csY18" fmla="*/ 298100 h 751123"/>
              <a:gd name="csX19" fmla="*/ 665122 w 711355"/>
              <a:gd name="csY19" fmla="*/ 207617 h 751123"/>
              <a:gd name="csX20" fmla="*/ 420833 w 711355"/>
              <a:gd name="csY20" fmla="*/ 228683 h 751123"/>
              <a:gd name="csX21" fmla="*/ 370325 w 711355"/>
              <a:gd name="csY21" fmla="*/ 11678 h 751123"/>
              <a:gd name="csX22" fmla="*/ 186822 w 711355"/>
              <a:gd name="csY22" fmla="*/ 35663 h 751123"/>
              <a:gd name="csX23" fmla="*/ 295072 w 711355"/>
              <a:gd name="csY23" fmla="*/ 79572 h 751123"/>
              <a:gd name="csX24" fmla="*/ 255604 w 711355"/>
              <a:gd name="csY24" fmla="*/ 118023 h 751123"/>
              <a:gd name="csX25" fmla="*/ 145706 w 711355"/>
              <a:gd name="csY25" fmla="*/ 64978 h 751123"/>
              <a:gd name="csX26" fmla="*/ 79208 w 711355"/>
              <a:gd name="csY26" fmla="*/ 138582 h 751123"/>
              <a:gd name="csX27" fmla="*/ 59792 w 711355"/>
              <a:gd name="csY27" fmla="*/ 169166 h 751123"/>
              <a:gd name="csX28" fmla="*/ 275275 w 711355"/>
              <a:gd name="csY28" fmla="*/ 173100 h 751123"/>
              <a:gd name="csX29" fmla="*/ 241899 w 711355"/>
              <a:gd name="csY29" fmla="*/ 263328 h 751123"/>
              <a:gd name="csX30" fmla="*/ 35045 w 711355"/>
              <a:gd name="csY30" fmla="*/ 217770 h 751123"/>
              <a:gd name="csX31" fmla="*/ 21 w 711355"/>
              <a:gd name="csY31" fmla="*/ 424115 h 751123"/>
              <a:gd name="csX32" fmla="*/ 118168 w 711355"/>
              <a:gd name="csY32" fmla="*/ 367389 h 751123"/>
              <a:gd name="csX33" fmla="*/ 134284 w 711355"/>
              <a:gd name="csY33" fmla="*/ 402795 h 751123"/>
              <a:gd name="csX34" fmla="*/ 528 w 711355"/>
              <a:gd name="csY34" fmla="*/ 446450 h 751123"/>
              <a:gd name="csX35" fmla="*/ 97229 w 711355"/>
              <a:gd name="csY35" fmla="*/ 318912 h 751123"/>
              <a:gd name="csX36" fmla="*/ 157381 w 711355"/>
              <a:gd name="csY36" fmla="*/ 306729 h 751123"/>
              <a:gd name="csX37" fmla="*/ 97229 w 711355"/>
              <a:gd name="csY37" fmla="*/ 318912 h 751123"/>
              <a:gd name="csX38" fmla="*/ 578574 w 711355"/>
              <a:gd name="csY38" fmla="*/ 461171 h 751123"/>
              <a:gd name="csX39" fmla="*/ 618041 w 711355"/>
              <a:gd name="csY39" fmla="*/ 480587 h 751123"/>
              <a:gd name="csX40" fmla="*/ 578574 w 711355"/>
              <a:gd name="csY40" fmla="*/ 461171 h 751123"/>
              <a:gd name="csX41" fmla="*/ 312838 w 711355"/>
              <a:gd name="csY41" fmla="*/ 551399 h 751123"/>
              <a:gd name="csX42" fmla="*/ 353193 w 711355"/>
              <a:gd name="csY42" fmla="*/ 624242 h 751123"/>
              <a:gd name="csX43" fmla="*/ 312838 w 711355"/>
              <a:gd name="csY43" fmla="*/ 551399 h 751123"/>
            </a:gdLst>
            <a:ahLst/>
            <a:cxnLst/>
            <a:rect l="l" t="t" r="r" b="b"/>
            <a:pathLst>
              <a:path w="711355" h="751123">
                <a:moveTo>
                  <a:pt x="782" y="446196"/>
                </a:moveTo>
                <a:lnTo>
                  <a:pt x="782" y="446196"/>
                </a:lnTo>
                <a:cubicBezTo>
                  <a:pt x="1289" y="459648"/>
                  <a:pt x="2051" y="472846"/>
                  <a:pt x="2939" y="485663"/>
                </a:cubicBezTo>
                <a:cubicBezTo>
                  <a:pt x="32635" y="464851"/>
                  <a:pt x="69818" y="445816"/>
                  <a:pt x="109412" y="441501"/>
                </a:cubicBezTo>
                <a:cubicBezTo>
                  <a:pt x="201544" y="431729"/>
                  <a:pt x="195706" y="501780"/>
                  <a:pt x="134158" y="504699"/>
                </a:cubicBezTo>
                <a:cubicBezTo>
                  <a:pt x="75401" y="507491"/>
                  <a:pt x="36061" y="517516"/>
                  <a:pt x="7635" y="530079"/>
                </a:cubicBezTo>
                <a:cubicBezTo>
                  <a:pt x="22736" y="651780"/>
                  <a:pt x="56112" y="749622"/>
                  <a:pt x="61188" y="751019"/>
                </a:cubicBezTo>
                <a:cubicBezTo>
                  <a:pt x="66264" y="752161"/>
                  <a:pt x="178954" y="744166"/>
                  <a:pt x="304716" y="720181"/>
                </a:cubicBezTo>
                <a:cubicBezTo>
                  <a:pt x="281746" y="671323"/>
                  <a:pt x="229589" y="606475"/>
                  <a:pt x="256239" y="601145"/>
                </a:cubicBezTo>
                <a:cubicBezTo>
                  <a:pt x="283523" y="595689"/>
                  <a:pt x="311949" y="653683"/>
                  <a:pt x="326670" y="715739"/>
                </a:cubicBezTo>
                <a:cubicBezTo>
                  <a:pt x="387330" y="703430"/>
                  <a:pt x="449893" y="687440"/>
                  <a:pt x="503827" y="667008"/>
                </a:cubicBezTo>
                <a:cubicBezTo>
                  <a:pt x="463219" y="631856"/>
                  <a:pt x="400655" y="588201"/>
                  <a:pt x="424513" y="569673"/>
                </a:cubicBezTo>
                <a:cubicBezTo>
                  <a:pt x="448498" y="550892"/>
                  <a:pt x="498244" y="612567"/>
                  <a:pt x="528066" y="657237"/>
                </a:cubicBezTo>
                <a:cubicBezTo>
                  <a:pt x="557635" y="644546"/>
                  <a:pt x="583903" y="630460"/>
                  <a:pt x="604589" y="614597"/>
                </a:cubicBezTo>
                <a:cubicBezTo>
                  <a:pt x="549893" y="534394"/>
                  <a:pt x="416772" y="518023"/>
                  <a:pt x="434157" y="460029"/>
                </a:cubicBezTo>
                <a:cubicBezTo>
                  <a:pt x="451924" y="400892"/>
                  <a:pt x="576163" y="482490"/>
                  <a:pt x="632000" y="589978"/>
                </a:cubicBezTo>
                <a:cubicBezTo>
                  <a:pt x="697736" y="521831"/>
                  <a:pt x="716899" y="425384"/>
                  <a:pt x="710046" y="343024"/>
                </a:cubicBezTo>
                <a:cubicBezTo>
                  <a:pt x="652813" y="336424"/>
                  <a:pt x="542787" y="348480"/>
                  <a:pt x="550655" y="307364"/>
                </a:cubicBezTo>
                <a:cubicBezTo>
                  <a:pt x="558142" y="268277"/>
                  <a:pt x="638219" y="274115"/>
                  <a:pt x="703320" y="298100"/>
                </a:cubicBezTo>
                <a:cubicBezTo>
                  <a:pt x="695325" y="260790"/>
                  <a:pt x="681746" y="228937"/>
                  <a:pt x="665122" y="207617"/>
                </a:cubicBezTo>
                <a:cubicBezTo>
                  <a:pt x="604843" y="130206"/>
                  <a:pt x="420833" y="228683"/>
                  <a:pt x="420833" y="228683"/>
                </a:cubicBezTo>
                <a:cubicBezTo>
                  <a:pt x="420833" y="228683"/>
                  <a:pt x="440503" y="43658"/>
                  <a:pt x="370325" y="11678"/>
                </a:cubicBezTo>
                <a:cubicBezTo>
                  <a:pt x="329843" y="-6723"/>
                  <a:pt x="258523" y="-6596"/>
                  <a:pt x="186822" y="35663"/>
                </a:cubicBezTo>
                <a:cubicBezTo>
                  <a:pt x="227051" y="38963"/>
                  <a:pt x="275528" y="51653"/>
                  <a:pt x="295072" y="79572"/>
                </a:cubicBezTo>
                <a:cubicBezTo>
                  <a:pt x="320071" y="115105"/>
                  <a:pt x="280604" y="134521"/>
                  <a:pt x="255604" y="118023"/>
                </a:cubicBezTo>
                <a:cubicBezTo>
                  <a:pt x="237965" y="106348"/>
                  <a:pt x="205097" y="69800"/>
                  <a:pt x="145706" y="64978"/>
                </a:cubicBezTo>
                <a:cubicBezTo>
                  <a:pt x="122609" y="84140"/>
                  <a:pt x="100147" y="108506"/>
                  <a:pt x="79208" y="138582"/>
                </a:cubicBezTo>
                <a:cubicBezTo>
                  <a:pt x="72482" y="148099"/>
                  <a:pt x="66137" y="158252"/>
                  <a:pt x="59792" y="169166"/>
                </a:cubicBezTo>
                <a:cubicBezTo>
                  <a:pt x="117660" y="145054"/>
                  <a:pt x="194310" y="132744"/>
                  <a:pt x="275275" y="173100"/>
                </a:cubicBezTo>
                <a:cubicBezTo>
                  <a:pt x="355097" y="212693"/>
                  <a:pt x="310553" y="295561"/>
                  <a:pt x="241899" y="263328"/>
                </a:cubicBezTo>
                <a:cubicBezTo>
                  <a:pt x="174005" y="231475"/>
                  <a:pt x="107889" y="199496"/>
                  <a:pt x="35045" y="217770"/>
                </a:cubicBezTo>
                <a:cubicBezTo>
                  <a:pt x="8269" y="279318"/>
                  <a:pt x="-487" y="352287"/>
                  <a:pt x="21" y="424115"/>
                </a:cubicBezTo>
                <a:cubicBezTo>
                  <a:pt x="27305" y="404318"/>
                  <a:pt x="67660" y="380714"/>
                  <a:pt x="118168" y="367389"/>
                </a:cubicBezTo>
                <a:cubicBezTo>
                  <a:pt x="197483" y="346577"/>
                  <a:pt x="221467" y="393912"/>
                  <a:pt x="134284" y="402795"/>
                </a:cubicBezTo>
                <a:cubicBezTo>
                  <a:pt x="78954" y="408379"/>
                  <a:pt x="32381" y="428684"/>
                  <a:pt x="528" y="446450"/>
                </a:cubicBezTo>
                <a:close/>
                <a:moveTo>
                  <a:pt x="97229" y="318912"/>
                </a:moveTo>
                <a:cubicBezTo>
                  <a:pt x="91772" y="293150"/>
                  <a:pt x="147990" y="285790"/>
                  <a:pt x="157381" y="306729"/>
                </a:cubicBezTo>
                <a:cubicBezTo>
                  <a:pt x="165122" y="324495"/>
                  <a:pt x="102558" y="344673"/>
                  <a:pt x="97229" y="318912"/>
                </a:cubicBezTo>
                <a:close/>
                <a:moveTo>
                  <a:pt x="578574" y="461171"/>
                </a:moveTo>
                <a:cubicBezTo>
                  <a:pt x="583903" y="447211"/>
                  <a:pt x="621467" y="463074"/>
                  <a:pt x="618041" y="480587"/>
                </a:cubicBezTo>
                <a:cubicBezTo>
                  <a:pt x="613345" y="503937"/>
                  <a:pt x="573371" y="475257"/>
                  <a:pt x="578574" y="461171"/>
                </a:cubicBezTo>
                <a:close/>
                <a:moveTo>
                  <a:pt x="312838" y="551399"/>
                </a:moveTo>
                <a:cubicBezTo>
                  <a:pt x="340249" y="540486"/>
                  <a:pt x="383143" y="608633"/>
                  <a:pt x="353193" y="624242"/>
                </a:cubicBezTo>
                <a:cubicBezTo>
                  <a:pt x="323244" y="639851"/>
                  <a:pt x="290376" y="560409"/>
                  <a:pt x="312838" y="551399"/>
                </a:cubicBezTo>
                <a:close/>
              </a:path>
            </a:pathLst>
          </a:custGeom>
          <a:solidFill>
            <a:srgbClr val="FFC727"/>
          </a:solidFill>
          <a:ln w="12677">
            <a:noFill/>
            <a:prstDash val="solid"/>
          </a:ln>
        </p:spPr>
        <p:txBody>
          <a:bodyPr/>
          <a:lstStyle/>
          <a:p>
            <a:endParaRPr/>
          </a:p>
        </p:txBody>
      </p:sp>
      <p:sp>
        <p:nvSpPr>
          <p:cNvPr id="593" name="Freeform: Shape 592">
            <a:extLst>
              <a:ext uri="{FF2B5EF4-FFF2-40B4-BE49-F238E27FC236}">
                <a16:creationId xmlns:a16="http://schemas.microsoft.com/office/drawing/2014/main" id="{1DA5EFF5-1E89-C342-4FD1-F392E0A813A1}"/>
              </a:ext>
            </a:extLst>
          </p:cNvPr>
          <p:cNvSpPr>
            <a:spLocks noGrp="1"/>
          </p:cNvSpPr>
          <p:nvPr/>
        </p:nvSpPr>
        <p:spPr>
          <a:xfrm>
            <a:off x="10347450" y="3751182"/>
            <a:ext cx="301882" cy="317196"/>
          </a:xfrm>
          <a:custGeom>
            <a:avLst/>
            <a:gdLst>
              <a:gd name="csX0" fmla="*/ 625 w 464539"/>
              <a:gd name="csY0" fmla="*/ 502026 h 504643"/>
              <a:gd name="csX1" fmla="*/ 126259 w 464539"/>
              <a:gd name="csY1" fmla="*/ 295554 h 504643"/>
              <a:gd name="csX2" fmla="*/ 189584 w 464539"/>
              <a:gd name="csY2" fmla="*/ 202534 h 504643"/>
              <a:gd name="csX3" fmla="*/ 179685 w 464539"/>
              <a:gd name="csY3" fmla="*/ 200249 h 504643"/>
              <a:gd name="csX4" fmla="*/ 163188 w 464539"/>
              <a:gd name="csY4" fmla="*/ 197077 h 504643"/>
              <a:gd name="csX5" fmla="*/ 124863 w 464539"/>
              <a:gd name="csY5" fmla="*/ 191747 h 504643"/>
              <a:gd name="csX6" fmla="*/ 88569 w 464539"/>
              <a:gd name="csY6" fmla="*/ 189717 h 504643"/>
              <a:gd name="csX7" fmla="*/ 49736 w 464539"/>
              <a:gd name="csY7" fmla="*/ 191747 h 504643"/>
              <a:gd name="csX8" fmla="*/ 49356 w 464539"/>
              <a:gd name="csY8" fmla="*/ 189717 h 504643"/>
              <a:gd name="csX9" fmla="*/ 88442 w 464539"/>
              <a:gd name="csY9" fmla="*/ 188320 h 504643"/>
              <a:gd name="csX10" fmla="*/ 126132 w 464539"/>
              <a:gd name="csY10" fmla="*/ 189209 h 504643"/>
              <a:gd name="csX11" fmla="*/ 161285 w 464539"/>
              <a:gd name="csY11" fmla="*/ 192889 h 504643"/>
              <a:gd name="csX12" fmla="*/ 180574 w 464539"/>
              <a:gd name="csY12" fmla="*/ 196315 h 504643"/>
              <a:gd name="csX13" fmla="*/ 192249 w 464539"/>
              <a:gd name="csY13" fmla="*/ 198727 h 504643"/>
              <a:gd name="csX14" fmla="*/ 261919 w 464539"/>
              <a:gd name="csY14" fmla="*/ 108244 h 504643"/>
              <a:gd name="csX15" fmla="*/ 35650 w 464539"/>
              <a:gd name="csY15" fmla="*/ 36036 h 504643"/>
              <a:gd name="csX16" fmla="*/ 36157 w 464539"/>
              <a:gd name="csY16" fmla="*/ 34006 h 504643"/>
              <a:gd name="csX17" fmla="*/ 265726 w 464539"/>
              <a:gd name="csY17" fmla="*/ 103676 h 504643"/>
              <a:gd name="csX18" fmla="*/ 305574 w 464539"/>
              <a:gd name="csY18" fmla="*/ 55199 h 504643"/>
              <a:gd name="csX19" fmla="*/ 349991 w 464539"/>
              <a:gd name="csY19" fmla="*/ 503 h 504643"/>
              <a:gd name="csX20" fmla="*/ 351640 w 464539"/>
              <a:gd name="csY20" fmla="*/ 1772 h 504643"/>
              <a:gd name="csX21" fmla="*/ 299229 w 464539"/>
              <a:gd name="csY21" fmla="*/ 65986 h 504643"/>
              <a:gd name="csX22" fmla="*/ 299609 w 464539"/>
              <a:gd name="csY22" fmla="*/ 65986 h 504643"/>
              <a:gd name="csX23" fmla="*/ 383747 w 464539"/>
              <a:gd name="csY23" fmla="*/ 133625 h 504643"/>
              <a:gd name="csX24" fmla="*/ 464204 w 464539"/>
              <a:gd name="csY24" fmla="*/ 209133 h 504643"/>
              <a:gd name="csX25" fmla="*/ 462807 w 464539"/>
              <a:gd name="csY25" fmla="*/ 210656 h 504643"/>
              <a:gd name="csX26" fmla="*/ 382351 w 464539"/>
              <a:gd name="csY26" fmla="*/ 137305 h 504643"/>
              <a:gd name="csX27" fmla="*/ 296944 w 464539"/>
              <a:gd name="csY27" fmla="*/ 69793 h 504643"/>
              <a:gd name="csX28" fmla="*/ 296691 w 464539"/>
              <a:gd name="csY28" fmla="*/ 69412 h 504643"/>
              <a:gd name="csX29" fmla="*/ 277401 w 464539"/>
              <a:gd name="csY29" fmla="*/ 94793 h 504643"/>
              <a:gd name="csX30" fmla="*/ 267629 w 464539"/>
              <a:gd name="csY30" fmla="*/ 107483 h 504643"/>
              <a:gd name="csX31" fmla="*/ 266995 w 464539"/>
              <a:gd name="csY31" fmla="*/ 108371 h 504643"/>
              <a:gd name="csX32" fmla="*/ 234889 w 464539"/>
              <a:gd name="csY32" fmla="*/ 150503 h 504643"/>
              <a:gd name="csX33" fmla="*/ 266868 w 464539"/>
              <a:gd name="csY33" fmla="*/ 208117 h 504643"/>
              <a:gd name="csX34" fmla="*/ 291614 w 464539"/>
              <a:gd name="csY34" fmla="*/ 268016 h 504643"/>
              <a:gd name="csX35" fmla="*/ 326133 w 464539"/>
              <a:gd name="csY35" fmla="*/ 397584 h 504643"/>
              <a:gd name="csX36" fmla="*/ 324102 w 464539"/>
              <a:gd name="csY36" fmla="*/ 398219 h 504643"/>
              <a:gd name="csX37" fmla="*/ 286412 w 464539"/>
              <a:gd name="csY37" fmla="*/ 271189 h 504643"/>
              <a:gd name="csX38" fmla="*/ 259761 w 464539"/>
              <a:gd name="csY38" fmla="*/ 208879 h 504643"/>
              <a:gd name="csX39" fmla="*/ 232731 w 464539"/>
              <a:gd name="csY39" fmla="*/ 153295 h 504643"/>
              <a:gd name="csX40" fmla="*/ 205193 w 464539"/>
              <a:gd name="csY40" fmla="*/ 190478 h 504643"/>
              <a:gd name="csX41" fmla="*/ 197452 w 464539"/>
              <a:gd name="csY41" fmla="*/ 201392 h 504643"/>
              <a:gd name="csX42" fmla="*/ 196564 w 464539"/>
              <a:gd name="csY42" fmla="*/ 203295 h 504643"/>
              <a:gd name="csX43" fmla="*/ 196183 w 464539"/>
              <a:gd name="csY43" fmla="*/ 203295 h 504643"/>
              <a:gd name="csX44" fmla="*/ 114458 w 464539"/>
              <a:gd name="csY44" fmla="*/ 324615 h 504643"/>
              <a:gd name="csX45" fmla="*/ 118010 w 464539"/>
              <a:gd name="csY45" fmla="*/ 333625 h 504643"/>
              <a:gd name="csX46" fmla="*/ 122706 w 464539"/>
              <a:gd name="csY46" fmla="*/ 348727 h 504643"/>
              <a:gd name="csX47" fmla="*/ 129939 w 464539"/>
              <a:gd name="csY47" fmla="*/ 379437 h 504643"/>
              <a:gd name="csX48" fmla="*/ 134000 w 464539"/>
              <a:gd name="csY48" fmla="*/ 408879 h 504643"/>
              <a:gd name="csX49" fmla="*/ 136412 w 464539"/>
              <a:gd name="csY49" fmla="*/ 442382 h 504643"/>
              <a:gd name="csX50" fmla="*/ 134381 w 464539"/>
              <a:gd name="csY50" fmla="*/ 442382 h 504643"/>
              <a:gd name="csX51" fmla="*/ 132097 w 464539"/>
              <a:gd name="csY51" fmla="*/ 411163 h 504643"/>
              <a:gd name="csX52" fmla="*/ 126132 w 464539"/>
              <a:gd name="csY52" fmla="*/ 379437 h 504643"/>
              <a:gd name="csX53" fmla="*/ 118518 w 464539"/>
              <a:gd name="csY53" fmla="*/ 351138 h 504643"/>
              <a:gd name="csX54" fmla="*/ 113949 w 464539"/>
              <a:gd name="csY54" fmla="*/ 337179 h 504643"/>
              <a:gd name="csX55" fmla="*/ 111031 w 464539"/>
              <a:gd name="csY55" fmla="*/ 329564 h 504643"/>
              <a:gd name="csX56" fmla="*/ 74483 w 464539"/>
              <a:gd name="csY56" fmla="*/ 387686 h 504643"/>
              <a:gd name="csX57" fmla="*/ 3417 w 464539"/>
              <a:gd name="csY57" fmla="*/ 503803 h 504643"/>
              <a:gd name="csX58" fmla="*/ 244 w 464539"/>
              <a:gd name="csY58" fmla="*/ 502026 h 504643"/>
            </a:gdLst>
            <a:ahLst/>
            <a:cxnLst/>
            <a:rect l="l" t="t" r="r" b="b"/>
            <a:pathLst>
              <a:path w="464539" h="504643">
                <a:moveTo>
                  <a:pt x="625" y="502026"/>
                </a:moveTo>
                <a:cubicBezTo>
                  <a:pt x="41995" y="432864"/>
                  <a:pt x="82858" y="363448"/>
                  <a:pt x="126259" y="295554"/>
                </a:cubicBezTo>
                <a:cubicBezTo>
                  <a:pt x="146437" y="263955"/>
                  <a:pt x="167630" y="232991"/>
                  <a:pt x="189584" y="202534"/>
                </a:cubicBezTo>
                <a:cubicBezTo>
                  <a:pt x="186285" y="201899"/>
                  <a:pt x="182985" y="200884"/>
                  <a:pt x="179685" y="200249"/>
                </a:cubicBezTo>
                <a:cubicBezTo>
                  <a:pt x="174229" y="199107"/>
                  <a:pt x="168772" y="198092"/>
                  <a:pt x="163188" y="197077"/>
                </a:cubicBezTo>
                <a:cubicBezTo>
                  <a:pt x="150498" y="194920"/>
                  <a:pt x="137680" y="193016"/>
                  <a:pt x="124863" y="191747"/>
                </a:cubicBezTo>
                <a:cubicBezTo>
                  <a:pt x="112808" y="190478"/>
                  <a:pt x="100752" y="189843"/>
                  <a:pt x="88569" y="189717"/>
                </a:cubicBezTo>
                <a:cubicBezTo>
                  <a:pt x="76005" y="189590"/>
                  <a:pt x="62173" y="189082"/>
                  <a:pt x="49736" y="191747"/>
                </a:cubicBezTo>
                <a:cubicBezTo>
                  <a:pt x="48213" y="192128"/>
                  <a:pt x="47959" y="189590"/>
                  <a:pt x="49356" y="189717"/>
                </a:cubicBezTo>
                <a:cubicBezTo>
                  <a:pt x="62300" y="190224"/>
                  <a:pt x="75498" y="188575"/>
                  <a:pt x="88442" y="188320"/>
                </a:cubicBezTo>
                <a:cubicBezTo>
                  <a:pt x="101006" y="188193"/>
                  <a:pt x="113569" y="188448"/>
                  <a:pt x="126132" y="189209"/>
                </a:cubicBezTo>
                <a:cubicBezTo>
                  <a:pt x="137934" y="189970"/>
                  <a:pt x="149609" y="191112"/>
                  <a:pt x="161285" y="192889"/>
                </a:cubicBezTo>
                <a:cubicBezTo>
                  <a:pt x="167756" y="193904"/>
                  <a:pt x="174102" y="195046"/>
                  <a:pt x="180574" y="196315"/>
                </a:cubicBezTo>
                <a:cubicBezTo>
                  <a:pt x="184381" y="197077"/>
                  <a:pt x="188442" y="197585"/>
                  <a:pt x="192249" y="198727"/>
                </a:cubicBezTo>
                <a:cubicBezTo>
                  <a:pt x="214584" y="167889"/>
                  <a:pt x="237934" y="137813"/>
                  <a:pt x="261919" y="108244"/>
                </a:cubicBezTo>
                <a:cubicBezTo>
                  <a:pt x="189457" y="74996"/>
                  <a:pt x="114838" y="47457"/>
                  <a:pt x="35650" y="36036"/>
                </a:cubicBezTo>
                <a:cubicBezTo>
                  <a:pt x="34381" y="35783"/>
                  <a:pt x="34889" y="33752"/>
                  <a:pt x="36157" y="34006"/>
                </a:cubicBezTo>
                <a:cubicBezTo>
                  <a:pt x="115092" y="46569"/>
                  <a:pt x="194280" y="67001"/>
                  <a:pt x="265726" y="103676"/>
                </a:cubicBezTo>
                <a:cubicBezTo>
                  <a:pt x="278924" y="87432"/>
                  <a:pt x="292249" y="71315"/>
                  <a:pt x="305574" y="55199"/>
                </a:cubicBezTo>
                <a:cubicBezTo>
                  <a:pt x="320549" y="37178"/>
                  <a:pt x="336539" y="19666"/>
                  <a:pt x="349991" y="503"/>
                </a:cubicBezTo>
                <a:cubicBezTo>
                  <a:pt x="350878" y="-766"/>
                  <a:pt x="352655" y="630"/>
                  <a:pt x="351640" y="1772"/>
                </a:cubicBezTo>
                <a:cubicBezTo>
                  <a:pt x="332858" y="21823"/>
                  <a:pt x="315853" y="43904"/>
                  <a:pt x="299229" y="65986"/>
                </a:cubicBezTo>
                <a:cubicBezTo>
                  <a:pt x="299355" y="65986"/>
                  <a:pt x="299482" y="65986"/>
                  <a:pt x="299609" y="65986"/>
                </a:cubicBezTo>
                <a:cubicBezTo>
                  <a:pt x="329432" y="85909"/>
                  <a:pt x="356970" y="109767"/>
                  <a:pt x="383747" y="133625"/>
                </a:cubicBezTo>
                <a:cubicBezTo>
                  <a:pt x="411284" y="157991"/>
                  <a:pt x="438062" y="183244"/>
                  <a:pt x="464204" y="209133"/>
                </a:cubicBezTo>
                <a:cubicBezTo>
                  <a:pt x="465218" y="210021"/>
                  <a:pt x="463696" y="211544"/>
                  <a:pt x="462807" y="210656"/>
                </a:cubicBezTo>
                <a:cubicBezTo>
                  <a:pt x="437046" y="185021"/>
                  <a:pt x="410270" y="160529"/>
                  <a:pt x="382351" y="137305"/>
                </a:cubicBezTo>
                <a:cubicBezTo>
                  <a:pt x="354432" y="114082"/>
                  <a:pt x="324990" y="92762"/>
                  <a:pt x="296944" y="69793"/>
                </a:cubicBezTo>
                <a:cubicBezTo>
                  <a:pt x="296818" y="69793"/>
                  <a:pt x="296944" y="69539"/>
                  <a:pt x="296691" y="69412"/>
                </a:cubicBezTo>
                <a:cubicBezTo>
                  <a:pt x="290219" y="77915"/>
                  <a:pt x="283873" y="86417"/>
                  <a:pt x="277401" y="94793"/>
                </a:cubicBezTo>
                <a:cubicBezTo>
                  <a:pt x="274102" y="98980"/>
                  <a:pt x="270929" y="103295"/>
                  <a:pt x="267629" y="107483"/>
                </a:cubicBezTo>
                <a:cubicBezTo>
                  <a:pt x="267503" y="107864"/>
                  <a:pt x="267249" y="108117"/>
                  <a:pt x="266995" y="108371"/>
                </a:cubicBezTo>
                <a:cubicBezTo>
                  <a:pt x="256209" y="122331"/>
                  <a:pt x="245548" y="136417"/>
                  <a:pt x="234889" y="150503"/>
                </a:cubicBezTo>
                <a:cubicBezTo>
                  <a:pt x="247960" y="167889"/>
                  <a:pt x="257477" y="188575"/>
                  <a:pt x="266868" y="208117"/>
                </a:cubicBezTo>
                <a:cubicBezTo>
                  <a:pt x="276133" y="227661"/>
                  <a:pt x="284254" y="247711"/>
                  <a:pt x="291614" y="268016"/>
                </a:cubicBezTo>
                <a:cubicBezTo>
                  <a:pt x="306970" y="310021"/>
                  <a:pt x="317376" y="353803"/>
                  <a:pt x="326133" y="397584"/>
                </a:cubicBezTo>
                <a:cubicBezTo>
                  <a:pt x="326386" y="398853"/>
                  <a:pt x="324356" y="399488"/>
                  <a:pt x="324102" y="398219"/>
                </a:cubicBezTo>
                <a:cubicBezTo>
                  <a:pt x="315853" y="354691"/>
                  <a:pt x="302148" y="312686"/>
                  <a:pt x="286412" y="271189"/>
                </a:cubicBezTo>
                <a:cubicBezTo>
                  <a:pt x="278417" y="249996"/>
                  <a:pt x="269279" y="229437"/>
                  <a:pt x="259761" y="208879"/>
                </a:cubicBezTo>
                <a:cubicBezTo>
                  <a:pt x="251132" y="190224"/>
                  <a:pt x="240726" y="172204"/>
                  <a:pt x="232731" y="153295"/>
                </a:cubicBezTo>
                <a:cubicBezTo>
                  <a:pt x="223467" y="165605"/>
                  <a:pt x="214204" y="178041"/>
                  <a:pt x="205193" y="190478"/>
                </a:cubicBezTo>
                <a:cubicBezTo>
                  <a:pt x="202529" y="194158"/>
                  <a:pt x="199990" y="197838"/>
                  <a:pt x="197452" y="201392"/>
                </a:cubicBezTo>
                <a:cubicBezTo>
                  <a:pt x="197832" y="202153"/>
                  <a:pt x="197579" y="203295"/>
                  <a:pt x="196564" y="203295"/>
                </a:cubicBezTo>
                <a:cubicBezTo>
                  <a:pt x="196437" y="203295"/>
                  <a:pt x="196310" y="203295"/>
                  <a:pt x="196183" y="203295"/>
                </a:cubicBezTo>
                <a:cubicBezTo>
                  <a:pt x="167756" y="242889"/>
                  <a:pt x="140726" y="283498"/>
                  <a:pt x="114458" y="324615"/>
                </a:cubicBezTo>
                <a:cubicBezTo>
                  <a:pt x="116234" y="327280"/>
                  <a:pt x="116995" y="330453"/>
                  <a:pt x="118010" y="333625"/>
                </a:cubicBezTo>
                <a:cubicBezTo>
                  <a:pt x="119660" y="338574"/>
                  <a:pt x="121310" y="343650"/>
                  <a:pt x="122706" y="348727"/>
                </a:cubicBezTo>
                <a:cubicBezTo>
                  <a:pt x="125624" y="358879"/>
                  <a:pt x="128036" y="369158"/>
                  <a:pt x="129939" y="379437"/>
                </a:cubicBezTo>
                <a:cubicBezTo>
                  <a:pt x="131716" y="389209"/>
                  <a:pt x="133112" y="398981"/>
                  <a:pt x="134000" y="408879"/>
                </a:cubicBezTo>
                <a:cubicBezTo>
                  <a:pt x="135016" y="419793"/>
                  <a:pt x="134000" y="431721"/>
                  <a:pt x="136412" y="442382"/>
                </a:cubicBezTo>
                <a:cubicBezTo>
                  <a:pt x="136792" y="444031"/>
                  <a:pt x="134127" y="444158"/>
                  <a:pt x="134381" y="442382"/>
                </a:cubicBezTo>
                <a:cubicBezTo>
                  <a:pt x="136030" y="432483"/>
                  <a:pt x="133493" y="421062"/>
                  <a:pt x="132097" y="411163"/>
                </a:cubicBezTo>
                <a:cubicBezTo>
                  <a:pt x="130574" y="400503"/>
                  <a:pt x="128544" y="389843"/>
                  <a:pt x="126132" y="379437"/>
                </a:cubicBezTo>
                <a:cubicBezTo>
                  <a:pt x="123848" y="369919"/>
                  <a:pt x="121310" y="360529"/>
                  <a:pt x="118518" y="351138"/>
                </a:cubicBezTo>
                <a:cubicBezTo>
                  <a:pt x="117122" y="346442"/>
                  <a:pt x="115599" y="341747"/>
                  <a:pt x="113949" y="337179"/>
                </a:cubicBezTo>
                <a:cubicBezTo>
                  <a:pt x="113061" y="334767"/>
                  <a:pt x="111919" y="332102"/>
                  <a:pt x="111031" y="329564"/>
                </a:cubicBezTo>
                <a:cubicBezTo>
                  <a:pt x="98721" y="348853"/>
                  <a:pt x="86539" y="368270"/>
                  <a:pt x="74483" y="387686"/>
                </a:cubicBezTo>
                <a:cubicBezTo>
                  <a:pt x="50625" y="426392"/>
                  <a:pt x="27148" y="465097"/>
                  <a:pt x="3417" y="503803"/>
                </a:cubicBezTo>
                <a:cubicBezTo>
                  <a:pt x="2274" y="505706"/>
                  <a:pt x="-898" y="504057"/>
                  <a:pt x="244" y="502026"/>
                </a:cubicBezTo>
                <a:close/>
              </a:path>
            </a:pathLst>
          </a:custGeom>
          <a:solidFill>
            <a:srgbClr val="263238"/>
          </a:solidFill>
          <a:ln w="12677">
            <a:noFill/>
            <a:prstDash val="solid"/>
          </a:ln>
        </p:spPr>
        <p:txBody>
          <a:bodyPr/>
          <a:lstStyle/>
          <a:p>
            <a:endParaRPr/>
          </a:p>
        </p:txBody>
      </p:sp>
      <p:sp>
        <p:nvSpPr>
          <p:cNvPr id="583" name="Freeform: Shape 582">
            <a:extLst>
              <a:ext uri="{FF2B5EF4-FFF2-40B4-BE49-F238E27FC236}">
                <a16:creationId xmlns:a16="http://schemas.microsoft.com/office/drawing/2014/main" id="{C373DC09-CED9-52F1-DD9C-F99C9376831D}"/>
              </a:ext>
            </a:extLst>
          </p:cNvPr>
          <p:cNvSpPr>
            <a:spLocks noGrp="1"/>
          </p:cNvSpPr>
          <p:nvPr/>
        </p:nvSpPr>
        <p:spPr>
          <a:xfrm>
            <a:off x="10762179" y="3976635"/>
            <a:ext cx="309939" cy="428480"/>
          </a:xfrm>
          <a:custGeom>
            <a:avLst/>
            <a:gdLst>
              <a:gd name="csX0" fmla="*/ 0 w 476937"/>
              <a:gd name="csY0" fmla="*/ 674180 h 681691"/>
              <a:gd name="csX1" fmla="*/ 11549 w 476937"/>
              <a:gd name="csY1" fmla="*/ 556667 h 681691"/>
              <a:gd name="csX2" fmla="*/ 24366 w 476937"/>
              <a:gd name="csY2" fmla="*/ 439282 h 681691"/>
              <a:gd name="csX3" fmla="*/ 54695 w 476937"/>
              <a:gd name="csY3" fmla="*/ 212759 h 681691"/>
              <a:gd name="csX4" fmla="*/ 146828 w 476937"/>
              <a:gd name="csY4" fmla="*/ 43342 h 681691"/>
              <a:gd name="csX5" fmla="*/ 237183 w 476937"/>
              <a:gd name="csY5" fmla="*/ 195 h 681691"/>
              <a:gd name="csX6" fmla="*/ 333122 w 476937"/>
              <a:gd name="csY6" fmla="*/ 29764 h 681691"/>
              <a:gd name="csX7" fmla="*/ 413832 w 476937"/>
              <a:gd name="csY7" fmla="*/ 114789 h 681691"/>
              <a:gd name="csX8" fmla="*/ 476777 w 476937"/>
              <a:gd name="csY8" fmla="*/ 216947 h 681691"/>
              <a:gd name="csX9" fmla="*/ 474620 w 476937"/>
              <a:gd name="csY9" fmla="*/ 217835 h 681691"/>
              <a:gd name="csX10" fmla="*/ 338452 w 476937"/>
              <a:gd name="csY10" fmla="*/ 65297 h 681691"/>
              <a:gd name="csX11" fmla="*/ 252665 w 476937"/>
              <a:gd name="csY11" fmla="*/ 29510 h 681691"/>
              <a:gd name="csX12" fmla="*/ 169417 w 476937"/>
              <a:gd name="csY12" fmla="*/ 62632 h 681691"/>
              <a:gd name="csX13" fmla="*/ 81599 w 476937"/>
              <a:gd name="csY13" fmla="*/ 218089 h 681691"/>
              <a:gd name="csX14" fmla="*/ 47589 w 476937"/>
              <a:gd name="csY14" fmla="*/ 427353 h 681691"/>
              <a:gd name="csX15" fmla="*/ 31346 w 476937"/>
              <a:gd name="csY15" fmla="*/ 551718 h 681691"/>
              <a:gd name="csX16" fmla="*/ 13706 w 476937"/>
              <a:gd name="csY16" fmla="*/ 675957 h 681691"/>
              <a:gd name="csX17" fmla="*/ 127 w 476937"/>
              <a:gd name="csY17" fmla="*/ 674053 h 681691"/>
            </a:gdLst>
            <a:ahLst/>
            <a:cxnLst/>
            <a:rect l="l" t="t" r="r" b="b"/>
            <a:pathLst>
              <a:path w="476937" h="681691">
                <a:moveTo>
                  <a:pt x="0" y="674180"/>
                </a:moveTo>
                <a:cubicBezTo>
                  <a:pt x="1015" y="634967"/>
                  <a:pt x="7234" y="595500"/>
                  <a:pt x="11549" y="556667"/>
                </a:cubicBezTo>
                <a:cubicBezTo>
                  <a:pt x="15736" y="517581"/>
                  <a:pt x="20178" y="478368"/>
                  <a:pt x="24366" y="439282"/>
                </a:cubicBezTo>
                <a:cubicBezTo>
                  <a:pt x="32360" y="363901"/>
                  <a:pt x="36929" y="286744"/>
                  <a:pt x="54695" y="212759"/>
                </a:cubicBezTo>
                <a:cubicBezTo>
                  <a:pt x="69924" y="149180"/>
                  <a:pt x="97970" y="88266"/>
                  <a:pt x="146828" y="43342"/>
                </a:cubicBezTo>
                <a:cubicBezTo>
                  <a:pt x="171574" y="20627"/>
                  <a:pt x="202919" y="2099"/>
                  <a:pt x="237183" y="195"/>
                </a:cubicBezTo>
                <a:cubicBezTo>
                  <a:pt x="272208" y="-1708"/>
                  <a:pt x="304442" y="10474"/>
                  <a:pt x="333122" y="29764"/>
                </a:cubicBezTo>
                <a:cubicBezTo>
                  <a:pt x="365863" y="51845"/>
                  <a:pt x="390990" y="83063"/>
                  <a:pt x="413832" y="114789"/>
                </a:cubicBezTo>
                <a:cubicBezTo>
                  <a:pt x="437310" y="147530"/>
                  <a:pt x="458122" y="181286"/>
                  <a:pt x="476777" y="216947"/>
                </a:cubicBezTo>
                <a:cubicBezTo>
                  <a:pt x="477538" y="218342"/>
                  <a:pt x="475381" y="219104"/>
                  <a:pt x="474620" y="217835"/>
                </a:cubicBezTo>
                <a:cubicBezTo>
                  <a:pt x="440229" y="158317"/>
                  <a:pt x="393021" y="106921"/>
                  <a:pt x="338452" y="65297"/>
                </a:cubicBezTo>
                <a:cubicBezTo>
                  <a:pt x="313325" y="46134"/>
                  <a:pt x="284645" y="31667"/>
                  <a:pt x="252665" y="29510"/>
                </a:cubicBezTo>
                <a:cubicBezTo>
                  <a:pt x="220940" y="27353"/>
                  <a:pt x="192767" y="42454"/>
                  <a:pt x="169417" y="62632"/>
                </a:cubicBezTo>
                <a:cubicBezTo>
                  <a:pt x="123731" y="102352"/>
                  <a:pt x="97336" y="160728"/>
                  <a:pt x="81599" y="218089"/>
                </a:cubicBezTo>
                <a:cubicBezTo>
                  <a:pt x="62944" y="286109"/>
                  <a:pt x="56853" y="357683"/>
                  <a:pt x="47589" y="427353"/>
                </a:cubicBezTo>
                <a:cubicBezTo>
                  <a:pt x="42005" y="468850"/>
                  <a:pt x="36802" y="510221"/>
                  <a:pt x="31346" y="551718"/>
                </a:cubicBezTo>
                <a:cubicBezTo>
                  <a:pt x="25889" y="592962"/>
                  <a:pt x="22462" y="635221"/>
                  <a:pt x="13706" y="675957"/>
                </a:cubicBezTo>
                <a:cubicBezTo>
                  <a:pt x="11802" y="684713"/>
                  <a:pt x="-127" y="682936"/>
                  <a:pt x="127" y="674053"/>
                </a:cubicBezTo>
                <a:close/>
              </a:path>
            </a:pathLst>
          </a:custGeom>
          <a:solidFill>
            <a:srgbClr val="263238"/>
          </a:solidFill>
          <a:ln w="12677">
            <a:noFill/>
            <a:prstDash val="solid"/>
          </a:ln>
        </p:spPr>
        <p:txBody>
          <a:bodyPr/>
          <a:lstStyle/>
          <a:p>
            <a:endParaRPr/>
          </a:p>
        </p:txBody>
      </p:sp>
      <p:sp>
        <p:nvSpPr>
          <p:cNvPr id="585" name="Freeform: Shape 584">
            <a:extLst>
              <a:ext uri="{FF2B5EF4-FFF2-40B4-BE49-F238E27FC236}">
                <a16:creationId xmlns:a16="http://schemas.microsoft.com/office/drawing/2014/main" id="{FD148BFB-4554-C2B6-6F7F-BDAB154A936D}"/>
              </a:ext>
            </a:extLst>
          </p:cNvPr>
          <p:cNvSpPr>
            <a:spLocks noGrp="1"/>
          </p:cNvSpPr>
          <p:nvPr/>
        </p:nvSpPr>
        <p:spPr>
          <a:xfrm>
            <a:off x="10854862" y="3964707"/>
            <a:ext cx="382731" cy="356001"/>
          </a:xfrm>
          <a:custGeom>
            <a:avLst/>
            <a:gdLst>
              <a:gd name="csX0" fmla="*/ 50146 w 588950"/>
              <a:gd name="csY0" fmla="*/ 388969 h 566380"/>
              <a:gd name="csX1" fmla="*/ 92785 w 588950"/>
              <a:gd name="csY1" fmla="*/ 432497 h 566380"/>
              <a:gd name="csX2" fmla="*/ 97862 w 588950"/>
              <a:gd name="csY2" fmla="*/ 290238 h 566380"/>
              <a:gd name="csX3" fmla="*/ 145451 w 588950"/>
              <a:gd name="csY3" fmla="*/ 310923 h 566380"/>
              <a:gd name="csX4" fmla="*/ 116643 w 588950"/>
              <a:gd name="csY4" fmla="*/ 449375 h 566380"/>
              <a:gd name="csX5" fmla="*/ 246719 w 588950"/>
              <a:gd name="csY5" fmla="*/ 510797 h 566380"/>
              <a:gd name="csX6" fmla="*/ 242405 w 588950"/>
              <a:gd name="csY6" fmla="*/ 443792 h 566380"/>
              <a:gd name="csX7" fmla="*/ 282379 w 588950"/>
              <a:gd name="csY7" fmla="*/ 447345 h 566380"/>
              <a:gd name="csX8" fmla="*/ 276034 w 588950"/>
              <a:gd name="csY8" fmla="*/ 520695 h 566380"/>
              <a:gd name="csX9" fmla="*/ 478827 w 588950"/>
              <a:gd name="csY9" fmla="*/ 566380 h 566380"/>
              <a:gd name="csX10" fmla="*/ 562710 w 588950"/>
              <a:gd name="csY10" fmla="*/ 417015 h 566380"/>
              <a:gd name="csX11" fmla="*/ 417025 w 588950"/>
              <a:gd name="csY11" fmla="*/ 367015 h 566380"/>
              <a:gd name="csX12" fmla="*/ 571720 w 588950"/>
              <a:gd name="csY12" fmla="*/ 390238 h 566380"/>
              <a:gd name="csX13" fmla="*/ 588598 w 588950"/>
              <a:gd name="csY13" fmla="*/ 263842 h 566380"/>
              <a:gd name="csX14" fmla="*/ 453826 w 588950"/>
              <a:gd name="csY14" fmla="*/ 241507 h 566380"/>
              <a:gd name="csX15" fmla="*/ 431111 w 588950"/>
              <a:gd name="csY15" fmla="*/ 177040 h 566380"/>
              <a:gd name="csX16" fmla="*/ 585172 w 588950"/>
              <a:gd name="csY16" fmla="*/ 228055 h 566380"/>
              <a:gd name="csX17" fmla="*/ 376034 w 588950"/>
              <a:gd name="csY17" fmla="*/ 137 h 566380"/>
              <a:gd name="csX18" fmla="*/ 285933 w 588950"/>
              <a:gd name="csY18" fmla="*/ 169553 h 566380"/>
              <a:gd name="csX19" fmla="*/ 100654 w 588950"/>
              <a:gd name="csY19" fmla="*/ 104198 h 566380"/>
              <a:gd name="csX20" fmla="*/ 50019 w 588950"/>
              <a:gd name="csY20" fmla="*/ 388842 h 566380"/>
              <a:gd name="csX21" fmla="*/ 426034 w 588950"/>
              <a:gd name="csY21" fmla="*/ 135797 h 566380"/>
              <a:gd name="csX22" fmla="*/ 488979 w 588950"/>
              <a:gd name="csY22" fmla="*/ 136685 h 566380"/>
              <a:gd name="csX23" fmla="*/ 426034 w 588950"/>
              <a:gd name="csY23" fmla="*/ 135797 h 566380"/>
              <a:gd name="csX24" fmla="*/ 527050 w 588950"/>
              <a:gd name="csY24" fmla="*/ 341254 h 566380"/>
              <a:gd name="csX25" fmla="*/ 559030 w 588950"/>
              <a:gd name="csY25" fmla="*/ 342396 h 566380"/>
              <a:gd name="csX26" fmla="*/ 527050 w 588950"/>
              <a:gd name="csY26" fmla="*/ 341254 h 566380"/>
              <a:gd name="csX27" fmla="*/ 189105 w 588950"/>
              <a:gd name="csY27" fmla="*/ 353183 h 566380"/>
              <a:gd name="csX28" fmla="*/ 185933 w 588950"/>
              <a:gd name="csY28" fmla="*/ 430467 h 566380"/>
              <a:gd name="csX29" fmla="*/ 189105 w 588950"/>
              <a:gd name="csY29" fmla="*/ 353183 h 566380"/>
            </a:gdLst>
            <a:ahLst/>
            <a:cxnLst/>
            <a:rect l="l" t="t" r="r" b="b"/>
            <a:pathLst>
              <a:path w="588950" h="566380">
                <a:moveTo>
                  <a:pt x="50146" y="388969"/>
                </a:moveTo>
                <a:cubicBezTo>
                  <a:pt x="61440" y="404705"/>
                  <a:pt x="75908" y="419046"/>
                  <a:pt x="92785" y="432497"/>
                </a:cubicBezTo>
                <a:cubicBezTo>
                  <a:pt x="86314" y="394299"/>
                  <a:pt x="78572" y="326406"/>
                  <a:pt x="97862" y="290238"/>
                </a:cubicBezTo>
                <a:cubicBezTo>
                  <a:pt x="127811" y="234020"/>
                  <a:pt x="163344" y="262066"/>
                  <a:pt x="145451" y="310923"/>
                </a:cubicBezTo>
                <a:cubicBezTo>
                  <a:pt x="119690" y="380594"/>
                  <a:pt x="116390" y="427675"/>
                  <a:pt x="116643" y="449375"/>
                </a:cubicBezTo>
                <a:cubicBezTo>
                  <a:pt x="154588" y="474375"/>
                  <a:pt x="200400" y="494553"/>
                  <a:pt x="246719" y="510797"/>
                </a:cubicBezTo>
                <a:cubicBezTo>
                  <a:pt x="242658" y="492015"/>
                  <a:pt x="239994" y="468665"/>
                  <a:pt x="242405" y="443792"/>
                </a:cubicBezTo>
                <a:cubicBezTo>
                  <a:pt x="248369" y="383766"/>
                  <a:pt x="294308" y="384908"/>
                  <a:pt x="282379" y="447345"/>
                </a:cubicBezTo>
                <a:cubicBezTo>
                  <a:pt x="277177" y="474375"/>
                  <a:pt x="276034" y="500264"/>
                  <a:pt x="276034" y="520695"/>
                </a:cubicBezTo>
                <a:cubicBezTo>
                  <a:pt x="380857" y="553563"/>
                  <a:pt x="478827" y="566380"/>
                  <a:pt x="478827" y="566380"/>
                </a:cubicBezTo>
                <a:cubicBezTo>
                  <a:pt x="517912" y="514350"/>
                  <a:pt x="545197" y="464477"/>
                  <a:pt x="562710" y="417015"/>
                </a:cubicBezTo>
                <a:cubicBezTo>
                  <a:pt x="513852" y="404832"/>
                  <a:pt x="414867" y="402041"/>
                  <a:pt x="417025" y="367015"/>
                </a:cubicBezTo>
                <a:cubicBezTo>
                  <a:pt x="419816" y="320061"/>
                  <a:pt x="515628" y="356228"/>
                  <a:pt x="571720" y="390238"/>
                </a:cubicBezTo>
                <a:cubicBezTo>
                  <a:pt x="585552" y="345188"/>
                  <a:pt x="590374" y="302802"/>
                  <a:pt x="588598" y="263842"/>
                </a:cubicBezTo>
                <a:cubicBezTo>
                  <a:pt x="566644" y="256609"/>
                  <a:pt x="526288" y="247726"/>
                  <a:pt x="453826" y="241507"/>
                </a:cubicBezTo>
                <a:cubicBezTo>
                  <a:pt x="353192" y="232878"/>
                  <a:pt x="358141" y="175771"/>
                  <a:pt x="431111" y="177040"/>
                </a:cubicBezTo>
                <a:cubicBezTo>
                  <a:pt x="484918" y="178055"/>
                  <a:pt x="552938" y="210924"/>
                  <a:pt x="585172" y="228055"/>
                </a:cubicBezTo>
                <a:cubicBezTo>
                  <a:pt x="564232" y="91253"/>
                  <a:pt x="459791" y="3436"/>
                  <a:pt x="376034" y="137"/>
                </a:cubicBezTo>
                <a:cubicBezTo>
                  <a:pt x="235299" y="-5574"/>
                  <a:pt x="285933" y="169553"/>
                  <a:pt x="285933" y="169553"/>
                </a:cubicBezTo>
                <a:cubicBezTo>
                  <a:pt x="285933" y="169553"/>
                  <a:pt x="190628" y="102421"/>
                  <a:pt x="100654" y="104198"/>
                </a:cubicBezTo>
                <a:cubicBezTo>
                  <a:pt x="10806" y="106101"/>
                  <a:pt x="-46301" y="254959"/>
                  <a:pt x="50019" y="388842"/>
                </a:cubicBezTo>
                <a:close/>
                <a:moveTo>
                  <a:pt x="426034" y="135797"/>
                </a:moveTo>
                <a:cubicBezTo>
                  <a:pt x="422862" y="116127"/>
                  <a:pt x="485679" y="111304"/>
                  <a:pt x="488979" y="136685"/>
                </a:cubicBezTo>
                <a:cubicBezTo>
                  <a:pt x="492786" y="165111"/>
                  <a:pt x="429207" y="155847"/>
                  <a:pt x="426034" y="135797"/>
                </a:cubicBezTo>
                <a:close/>
                <a:moveTo>
                  <a:pt x="527050" y="341254"/>
                </a:moveTo>
                <a:cubicBezTo>
                  <a:pt x="525781" y="328436"/>
                  <a:pt x="552811" y="326152"/>
                  <a:pt x="559030" y="342396"/>
                </a:cubicBezTo>
                <a:cubicBezTo>
                  <a:pt x="563090" y="352928"/>
                  <a:pt x="528191" y="354071"/>
                  <a:pt x="527050" y="341254"/>
                </a:cubicBezTo>
                <a:close/>
                <a:moveTo>
                  <a:pt x="189105" y="353183"/>
                </a:moveTo>
                <a:cubicBezTo>
                  <a:pt x="210298" y="356228"/>
                  <a:pt x="222354" y="431990"/>
                  <a:pt x="185933" y="430467"/>
                </a:cubicBezTo>
                <a:cubicBezTo>
                  <a:pt x="158141" y="429325"/>
                  <a:pt x="171212" y="350518"/>
                  <a:pt x="189105" y="353183"/>
                </a:cubicBezTo>
                <a:close/>
              </a:path>
            </a:pathLst>
          </a:custGeom>
          <a:solidFill>
            <a:srgbClr val="FFC727"/>
          </a:solidFill>
          <a:ln w="12677">
            <a:noFill/>
            <a:prstDash val="solid"/>
          </a:ln>
        </p:spPr>
        <p:txBody>
          <a:bodyPr/>
          <a:lstStyle/>
          <a:p>
            <a:endParaRPr/>
          </a:p>
        </p:txBody>
      </p:sp>
      <p:sp>
        <p:nvSpPr>
          <p:cNvPr id="587" name="Freeform: Shape 586">
            <a:extLst>
              <a:ext uri="{FF2B5EF4-FFF2-40B4-BE49-F238E27FC236}">
                <a16:creationId xmlns:a16="http://schemas.microsoft.com/office/drawing/2014/main" id="{C6BC43F7-E194-2D5E-6103-1C7EBC99520B}"/>
              </a:ext>
            </a:extLst>
          </p:cNvPr>
          <p:cNvSpPr>
            <a:spLocks noGrp="1"/>
          </p:cNvSpPr>
          <p:nvPr/>
        </p:nvSpPr>
        <p:spPr>
          <a:xfrm>
            <a:off x="10996745" y="4221639"/>
            <a:ext cx="6325" cy="19198"/>
          </a:xfrm>
          <a:custGeom>
            <a:avLst/>
            <a:gdLst>
              <a:gd name="csX0" fmla="*/ 90 w 9734"/>
              <a:gd name="csY0" fmla="*/ 28680 h 30544"/>
              <a:gd name="csX1" fmla="*/ 9735 w 9734"/>
              <a:gd name="csY1" fmla="*/ 0 h 30544"/>
              <a:gd name="csX2" fmla="*/ 2755 w 9734"/>
              <a:gd name="csY2" fmla="*/ 29441 h 30544"/>
              <a:gd name="csX3" fmla="*/ 90 w 9734"/>
              <a:gd name="csY3" fmla="*/ 28680 h 30544"/>
            </a:gdLst>
            <a:ahLst/>
            <a:cxnLst/>
            <a:rect l="l" t="t" r="r" b="b"/>
            <a:pathLst>
              <a:path w="9734" h="30544">
                <a:moveTo>
                  <a:pt x="90" y="28680"/>
                </a:moveTo>
                <a:cubicBezTo>
                  <a:pt x="3644" y="19289"/>
                  <a:pt x="6689" y="9644"/>
                  <a:pt x="9735" y="0"/>
                </a:cubicBezTo>
                <a:cubicBezTo>
                  <a:pt x="6942" y="9771"/>
                  <a:pt x="4531" y="19543"/>
                  <a:pt x="2755" y="29441"/>
                </a:cubicBezTo>
                <a:cubicBezTo>
                  <a:pt x="2374" y="31345"/>
                  <a:pt x="-544" y="30584"/>
                  <a:pt x="90" y="28680"/>
                </a:cubicBezTo>
                <a:close/>
              </a:path>
            </a:pathLst>
          </a:custGeom>
          <a:solidFill>
            <a:srgbClr val="263238"/>
          </a:solidFill>
          <a:ln w="12677">
            <a:noFill/>
            <a:prstDash val="solid"/>
          </a:ln>
        </p:spPr>
        <p:txBody>
          <a:bodyPr/>
          <a:lstStyle/>
          <a:p>
            <a:endParaRPr/>
          </a:p>
        </p:txBody>
      </p:sp>
      <p:sp>
        <p:nvSpPr>
          <p:cNvPr id="588" name="Freeform: Shape 587">
            <a:extLst>
              <a:ext uri="{FF2B5EF4-FFF2-40B4-BE49-F238E27FC236}">
                <a16:creationId xmlns:a16="http://schemas.microsoft.com/office/drawing/2014/main" id="{38B9B48F-1FAC-2FED-6E61-7A39ACE800E4}"/>
              </a:ext>
            </a:extLst>
          </p:cNvPr>
          <p:cNvSpPr>
            <a:spLocks noGrp="1"/>
          </p:cNvSpPr>
          <p:nvPr/>
        </p:nvSpPr>
        <p:spPr>
          <a:xfrm>
            <a:off x="11004556" y="4075584"/>
            <a:ext cx="191048" cy="240387"/>
          </a:xfrm>
          <a:custGeom>
            <a:avLst/>
            <a:gdLst>
              <a:gd name="csX0" fmla="*/ 25254 w 293987"/>
              <a:gd name="csY0" fmla="*/ 139092 h 382445"/>
              <a:gd name="csX1" fmla="*/ 46827 w 293987"/>
              <a:gd name="csY1" fmla="*/ 81351 h 382445"/>
              <a:gd name="csX2" fmla="*/ 59518 w 293987"/>
              <a:gd name="csY2" fmla="*/ 51021 h 382445"/>
              <a:gd name="csX3" fmla="*/ 72081 w 293987"/>
              <a:gd name="csY3" fmla="*/ 25640 h 382445"/>
              <a:gd name="csX4" fmla="*/ 60660 w 293987"/>
              <a:gd name="csY4" fmla="*/ 1021 h 382445"/>
              <a:gd name="csX5" fmla="*/ 61929 w 293987"/>
              <a:gd name="csY5" fmla="*/ 260 h 382445"/>
              <a:gd name="csX6" fmla="*/ 89340 w 293987"/>
              <a:gd name="csY6" fmla="*/ 42772 h 382445"/>
              <a:gd name="csX7" fmla="*/ 100761 w 293987"/>
              <a:gd name="csY7" fmla="*/ 62823 h 382445"/>
              <a:gd name="csX8" fmla="*/ 124492 w 293987"/>
              <a:gd name="csY8" fmla="*/ 66503 h 382445"/>
              <a:gd name="csX9" fmla="*/ 149746 w 293987"/>
              <a:gd name="csY9" fmla="*/ 71706 h 382445"/>
              <a:gd name="csX10" fmla="*/ 174874 w 293987"/>
              <a:gd name="csY10" fmla="*/ 77544 h 382445"/>
              <a:gd name="csX11" fmla="*/ 199873 w 293987"/>
              <a:gd name="csY11" fmla="*/ 83508 h 382445"/>
              <a:gd name="csX12" fmla="*/ 199112 w 293987"/>
              <a:gd name="csY12" fmla="*/ 86173 h 382445"/>
              <a:gd name="csX13" fmla="*/ 172843 w 293987"/>
              <a:gd name="csY13" fmla="*/ 79321 h 382445"/>
              <a:gd name="csX14" fmla="*/ 148477 w 293987"/>
              <a:gd name="csY14" fmla="*/ 75006 h 382445"/>
              <a:gd name="csX15" fmla="*/ 123858 w 293987"/>
              <a:gd name="csY15" fmla="*/ 71960 h 382445"/>
              <a:gd name="csX16" fmla="*/ 105203 w 293987"/>
              <a:gd name="csY16" fmla="*/ 70437 h 382445"/>
              <a:gd name="csX17" fmla="*/ 115356 w 293987"/>
              <a:gd name="csY17" fmla="*/ 88077 h 382445"/>
              <a:gd name="csX18" fmla="*/ 116878 w 293987"/>
              <a:gd name="csY18" fmla="*/ 90869 h 382445"/>
              <a:gd name="csX19" fmla="*/ 137056 w 293987"/>
              <a:gd name="csY19" fmla="*/ 93280 h 382445"/>
              <a:gd name="csX20" fmla="*/ 158757 w 293987"/>
              <a:gd name="csY20" fmla="*/ 97595 h 382445"/>
              <a:gd name="csX21" fmla="*/ 202538 w 293987"/>
              <a:gd name="csY21" fmla="*/ 108381 h 382445"/>
              <a:gd name="csX22" fmla="*/ 293147 w 293987"/>
              <a:gd name="csY22" fmla="*/ 136427 h 382445"/>
              <a:gd name="csX23" fmla="*/ 292132 w 293987"/>
              <a:gd name="csY23" fmla="*/ 138965 h 382445"/>
              <a:gd name="csX24" fmla="*/ 201142 w 293987"/>
              <a:gd name="csY24" fmla="*/ 113711 h 382445"/>
              <a:gd name="csX25" fmla="*/ 157868 w 293987"/>
              <a:gd name="csY25" fmla="*/ 104194 h 382445"/>
              <a:gd name="csX26" fmla="*/ 136167 w 293987"/>
              <a:gd name="csY26" fmla="*/ 99625 h 382445"/>
              <a:gd name="csX27" fmla="*/ 119416 w 293987"/>
              <a:gd name="csY27" fmla="*/ 95945 h 382445"/>
              <a:gd name="csX28" fmla="*/ 162945 w 293987"/>
              <a:gd name="csY28" fmla="*/ 183255 h 382445"/>
              <a:gd name="csX29" fmla="*/ 241751 w 293987"/>
              <a:gd name="csY29" fmla="*/ 380590 h 382445"/>
              <a:gd name="csX30" fmla="*/ 239213 w 293987"/>
              <a:gd name="csY30" fmla="*/ 381605 h 382445"/>
              <a:gd name="csX31" fmla="*/ 155330 w 293987"/>
              <a:gd name="csY31" fmla="*/ 188712 h 382445"/>
              <a:gd name="csX32" fmla="*/ 138198 w 293987"/>
              <a:gd name="csY32" fmla="*/ 154447 h 382445"/>
              <a:gd name="csX33" fmla="*/ 136675 w 293987"/>
              <a:gd name="csY33" fmla="*/ 161427 h 382445"/>
              <a:gd name="csX34" fmla="*/ 132487 w 293987"/>
              <a:gd name="csY34" fmla="*/ 184904 h 382445"/>
              <a:gd name="csX35" fmla="*/ 124873 w 293987"/>
              <a:gd name="csY35" fmla="*/ 231986 h 382445"/>
              <a:gd name="csX36" fmla="*/ 113579 w 293987"/>
              <a:gd name="csY36" fmla="*/ 329828 h 382445"/>
              <a:gd name="csX37" fmla="*/ 110914 w 293987"/>
              <a:gd name="csY37" fmla="*/ 329828 h 382445"/>
              <a:gd name="csX38" fmla="*/ 114467 w 293987"/>
              <a:gd name="csY38" fmla="*/ 282239 h 382445"/>
              <a:gd name="csX39" fmla="*/ 118655 w 293987"/>
              <a:gd name="csY39" fmla="*/ 232874 h 382445"/>
              <a:gd name="csX40" fmla="*/ 125127 w 293987"/>
              <a:gd name="csY40" fmla="*/ 185539 h 382445"/>
              <a:gd name="csX41" fmla="*/ 129315 w 293987"/>
              <a:gd name="csY41" fmla="*/ 162062 h 382445"/>
              <a:gd name="csX42" fmla="*/ 133756 w 293987"/>
              <a:gd name="csY42" fmla="*/ 145057 h 382445"/>
              <a:gd name="csX43" fmla="*/ 109011 w 293987"/>
              <a:gd name="csY43" fmla="*/ 95437 h 382445"/>
              <a:gd name="csX44" fmla="*/ 85279 w 293987"/>
              <a:gd name="csY44" fmla="*/ 49244 h 382445"/>
              <a:gd name="csX45" fmla="*/ 74619 w 293987"/>
              <a:gd name="csY45" fmla="*/ 29574 h 382445"/>
              <a:gd name="csX46" fmla="*/ 65229 w 293987"/>
              <a:gd name="csY46" fmla="*/ 53305 h 382445"/>
              <a:gd name="csX47" fmla="*/ 54315 w 293987"/>
              <a:gd name="csY47" fmla="*/ 79955 h 382445"/>
              <a:gd name="csX48" fmla="*/ 31219 w 293987"/>
              <a:gd name="csY48" fmla="*/ 139219 h 382445"/>
              <a:gd name="csX49" fmla="*/ 0 w 293987"/>
              <a:gd name="csY49" fmla="*/ 225514 h 382445"/>
              <a:gd name="csX50" fmla="*/ 25508 w 293987"/>
              <a:gd name="csY50" fmla="*/ 139092 h 382445"/>
            </a:gdLst>
            <a:ahLst/>
            <a:cxnLst/>
            <a:rect l="l" t="t" r="r" b="b"/>
            <a:pathLst>
              <a:path w="293987" h="382445">
                <a:moveTo>
                  <a:pt x="25254" y="139092"/>
                </a:moveTo>
                <a:cubicBezTo>
                  <a:pt x="31853" y="119676"/>
                  <a:pt x="39214" y="100513"/>
                  <a:pt x="46827" y="81351"/>
                </a:cubicBezTo>
                <a:cubicBezTo>
                  <a:pt x="50888" y="71199"/>
                  <a:pt x="55076" y="61047"/>
                  <a:pt x="59518" y="51021"/>
                </a:cubicBezTo>
                <a:cubicBezTo>
                  <a:pt x="63325" y="42645"/>
                  <a:pt x="66370" y="33001"/>
                  <a:pt x="72081" y="25640"/>
                </a:cubicBezTo>
                <a:cubicBezTo>
                  <a:pt x="67767" y="17518"/>
                  <a:pt x="63706" y="9397"/>
                  <a:pt x="60660" y="1021"/>
                </a:cubicBezTo>
                <a:cubicBezTo>
                  <a:pt x="60406" y="260"/>
                  <a:pt x="61422" y="-375"/>
                  <a:pt x="61929" y="260"/>
                </a:cubicBezTo>
                <a:cubicBezTo>
                  <a:pt x="72716" y="12823"/>
                  <a:pt x="80965" y="28559"/>
                  <a:pt x="89340" y="42772"/>
                </a:cubicBezTo>
                <a:cubicBezTo>
                  <a:pt x="93274" y="49371"/>
                  <a:pt x="96955" y="56224"/>
                  <a:pt x="100761" y="62823"/>
                </a:cubicBezTo>
                <a:cubicBezTo>
                  <a:pt x="108629" y="63331"/>
                  <a:pt x="116751" y="65107"/>
                  <a:pt x="124492" y="66503"/>
                </a:cubicBezTo>
                <a:cubicBezTo>
                  <a:pt x="132868" y="68026"/>
                  <a:pt x="141371" y="69803"/>
                  <a:pt x="149746" y="71706"/>
                </a:cubicBezTo>
                <a:cubicBezTo>
                  <a:pt x="158122" y="73610"/>
                  <a:pt x="166497" y="75513"/>
                  <a:pt x="174874" y="77544"/>
                </a:cubicBezTo>
                <a:cubicBezTo>
                  <a:pt x="183122" y="79574"/>
                  <a:pt x="191371" y="82239"/>
                  <a:pt x="199873" y="83508"/>
                </a:cubicBezTo>
                <a:cubicBezTo>
                  <a:pt x="201777" y="83762"/>
                  <a:pt x="201016" y="86935"/>
                  <a:pt x="199112" y="86173"/>
                </a:cubicBezTo>
                <a:cubicBezTo>
                  <a:pt x="190736" y="82874"/>
                  <a:pt x="181599" y="81224"/>
                  <a:pt x="172843" y="79321"/>
                </a:cubicBezTo>
                <a:cubicBezTo>
                  <a:pt x="164721" y="77544"/>
                  <a:pt x="156726" y="76148"/>
                  <a:pt x="148477" y="75006"/>
                </a:cubicBezTo>
                <a:cubicBezTo>
                  <a:pt x="140355" y="73864"/>
                  <a:pt x="132106" y="72849"/>
                  <a:pt x="123858" y="71960"/>
                </a:cubicBezTo>
                <a:cubicBezTo>
                  <a:pt x="117767" y="71326"/>
                  <a:pt x="111422" y="71072"/>
                  <a:pt x="105203" y="70437"/>
                </a:cubicBezTo>
                <a:cubicBezTo>
                  <a:pt x="108502" y="76402"/>
                  <a:pt x="112056" y="82239"/>
                  <a:pt x="115356" y="88077"/>
                </a:cubicBezTo>
                <a:cubicBezTo>
                  <a:pt x="115863" y="88965"/>
                  <a:pt x="116370" y="89981"/>
                  <a:pt x="116878" y="90869"/>
                </a:cubicBezTo>
                <a:cubicBezTo>
                  <a:pt x="123604" y="90361"/>
                  <a:pt x="130457" y="92011"/>
                  <a:pt x="137056" y="93280"/>
                </a:cubicBezTo>
                <a:cubicBezTo>
                  <a:pt x="144289" y="94549"/>
                  <a:pt x="151523" y="95945"/>
                  <a:pt x="158757" y="97595"/>
                </a:cubicBezTo>
                <a:cubicBezTo>
                  <a:pt x="173477" y="100894"/>
                  <a:pt x="188071" y="104321"/>
                  <a:pt x="202538" y="108381"/>
                </a:cubicBezTo>
                <a:cubicBezTo>
                  <a:pt x="232995" y="116884"/>
                  <a:pt x="263071" y="126656"/>
                  <a:pt x="293147" y="136427"/>
                </a:cubicBezTo>
                <a:cubicBezTo>
                  <a:pt x="294797" y="136935"/>
                  <a:pt x="293782" y="139473"/>
                  <a:pt x="292132" y="138965"/>
                </a:cubicBezTo>
                <a:cubicBezTo>
                  <a:pt x="262309" y="128813"/>
                  <a:pt x="231853" y="120691"/>
                  <a:pt x="201142" y="113711"/>
                </a:cubicBezTo>
                <a:cubicBezTo>
                  <a:pt x="186802" y="110412"/>
                  <a:pt x="172335" y="107113"/>
                  <a:pt x="157868" y="104194"/>
                </a:cubicBezTo>
                <a:cubicBezTo>
                  <a:pt x="150634" y="102671"/>
                  <a:pt x="143401" y="101148"/>
                  <a:pt x="136167" y="99625"/>
                </a:cubicBezTo>
                <a:cubicBezTo>
                  <a:pt x="130584" y="98483"/>
                  <a:pt x="124746" y="97722"/>
                  <a:pt x="119416" y="95945"/>
                </a:cubicBezTo>
                <a:cubicBezTo>
                  <a:pt x="134899" y="124498"/>
                  <a:pt x="149493" y="153559"/>
                  <a:pt x="162945" y="183255"/>
                </a:cubicBezTo>
                <a:cubicBezTo>
                  <a:pt x="192132" y="247849"/>
                  <a:pt x="216752" y="314346"/>
                  <a:pt x="241751" y="380590"/>
                </a:cubicBezTo>
                <a:cubicBezTo>
                  <a:pt x="242386" y="382240"/>
                  <a:pt x="239848" y="383255"/>
                  <a:pt x="239213" y="381605"/>
                </a:cubicBezTo>
                <a:cubicBezTo>
                  <a:pt x="215863" y="315361"/>
                  <a:pt x="186294" y="251656"/>
                  <a:pt x="155330" y="188712"/>
                </a:cubicBezTo>
                <a:cubicBezTo>
                  <a:pt x="149746" y="177290"/>
                  <a:pt x="143909" y="165869"/>
                  <a:pt x="138198" y="154447"/>
                </a:cubicBezTo>
                <a:cubicBezTo>
                  <a:pt x="137690" y="156732"/>
                  <a:pt x="137183" y="159143"/>
                  <a:pt x="136675" y="161427"/>
                </a:cubicBezTo>
                <a:cubicBezTo>
                  <a:pt x="135279" y="169295"/>
                  <a:pt x="133883" y="177036"/>
                  <a:pt x="132487" y="184904"/>
                </a:cubicBezTo>
                <a:cubicBezTo>
                  <a:pt x="129822" y="200641"/>
                  <a:pt x="127158" y="216249"/>
                  <a:pt x="124873" y="231986"/>
                </a:cubicBezTo>
                <a:cubicBezTo>
                  <a:pt x="120177" y="263838"/>
                  <a:pt x="112436" y="297468"/>
                  <a:pt x="113579" y="329828"/>
                </a:cubicBezTo>
                <a:cubicBezTo>
                  <a:pt x="113579" y="331859"/>
                  <a:pt x="110533" y="331732"/>
                  <a:pt x="110914" y="329828"/>
                </a:cubicBezTo>
                <a:cubicBezTo>
                  <a:pt x="113452" y="314219"/>
                  <a:pt x="113452" y="297975"/>
                  <a:pt x="114467" y="282239"/>
                </a:cubicBezTo>
                <a:cubicBezTo>
                  <a:pt x="115482" y="265742"/>
                  <a:pt x="116751" y="249244"/>
                  <a:pt x="118655" y="232874"/>
                </a:cubicBezTo>
                <a:cubicBezTo>
                  <a:pt x="120558" y="217011"/>
                  <a:pt x="122462" y="201275"/>
                  <a:pt x="125127" y="185539"/>
                </a:cubicBezTo>
                <a:cubicBezTo>
                  <a:pt x="126396" y="177671"/>
                  <a:pt x="127792" y="169803"/>
                  <a:pt x="129315" y="162062"/>
                </a:cubicBezTo>
                <a:cubicBezTo>
                  <a:pt x="130330" y="156351"/>
                  <a:pt x="130584" y="149879"/>
                  <a:pt x="133756" y="145057"/>
                </a:cubicBezTo>
                <a:cubicBezTo>
                  <a:pt x="125508" y="128559"/>
                  <a:pt x="117386" y="111935"/>
                  <a:pt x="109011" y="95437"/>
                </a:cubicBezTo>
                <a:cubicBezTo>
                  <a:pt x="101142" y="79955"/>
                  <a:pt x="93274" y="64600"/>
                  <a:pt x="85279" y="49244"/>
                </a:cubicBezTo>
                <a:cubicBezTo>
                  <a:pt x="81853" y="42772"/>
                  <a:pt x="78172" y="36173"/>
                  <a:pt x="74619" y="29574"/>
                </a:cubicBezTo>
                <a:cubicBezTo>
                  <a:pt x="72588" y="37696"/>
                  <a:pt x="68401" y="45564"/>
                  <a:pt x="65229" y="53305"/>
                </a:cubicBezTo>
                <a:cubicBezTo>
                  <a:pt x="61675" y="62189"/>
                  <a:pt x="57995" y="71072"/>
                  <a:pt x="54315" y="79955"/>
                </a:cubicBezTo>
                <a:cubicBezTo>
                  <a:pt x="46193" y="99625"/>
                  <a:pt x="38705" y="119422"/>
                  <a:pt x="31219" y="139219"/>
                </a:cubicBezTo>
                <a:cubicBezTo>
                  <a:pt x="20558" y="167392"/>
                  <a:pt x="8883" y="196199"/>
                  <a:pt x="0" y="225514"/>
                </a:cubicBezTo>
                <a:cubicBezTo>
                  <a:pt x="8629" y="196707"/>
                  <a:pt x="15863" y="167518"/>
                  <a:pt x="25508" y="139092"/>
                </a:cubicBezTo>
                <a:close/>
              </a:path>
            </a:pathLst>
          </a:custGeom>
          <a:solidFill>
            <a:srgbClr val="263238"/>
          </a:solidFill>
          <a:ln w="12677">
            <a:noFill/>
            <a:prstDash val="solid"/>
          </a:ln>
        </p:spPr>
        <p:txBody>
          <a:bodyPr/>
          <a:lstStyle/>
          <a:p>
            <a:endParaRPr/>
          </a:p>
        </p:txBody>
      </p:sp>
      <p:sp>
        <p:nvSpPr>
          <p:cNvPr id="589" name="Freeform: Shape 588">
            <a:extLst>
              <a:ext uri="{FF2B5EF4-FFF2-40B4-BE49-F238E27FC236}">
                <a16:creationId xmlns:a16="http://schemas.microsoft.com/office/drawing/2014/main" id="{AABAC8FC-6EE6-C325-C23D-7EC0F1389F3B}"/>
              </a:ext>
            </a:extLst>
          </p:cNvPr>
          <p:cNvSpPr>
            <a:spLocks noGrp="1"/>
          </p:cNvSpPr>
          <p:nvPr/>
        </p:nvSpPr>
        <p:spPr>
          <a:xfrm>
            <a:off x="11003071" y="4217332"/>
            <a:ext cx="1319" cy="4306"/>
          </a:xfrm>
          <a:custGeom>
            <a:avLst/>
            <a:gdLst>
              <a:gd name="csX0" fmla="*/ 0 w 2030"/>
              <a:gd name="csY0" fmla="*/ 6853 h 6852"/>
              <a:gd name="csX1" fmla="*/ 2030 w 2030"/>
              <a:gd name="csY1" fmla="*/ 0 h 6852"/>
              <a:gd name="csX2" fmla="*/ 0 w 2030"/>
              <a:gd name="csY2" fmla="*/ 6853 h 6852"/>
            </a:gdLst>
            <a:ahLst/>
            <a:cxnLst/>
            <a:rect l="l" t="t" r="r" b="b"/>
            <a:pathLst>
              <a:path w="2030" h="6852">
                <a:moveTo>
                  <a:pt x="0" y="6853"/>
                </a:moveTo>
                <a:cubicBezTo>
                  <a:pt x="634" y="4568"/>
                  <a:pt x="1396" y="2284"/>
                  <a:pt x="2030" y="0"/>
                </a:cubicBezTo>
                <a:cubicBezTo>
                  <a:pt x="1396" y="2284"/>
                  <a:pt x="634" y="4568"/>
                  <a:pt x="0" y="6853"/>
                </a:cubicBezTo>
                <a:close/>
              </a:path>
            </a:pathLst>
          </a:custGeom>
          <a:solidFill>
            <a:srgbClr val="263238"/>
          </a:solidFill>
          <a:ln w="12677">
            <a:noFill/>
            <a:prstDash val="solid"/>
          </a:ln>
        </p:spPr>
        <p:txBody>
          <a:bodyPr/>
          <a:lstStyle/>
          <a:p>
            <a:endParaRPr/>
          </a:p>
        </p:txBody>
      </p:sp>
      <p:sp>
        <p:nvSpPr>
          <p:cNvPr id="578" name="Freeform: Shape 577">
            <a:extLst>
              <a:ext uri="{FF2B5EF4-FFF2-40B4-BE49-F238E27FC236}">
                <a16:creationId xmlns:a16="http://schemas.microsoft.com/office/drawing/2014/main" id="{16EB7EBD-DAF4-3770-FCDE-6859E7A54CC2}"/>
              </a:ext>
            </a:extLst>
          </p:cNvPr>
          <p:cNvSpPr>
            <a:spLocks noGrp="1"/>
          </p:cNvSpPr>
          <p:nvPr/>
        </p:nvSpPr>
        <p:spPr>
          <a:xfrm>
            <a:off x="10609282" y="4428392"/>
            <a:ext cx="407972" cy="630549"/>
          </a:xfrm>
          <a:custGeom>
            <a:avLst/>
            <a:gdLst>
              <a:gd name="csX0" fmla="*/ 0 w 627791"/>
              <a:gd name="csY0" fmla="*/ 0 h 1003173"/>
              <a:gd name="csX1" fmla="*/ 35406 w 627791"/>
              <a:gd name="csY1" fmla="*/ 1003173 h 1003173"/>
              <a:gd name="csX2" fmla="*/ 592513 w 627791"/>
              <a:gd name="csY2" fmla="*/ 1003173 h 1003173"/>
              <a:gd name="csX3" fmla="*/ 627792 w 627791"/>
              <a:gd name="csY3" fmla="*/ 0 h 1003173"/>
              <a:gd name="csX4" fmla="*/ 0 w 627791"/>
              <a:gd name="csY4" fmla="*/ 0 h 1003173"/>
            </a:gdLst>
            <a:ahLst/>
            <a:cxnLst/>
            <a:rect l="l" t="t" r="r" b="b"/>
            <a:pathLst>
              <a:path w="627791" h="1003173">
                <a:moveTo>
                  <a:pt x="0" y="0"/>
                </a:moveTo>
                <a:lnTo>
                  <a:pt x="35406" y="1003173"/>
                </a:lnTo>
                <a:lnTo>
                  <a:pt x="592513" y="1003173"/>
                </a:lnTo>
                <a:lnTo>
                  <a:pt x="627792" y="0"/>
                </a:lnTo>
                <a:lnTo>
                  <a:pt x="0" y="0"/>
                </a:lnTo>
                <a:close/>
              </a:path>
            </a:pathLst>
          </a:custGeom>
          <a:solidFill>
            <a:srgbClr val="37474F"/>
          </a:solidFill>
          <a:ln w="12677">
            <a:noFill/>
            <a:prstDash val="solid"/>
          </a:ln>
        </p:spPr>
        <p:txBody>
          <a:bodyPr/>
          <a:lstStyle/>
          <a:p>
            <a:endParaRPr/>
          </a:p>
        </p:txBody>
      </p:sp>
      <p:sp>
        <p:nvSpPr>
          <p:cNvPr id="579" name="Freeform: Shape 578">
            <a:extLst>
              <a:ext uri="{FF2B5EF4-FFF2-40B4-BE49-F238E27FC236}">
                <a16:creationId xmlns:a16="http://schemas.microsoft.com/office/drawing/2014/main" id="{454F402F-90F3-1E40-0A32-138715907361}"/>
              </a:ext>
            </a:extLst>
          </p:cNvPr>
          <p:cNvSpPr>
            <a:spLocks noGrp="1"/>
          </p:cNvSpPr>
          <p:nvPr/>
        </p:nvSpPr>
        <p:spPr>
          <a:xfrm>
            <a:off x="10609282" y="4428392"/>
            <a:ext cx="407972" cy="93804"/>
          </a:xfrm>
          <a:custGeom>
            <a:avLst/>
            <a:gdLst>
              <a:gd name="csX0" fmla="*/ 0 w 627791"/>
              <a:gd name="csY0" fmla="*/ 0 h 149238"/>
              <a:gd name="csX1" fmla="*/ 5330 w 627791"/>
              <a:gd name="csY1" fmla="*/ 149239 h 149238"/>
              <a:gd name="csX2" fmla="*/ 623223 w 627791"/>
              <a:gd name="csY2" fmla="*/ 130330 h 149238"/>
              <a:gd name="csX3" fmla="*/ 627792 w 627791"/>
              <a:gd name="csY3" fmla="*/ 0 h 149238"/>
              <a:gd name="csX4" fmla="*/ 0 w 627791"/>
              <a:gd name="csY4" fmla="*/ 0 h 149238"/>
            </a:gdLst>
            <a:ahLst/>
            <a:cxnLst/>
            <a:rect l="l" t="t" r="r" b="b"/>
            <a:pathLst>
              <a:path w="627791" h="149238">
                <a:moveTo>
                  <a:pt x="0" y="0"/>
                </a:moveTo>
                <a:lnTo>
                  <a:pt x="5330" y="149239"/>
                </a:lnTo>
                <a:lnTo>
                  <a:pt x="623223" y="130330"/>
                </a:lnTo>
                <a:lnTo>
                  <a:pt x="627792" y="0"/>
                </a:lnTo>
                <a:lnTo>
                  <a:pt x="0" y="0"/>
                </a:lnTo>
                <a:close/>
              </a:path>
            </a:pathLst>
          </a:custGeom>
          <a:solidFill>
            <a:srgbClr val="263238"/>
          </a:solidFill>
          <a:ln w="12677">
            <a:noFill/>
            <a:prstDash val="solid"/>
          </a:ln>
        </p:spPr>
        <p:txBody>
          <a:bodyPr/>
          <a:lstStyle/>
          <a:p>
            <a:endParaRPr/>
          </a:p>
        </p:txBody>
      </p:sp>
      <p:sp>
        <p:nvSpPr>
          <p:cNvPr id="577" name="Rectangle 576">
            <a:extLst>
              <a:ext uri="{FF2B5EF4-FFF2-40B4-BE49-F238E27FC236}">
                <a16:creationId xmlns:a16="http://schemas.microsoft.com/office/drawing/2014/main" id="{4F0E6BBF-26AF-000A-5F03-F7B3634D0200}"/>
              </a:ext>
            </a:extLst>
          </p:cNvPr>
          <p:cNvSpPr>
            <a:spLocks noGrp="1"/>
          </p:cNvSpPr>
          <p:nvPr/>
        </p:nvSpPr>
        <p:spPr>
          <a:xfrm rot="10800000">
            <a:off x="10585943" y="4375108"/>
            <a:ext cx="454815" cy="106487"/>
          </a:xfrm>
          <a:prstGeom prst="rect">
            <a:avLst/>
          </a:prstGeom>
          <a:solidFill>
            <a:srgbClr val="37474F"/>
          </a:solidFill>
          <a:ln w="12677">
            <a:noFill/>
            <a:prstDash val="solid"/>
          </a:ln>
        </p:spPr>
        <p:txBody>
          <a:bodyPr/>
          <a:lstStyle/>
          <a:p>
            <a:endParaRPr/>
          </a:p>
        </p:txBody>
      </p:sp>
      <p:sp>
        <p:nvSpPr>
          <p:cNvPr id="563" name="Rectangle 562">
            <a:extLst>
              <a:ext uri="{FF2B5EF4-FFF2-40B4-BE49-F238E27FC236}">
                <a16:creationId xmlns:a16="http://schemas.microsoft.com/office/drawing/2014/main" id="{09CA150F-8BB6-988D-026C-98426E33EE3B}"/>
              </a:ext>
            </a:extLst>
          </p:cNvPr>
          <p:cNvSpPr>
            <a:spLocks noGrp="1"/>
          </p:cNvSpPr>
          <p:nvPr/>
        </p:nvSpPr>
        <p:spPr>
          <a:xfrm>
            <a:off x="10341753" y="4441713"/>
            <a:ext cx="503801" cy="617148"/>
          </a:xfrm>
          <a:prstGeom prst="rect">
            <a:avLst/>
          </a:prstGeom>
          <a:solidFill>
            <a:srgbClr val="DBDBDB"/>
          </a:solidFill>
          <a:ln w="12677">
            <a:noFill/>
            <a:prstDash val="solid"/>
          </a:ln>
        </p:spPr>
        <p:txBody>
          <a:bodyPr/>
          <a:lstStyle/>
          <a:p>
            <a:endParaRPr/>
          </a:p>
        </p:txBody>
      </p:sp>
      <p:sp>
        <p:nvSpPr>
          <p:cNvPr id="571" name="Rectangle 570">
            <a:extLst>
              <a:ext uri="{FF2B5EF4-FFF2-40B4-BE49-F238E27FC236}">
                <a16:creationId xmlns:a16="http://schemas.microsoft.com/office/drawing/2014/main" id="{6F1CAE24-4581-0A6D-4DF6-740F4F1E8158}"/>
              </a:ext>
            </a:extLst>
          </p:cNvPr>
          <p:cNvSpPr>
            <a:spLocks noGrp="1"/>
          </p:cNvSpPr>
          <p:nvPr/>
        </p:nvSpPr>
        <p:spPr>
          <a:xfrm>
            <a:off x="10329795" y="4513662"/>
            <a:ext cx="527635" cy="8534"/>
          </a:xfrm>
          <a:prstGeom prst="rect">
            <a:avLst/>
          </a:prstGeom>
          <a:solidFill>
            <a:srgbClr val="C7C7C7"/>
          </a:solidFill>
          <a:ln w="12677">
            <a:noFill/>
            <a:prstDash val="solid"/>
          </a:ln>
        </p:spPr>
        <p:txBody>
          <a:bodyPr/>
          <a:lstStyle/>
          <a:p>
            <a:endParaRPr/>
          </a:p>
        </p:txBody>
      </p:sp>
      <p:sp>
        <p:nvSpPr>
          <p:cNvPr id="572" name="Rectangle 571">
            <a:extLst>
              <a:ext uri="{FF2B5EF4-FFF2-40B4-BE49-F238E27FC236}">
                <a16:creationId xmlns:a16="http://schemas.microsoft.com/office/drawing/2014/main" id="{633F4DF3-AD00-548A-C352-6190C8C292F9}"/>
              </a:ext>
            </a:extLst>
          </p:cNvPr>
          <p:cNvSpPr>
            <a:spLocks noGrp="1"/>
          </p:cNvSpPr>
          <p:nvPr/>
        </p:nvSpPr>
        <p:spPr>
          <a:xfrm>
            <a:off x="10329795" y="4534242"/>
            <a:ext cx="527635" cy="8534"/>
          </a:xfrm>
          <a:prstGeom prst="rect">
            <a:avLst/>
          </a:prstGeom>
          <a:solidFill>
            <a:srgbClr val="C7C7C7"/>
          </a:solidFill>
          <a:ln w="12677">
            <a:noFill/>
            <a:prstDash val="solid"/>
          </a:ln>
        </p:spPr>
        <p:txBody>
          <a:bodyPr/>
          <a:lstStyle/>
          <a:p>
            <a:endParaRPr/>
          </a:p>
        </p:txBody>
      </p:sp>
      <p:sp>
        <p:nvSpPr>
          <p:cNvPr id="573" name="Rectangle 572">
            <a:extLst>
              <a:ext uri="{FF2B5EF4-FFF2-40B4-BE49-F238E27FC236}">
                <a16:creationId xmlns:a16="http://schemas.microsoft.com/office/drawing/2014/main" id="{B548209A-AC28-D8F0-FCEC-474BE7B6EB08}"/>
              </a:ext>
            </a:extLst>
          </p:cNvPr>
          <p:cNvSpPr>
            <a:spLocks noGrp="1"/>
          </p:cNvSpPr>
          <p:nvPr/>
        </p:nvSpPr>
        <p:spPr>
          <a:xfrm>
            <a:off x="10329795" y="4554901"/>
            <a:ext cx="527635" cy="8534"/>
          </a:xfrm>
          <a:prstGeom prst="rect">
            <a:avLst/>
          </a:prstGeom>
          <a:solidFill>
            <a:srgbClr val="C7C7C7"/>
          </a:solidFill>
          <a:ln w="12677">
            <a:noFill/>
            <a:prstDash val="solid"/>
          </a:ln>
        </p:spPr>
        <p:txBody>
          <a:bodyPr/>
          <a:lstStyle/>
          <a:p>
            <a:endParaRPr/>
          </a:p>
        </p:txBody>
      </p:sp>
      <p:sp>
        <p:nvSpPr>
          <p:cNvPr id="568" name="Rectangle 567">
            <a:extLst>
              <a:ext uri="{FF2B5EF4-FFF2-40B4-BE49-F238E27FC236}">
                <a16:creationId xmlns:a16="http://schemas.microsoft.com/office/drawing/2014/main" id="{F1D5E136-E6FE-CAC0-D98D-D833DAD50AA6}"/>
              </a:ext>
            </a:extLst>
          </p:cNvPr>
          <p:cNvSpPr>
            <a:spLocks noGrp="1"/>
          </p:cNvSpPr>
          <p:nvPr/>
        </p:nvSpPr>
        <p:spPr>
          <a:xfrm>
            <a:off x="10329795" y="4937139"/>
            <a:ext cx="527635" cy="8534"/>
          </a:xfrm>
          <a:prstGeom prst="rect">
            <a:avLst/>
          </a:prstGeom>
          <a:solidFill>
            <a:srgbClr val="C7C7C7"/>
          </a:solidFill>
          <a:ln w="12677">
            <a:noFill/>
            <a:prstDash val="solid"/>
          </a:ln>
        </p:spPr>
        <p:txBody>
          <a:bodyPr/>
          <a:lstStyle/>
          <a:p>
            <a:endParaRPr/>
          </a:p>
        </p:txBody>
      </p:sp>
      <p:sp>
        <p:nvSpPr>
          <p:cNvPr id="569" name="Rectangle 568">
            <a:extLst>
              <a:ext uri="{FF2B5EF4-FFF2-40B4-BE49-F238E27FC236}">
                <a16:creationId xmlns:a16="http://schemas.microsoft.com/office/drawing/2014/main" id="{61E990F8-DCFD-8C91-CB71-874B117188DC}"/>
              </a:ext>
            </a:extLst>
          </p:cNvPr>
          <p:cNvSpPr>
            <a:spLocks noGrp="1"/>
          </p:cNvSpPr>
          <p:nvPr/>
        </p:nvSpPr>
        <p:spPr>
          <a:xfrm>
            <a:off x="10329795" y="4957719"/>
            <a:ext cx="527635" cy="8534"/>
          </a:xfrm>
          <a:prstGeom prst="rect">
            <a:avLst/>
          </a:prstGeom>
          <a:solidFill>
            <a:srgbClr val="C7C7C7"/>
          </a:solidFill>
          <a:ln w="12677">
            <a:noFill/>
            <a:prstDash val="solid"/>
          </a:ln>
        </p:spPr>
        <p:txBody>
          <a:bodyPr/>
          <a:lstStyle/>
          <a:p>
            <a:endParaRPr/>
          </a:p>
        </p:txBody>
      </p:sp>
      <p:sp>
        <p:nvSpPr>
          <p:cNvPr id="570" name="Rectangle 569">
            <a:extLst>
              <a:ext uri="{FF2B5EF4-FFF2-40B4-BE49-F238E27FC236}">
                <a16:creationId xmlns:a16="http://schemas.microsoft.com/office/drawing/2014/main" id="{FEE70F20-4620-D04D-10F9-A3BD2ABD6721}"/>
              </a:ext>
            </a:extLst>
          </p:cNvPr>
          <p:cNvSpPr>
            <a:spLocks noGrp="1"/>
          </p:cNvSpPr>
          <p:nvPr/>
        </p:nvSpPr>
        <p:spPr>
          <a:xfrm>
            <a:off x="10329795" y="4978298"/>
            <a:ext cx="527635" cy="8534"/>
          </a:xfrm>
          <a:prstGeom prst="rect">
            <a:avLst/>
          </a:prstGeom>
          <a:solidFill>
            <a:srgbClr val="C7C7C7"/>
          </a:solidFill>
          <a:ln w="12677">
            <a:noFill/>
            <a:prstDash val="solid"/>
          </a:ln>
        </p:spPr>
        <p:txBody>
          <a:bodyPr/>
          <a:lstStyle/>
          <a:p>
            <a:endParaRPr/>
          </a:p>
        </p:txBody>
      </p:sp>
      <p:sp>
        <p:nvSpPr>
          <p:cNvPr id="566" name="Freeform: Shape 565">
            <a:extLst>
              <a:ext uri="{FF2B5EF4-FFF2-40B4-BE49-F238E27FC236}">
                <a16:creationId xmlns:a16="http://schemas.microsoft.com/office/drawing/2014/main" id="{294D137B-361E-C550-DAD7-9407E61615E7}"/>
              </a:ext>
            </a:extLst>
          </p:cNvPr>
          <p:cNvSpPr>
            <a:spLocks noGrp="1"/>
          </p:cNvSpPr>
          <p:nvPr/>
        </p:nvSpPr>
        <p:spPr>
          <a:xfrm>
            <a:off x="10337217" y="4438841"/>
            <a:ext cx="520014" cy="244402"/>
          </a:xfrm>
          <a:custGeom>
            <a:avLst/>
            <a:gdLst>
              <a:gd name="csX0" fmla="*/ 559644 w 800202"/>
              <a:gd name="csY0" fmla="*/ 388706 h 388832"/>
              <a:gd name="csX1" fmla="*/ 164467 w 800202"/>
              <a:gd name="csY1" fmla="*/ 198604 h 388832"/>
              <a:gd name="csX2" fmla="*/ 0 w 800202"/>
              <a:gd name="csY2" fmla="*/ 9264 h 388832"/>
              <a:gd name="csX3" fmla="*/ 13959 w 800202"/>
              <a:gd name="csY3" fmla="*/ 0 h 388832"/>
              <a:gd name="csX4" fmla="*/ 559772 w 800202"/>
              <a:gd name="csY4" fmla="*/ 372081 h 388832"/>
              <a:gd name="csX5" fmla="*/ 727919 w 800202"/>
              <a:gd name="csY5" fmla="*/ 302411 h 388832"/>
              <a:gd name="csX6" fmla="*/ 774112 w 800202"/>
              <a:gd name="csY6" fmla="*/ 6345 h 388832"/>
              <a:gd name="csX7" fmla="*/ 790482 w 800202"/>
              <a:gd name="csY7" fmla="*/ 2919 h 388832"/>
              <a:gd name="csX8" fmla="*/ 740863 w 800202"/>
              <a:gd name="csY8" fmla="*/ 312944 h 388832"/>
              <a:gd name="csX9" fmla="*/ 559644 w 800202"/>
              <a:gd name="csY9" fmla="*/ 388833 h 388832"/>
            </a:gdLst>
            <a:ahLst/>
            <a:cxnLst/>
            <a:rect l="l" t="t" r="r" b="b"/>
            <a:pathLst>
              <a:path w="800202" h="388832">
                <a:moveTo>
                  <a:pt x="559644" y="388706"/>
                </a:moveTo>
                <a:cubicBezTo>
                  <a:pt x="401142" y="388706"/>
                  <a:pt x="257233" y="285279"/>
                  <a:pt x="164467" y="198604"/>
                </a:cubicBezTo>
                <a:cubicBezTo>
                  <a:pt x="64466" y="105076"/>
                  <a:pt x="634" y="10153"/>
                  <a:pt x="0" y="9264"/>
                </a:cubicBezTo>
                <a:lnTo>
                  <a:pt x="13959" y="0"/>
                </a:lnTo>
                <a:cubicBezTo>
                  <a:pt x="16497" y="3680"/>
                  <a:pt x="266116" y="372081"/>
                  <a:pt x="559772" y="372081"/>
                </a:cubicBezTo>
                <a:cubicBezTo>
                  <a:pt x="633757" y="372081"/>
                  <a:pt x="690355" y="348604"/>
                  <a:pt x="727919" y="302411"/>
                </a:cubicBezTo>
                <a:cubicBezTo>
                  <a:pt x="813071" y="197589"/>
                  <a:pt x="774619" y="8249"/>
                  <a:pt x="774112" y="6345"/>
                </a:cubicBezTo>
                <a:lnTo>
                  <a:pt x="790482" y="2919"/>
                </a:lnTo>
                <a:cubicBezTo>
                  <a:pt x="792132" y="11041"/>
                  <a:pt x="830964" y="201777"/>
                  <a:pt x="740863" y="312944"/>
                </a:cubicBezTo>
                <a:cubicBezTo>
                  <a:pt x="700000" y="363325"/>
                  <a:pt x="639086" y="388833"/>
                  <a:pt x="559644" y="388833"/>
                </a:cubicBezTo>
                <a:close/>
              </a:path>
            </a:pathLst>
          </a:custGeom>
          <a:solidFill>
            <a:srgbClr val="263238"/>
          </a:solidFill>
          <a:ln w="12677">
            <a:noFill/>
            <a:prstDash val="solid"/>
          </a:ln>
        </p:spPr>
        <p:txBody>
          <a:bodyPr/>
          <a:lstStyle/>
          <a:p>
            <a:endParaRPr/>
          </a:p>
        </p:txBody>
      </p:sp>
      <p:sp>
        <p:nvSpPr>
          <p:cNvPr id="567" name="Freeform: Shape 566">
            <a:extLst>
              <a:ext uri="{FF2B5EF4-FFF2-40B4-BE49-F238E27FC236}">
                <a16:creationId xmlns:a16="http://schemas.microsoft.com/office/drawing/2014/main" id="{A5B56768-D235-4752-5C99-F956A66A707A}"/>
              </a:ext>
            </a:extLst>
          </p:cNvPr>
          <p:cNvSpPr>
            <a:spLocks noGrp="1"/>
          </p:cNvSpPr>
          <p:nvPr/>
        </p:nvSpPr>
        <p:spPr>
          <a:xfrm>
            <a:off x="10471064" y="4441713"/>
            <a:ext cx="260271" cy="118053"/>
          </a:xfrm>
          <a:custGeom>
            <a:avLst/>
            <a:gdLst>
              <a:gd name="csX0" fmla="*/ 0 w 400507"/>
              <a:gd name="csY0" fmla="*/ 0 h 187817"/>
              <a:gd name="csX1" fmla="*/ 400508 w 400507"/>
              <a:gd name="csY1" fmla="*/ 0 h 187817"/>
              <a:gd name="csX2" fmla="*/ 348223 w 400507"/>
              <a:gd name="csY2" fmla="*/ 49492 h 187817"/>
              <a:gd name="csX3" fmla="*/ 225761 w 400507"/>
              <a:gd name="csY3" fmla="*/ 187817 h 187817"/>
              <a:gd name="csX4" fmla="*/ 84517 w 400507"/>
              <a:gd name="csY4" fmla="*/ 48097 h 187817"/>
              <a:gd name="csX5" fmla="*/ 0 w 400507"/>
              <a:gd name="csY5" fmla="*/ 0 h 187817"/>
            </a:gdLst>
            <a:ahLst/>
            <a:cxnLst/>
            <a:rect l="l" t="t" r="r" b="b"/>
            <a:pathLst>
              <a:path w="400507" h="187817">
                <a:moveTo>
                  <a:pt x="0" y="0"/>
                </a:moveTo>
                <a:lnTo>
                  <a:pt x="400508" y="0"/>
                </a:lnTo>
                <a:cubicBezTo>
                  <a:pt x="400508" y="0"/>
                  <a:pt x="390736" y="34898"/>
                  <a:pt x="348223" y="49492"/>
                </a:cubicBezTo>
                <a:cubicBezTo>
                  <a:pt x="305711" y="64086"/>
                  <a:pt x="308376" y="187817"/>
                  <a:pt x="225761" y="187817"/>
                </a:cubicBezTo>
                <a:cubicBezTo>
                  <a:pt x="143148" y="187817"/>
                  <a:pt x="104061" y="69036"/>
                  <a:pt x="84517" y="48097"/>
                </a:cubicBezTo>
                <a:cubicBezTo>
                  <a:pt x="64975" y="27157"/>
                  <a:pt x="0" y="0"/>
                  <a:pt x="0" y="0"/>
                </a:cubicBezTo>
                <a:close/>
              </a:path>
            </a:pathLst>
          </a:custGeom>
          <a:solidFill>
            <a:srgbClr val="FFC727"/>
          </a:solidFill>
          <a:ln w="12677">
            <a:noFill/>
            <a:prstDash val="solid"/>
          </a:ln>
        </p:spPr>
        <p:txBody>
          <a:bodyPr/>
          <a:lstStyle/>
          <a:p>
            <a:endParaRPr/>
          </a:p>
        </p:txBody>
      </p:sp>
      <p:sp>
        <p:nvSpPr>
          <p:cNvPr id="553" name="Rectangle 552">
            <a:extLst>
              <a:ext uri="{FF2B5EF4-FFF2-40B4-BE49-F238E27FC236}">
                <a16:creationId xmlns:a16="http://schemas.microsoft.com/office/drawing/2014/main" id="{C5B9C5BF-5880-F1FA-54EC-9439A170BBC5}"/>
              </a:ext>
            </a:extLst>
          </p:cNvPr>
          <p:cNvSpPr>
            <a:spLocks noGrp="1"/>
          </p:cNvSpPr>
          <p:nvPr/>
        </p:nvSpPr>
        <p:spPr>
          <a:xfrm>
            <a:off x="6838229" y="4441713"/>
            <a:ext cx="503801" cy="617148"/>
          </a:xfrm>
          <a:prstGeom prst="rect">
            <a:avLst/>
          </a:prstGeom>
          <a:solidFill>
            <a:srgbClr val="DBDBDB"/>
          </a:solidFill>
          <a:ln w="12677">
            <a:noFill/>
            <a:prstDash val="solid"/>
          </a:ln>
        </p:spPr>
        <p:txBody>
          <a:bodyPr/>
          <a:lstStyle/>
          <a:p>
            <a:endParaRPr/>
          </a:p>
        </p:txBody>
      </p:sp>
      <p:sp>
        <p:nvSpPr>
          <p:cNvPr id="560" name="Rectangle 559">
            <a:extLst>
              <a:ext uri="{FF2B5EF4-FFF2-40B4-BE49-F238E27FC236}">
                <a16:creationId xmlns:a16="http://schemas.microsoft.com/office/drawing/2014/main" id="{EF3E7D9E-6849-3B7D-68A2-4A6C7226FC3C}"/>
              </a:ext>
            </a:extLst>
          </p:cNvPr>
          <p:cNvSpPr>
            <a:spLocks noGrp="1"/>
          </p:cNvSpPr>
          <p:nvPr/>
        </p:nvSpPr>
        <p:spPr>
          <a:xfrm>
            <a:off x="6826353" y="4513662"/>
            <a:ext cx="527635" cy="8534"/>
          </a:xfrm>
          <a:prstGeom prst="rect">
            <a:avLst/>
          </a:prstGeom>
          <a:solidFill>
            <a:srgbClr val="C7C7C7"/>
          </a:solidFill>
          <a:ln w="12677">
            <a:noFill/>
            <a:prstDash val="solid"/>
          </a:ln>
        </p:spPr>
        <p:txBody>
          <a:bodyPr/>
          <a:lstStyle/>
          <a:p>
            <a:endParaRPr/>
          </a:p>
        </p:txBody>
      </p:sp>
      <p:sp>
        <p:nvSpPr>
          <p:cNvPr id="561" name="Rectangle 560">
            <a:extLst>
              <a:ext uri="{FF2B5EF4-FFF2-40B4-BE49-F238E27FC236}">
                <a16:creationId xmlns:a16="http://schemas.microsoft.com/office/drawing/2014/main" id="{FB5CE7C3-0C79-1F51-50AA-8EBB3FB954E6}"/>
              </a:ext>
            </a:extLst>
          </p:cNvPr>
          <p:cNvSpPr>
            <a:spLocks noGrp="1"/>
          </p:cNvSpPr>
          <p:nvPr/>
        </p:nvSpPr>
        <p:spPr>
          <a:xfrm>
            <a:off x="6826353" y="4534242"/>
            <a:ext cx="527635" cy="8534"/>
          </a:xfrm>
          <a:prstGeom prst="rect">
            <a:avLst/>
          </a:prstGeom>
          <a:solidFill>
            <a:srgbClr val="C7C7C7"/>
          </a:solidFill>
          <a:ln w="12677">
            <a:noFill/>
            <a:prstDash val="solid"/>
          </a:ln>
        </p:spPr>
        <p:txBody>
          <a:bodyPr/>
          <a:lstStyle/>
          <a:p>
            <a:endParaRPr/>
          </a:p>
        </p:txBody>
      </p:sp>
      <p:sp>
        <p:nvSpPr>
          <p:cNvPr id="562" name="Rectangle 561">
            <a:extLst>
              <a:ext uri="{FF2B5EF4-FFF2-40B4-BE49-F238E27FC236}">
                <a16:creationId xmlns:a16="http://schemas.microsoft.com/office/drawing/2014/main" id="{BE097C39-B7AE-9DBF-4D76-1CF2F668953C}"/>
              </a:ext>
            </a:extLst>
          </p:cNvPr>
          <p:cNvSpPr>
            <a:spLocks noGrp="1"/>
          </p:cNvSpPr>
          <p:nvPr/>
        </p:nvSpPr>
        <p:spPr>
          <a:xfrm>
            <a:off x="6826353" y="4554901"/>
            <a:ext cx="527635" cy="8534"/>
          </a:xfrm>
          <a:prstGeom prst="rect">
            <a:avLst/>
          </a:prstGeom>
          <a:solidFill>
            <a:srgbClr val="C7C7C7"/>
          </a:solidFill>
          <a:ln w="12677">
            <a:noFill/>
            <a:prstDash val="solid"/>
          </a:ln>
        </p:spPr>
        <p:txBody>
          <a:bodyPr/>
          <a:lstStyle/>
          <a:p>
            <a:endParaRPr/>
          </a:p>
        </p:txBody>
      </p:sp>
      <p:sp>
        <p:nvSpPr>
          <p:cNvPr id="557" name="Rectangle 556">
            <a:extLst>
              <a:ext uri="{FF2B5EF4-FFF2-40B4-BE49-F238E27FC236}">
                <a16:creationId xmlns:a16="http://schemas.microsoft.com/office/drawing/2014/main" id="{48419158-8D41-83D5-FD0A-BF2414FD4319}"/>
              </a:ext>
            </a:extLst>
          </p:cNvPr>
          <p:cNvSpPr>
            <a:spLocks noGrp="1"/>
          </p:cNvSpPr>
          <p:nvPr/>
        </p:nvSpPr>
        <p:spPr>
          <a:xfrm>
            <a:off x="6826353" y="4937139"/>
            <a:ext cx="527635" cy="8534"/>
          </a:xfrm>
          <a:prstGeom prst="rect">
            <a:avLst/>
          </a:prstGeom>
          <a:solidFill>
            <a:srgbClr val="C7C7C7"/>
          </a:solidFill>
          <a:ln w="12677">
            <a:noFill/>
            <a:prstDash val="solid"/>
          </a:ln>
        </p:spPr>
        <p:txBody>
          <a:bodyPr/>
          <a:lstStyle/>
          <a:p>
            <a:endParaRPr/>
          </a:p>
        </p:txBody>
      </p:sp>
      <p:sp>
        <p:nvSpPr>
          <p:cNvPr id="558" name="Rectangle 557">
            <a:extLst>
              <a:ext uri="{FF2B5EF4-FFF2-40B4-BE49-F238E27FC236}">
                <a16:creationId xmlns:a16="http://schemas.microsoft.com/office/drawing/2014/main" id="{D9ED43F6-6A67-AA40-A5FA-38157603B19B}"/>
              </a:ext>
            </a:extLst>
          </p:cNvPr>
          <p:cNvSpPr>
            <a:spLocks noGrp="1"/>
          </p:cNvSpPr>
          <p:nvPr/>
        </p:nvSpPr>
        <p:spPr>
          <a:xfrm>
            <a:off x="6826353" y="4957719"/>
            <a:ext cx="527635" cy="8534"/>
          </a:xfrm>
          <a:prstGeom prst="rect">
            <a:avLst/>
          </a:prstGeom>
          <a:solidFill>
            <a:srgbClr val="C7C7C7"/>
          </a:solidFill>
          <a:ln w="12677">
            <a:noFill/>
            <a:prstDash val="solid"/>
          </a:ln>
        </p:spPr>
        <p:txBody>
          <a:bodyPr/>
          <a:lstStyle/>
          <a:p>
            <a:endParaRPr/>
          </a:p>
        </p:txBody>
      </p:sp>
      <p:sp>
        <p:nvSpPr>
          <p:cNvPr id="559" name="Rectangle 558">
            <a:extLst>
              <a:ext uri="{FF2B5EF4-FFF2-40B4-BE49-F238E27FC236}">
                <a16:creationId xmlns:a16="http://schemas.microsoft.com/office/drawing/2014/main" id="{732FDB14-83E0-8945-3A9F-6A94D5ED108C}"/>
              </a:ext>
            </a:extLst>
          </p:cNvPr>
          <p:cNvSpPr>
            <a:spLocks noGrp="1"/>
          </p:cNvSpPr>
          <p:nvPr/>
        </p:nvSpPr>
        <p:spPr>
          <a:xfrm>
            <a:off x="6826353" y="4978298"/>
            <a:ext cx="527635" cy="8534"/>
          </a:xfrm>
          <a:prstGeom prst="rect">
            <a:avLst/>
          </a:prstGeom>
          <a:solidFill>
            <a:srgbClr val="C7C7C7"/>
          </a:solidFill>
          <a:ln w="12677">
            <a:noFill/>
            <a:prstDash val="solid"/>
          </a:ln>
        </p:spPr>
        <p:txBody>
          <a:bodyPr/>
          <a:lstStyle/>
          <a:p>
            <a:endParaRPr/>
          </a:p>
        </p:txBody>
      </p:sp>
      <p:sp>
        <p:nvSpPr>
          <p:cNvPr id="556" name="Freeform: Shape 555">
            <a:extLst>
              <a:ext uri="{FF2B5EF4-FFF2-40B4-BE49-F238E27FC236}">
                <a16:creationId xmlns:a16="http://schemas.microsoft.com/office/drawing/2014/main" id="{367A6A43-3270-58E3-5F14-5ACC69DF0035}"/>
              </a:ext>
            </a:extLst>
          </p:cNvPr>
          <p:cNvSpPr>
            <a:spLocks noGrp="1"/>
          </p:cNvSpPr>
          <p:nvPr/>
        </p:nvSpPr>
        <p:spPr>
          <a:xfrm>
            <a:off x="6833775" y="4438841"/>
            <a:ext cx="520014" cy="244402"/>
          </a:xfrm>
          <a:custGeom>
            <a:avLst/>
            <a:gdLst>
              <a:gd name="csX0" fmla="*/ 559645 w 800202"/>
              <a:gd name="csY0" fmla="*/ 388706 h 388832"/>
              <a:gd name="csX1" fmla="*/ 164467 w 800202"/>
              <a:gd name="csY1" fmla="*/ 198604 h 388832"/>
              <a:gd name="csX2" fmla="*/ 0 w 800202"/>
              <a:gd name="csY2" fmla="*/ 9264 h 388832"/>
              <a:gd name="csX3" fmla="*/ 13959 w 800202"/>
              <a:gd name="csY3" fmla="*/ 0 h 388832"/>
              <a:gd name="csX4" fmla="*/ 559772 w 800202"/>
              <a:gd name="csY4" fmla="*/ 372081 h 388832"/>
              <a:gd name="csX5" fmla="*/ 727919 w 800202"/>
              <a:gd name="csY5" fmla="*/ 302411 h 388832"/>
              <a:gd name="csX6" fmla="*/ 774112 w 800202"/>
              <a:gd name="csY6" fmla="*/ 6345 h 388832"/>
              <a:gd name="csX7" fmla="*/ 790482 w 800202"/>
              <a:gd name="csY7" fmla="*/ 2919 h 388832"/>
              <a:gd name="csX8" fmla="*/ 740863 w 800202"/>
              <a:gd name="csY8" fmla="*/ 312944 h 388832"/>
              <a:gd name="csX9" fmla="*/ 559645 w 800202"/>
              <a:gd name="csY9" fmla="*/ 388833 h 388832"/>
            </a:gdLst>
            <a:ahLst/>
            <a:cxnLst/>
            <a:rect l="l" t="t" r="r" b="b"/>
            <a:pathLst>
              <a:path w="800202" h="388832">
                <a:moveTo>
                  <a:pt x="559645" y="388706"/>
                </a:moveTo>
                <a:cubicBezTo>
                  <a:pt x="401142" y="388706"/>
                  <a:pt x="257234" y="285279"/>
                  <a:pt x="164467" y="198604"/>
                </a:cubicBezTo>
                <a:cubicBezTo>
                  <a:pt x="64467" y="105076"/>
                  <a:pt x="634" y="10153"/>
                  <a:pt x="0" y="9264"/>
                </a:cubicBezTo>
                <a:lnTo>
                  <a:pt x="13959" y="0"/>
                </a:lnTo>
                <a:cubicBezTo>
                  <a:pt x="16497" y="3680"/>
                  <a:pt x="266117" y="372081"/>
                  <a:pt x="559772" y="372081"/>
                </a:cubicBezTo>
                <a:cubicBezTo>
                  <a:pt x="633756" y="372081"/>
                  <a:pt x="690355" y="348604"/>
                  <a:pt x="727919" y="302411"/>
                </a:cubicBezTo>
                <a:cubicBezTo>
                  <a:pt x="813071" y="197589"/>
                  <a:pt x="774619" y="8249"/>
                  <a:pt x="774112" y="6345"/>
                </a:cubicBezTo>
                <a:lnTo>
                  <a:pt x="790482" y="2919"/>
                </a:lnTo>
                <a:cubicBezTo>
                  <a:pt x="792132" y="11041"/>
                  <a:pt x="830965" y="201777"/>
                  <a:pt x="740863" y="312944"/>
                </a:cubicBezTo>
                <a:cubicBezTo>
                  <a:pt x="700000" y="363325"/>
                  <a:pt x="639086" y="388833"/>
                  <a:pt x="559645" y="388833"/>
                </a:cubicBezTo>
                <a:close/>
              </a:path>
            </a:pathLst>
          </a:custGeom>
          <a:solidFill>
            <a:srgbClr val="263238"/>
          </a:solidFill>
          <a:ln w="12677">
            <a:noFill/>
            <a:prstDash val="solid"/>
          </a:ln>
        </p:spPr>
        <p:txBody>
          <a:bodyPr/>
          <a:lstStyle/>
          <a:p>
            <a:endParaRPr/>
          </a:p>
        </p:txBody>
      </p:sp>
      <p:sp>
        <p:nvSpPr>
          <p:cNvPr id="546" name="Rectangle 545">
            <a:extLst>
              <a:ext uri="{FF2B5EF4-FFF2-40B4-BE49-F238E27FC236}">
                <a16:creationId xmlns:a16="http://schemas.microsoft.com/office/drawing/2014/main" id="{D485D9B2-21E6-A870-61B5-1115A22D32E4}"/>
              </a:ext>
            </a:extLst>
          </p:cNvPr>
          <p:cNvSpPr>
            <a:spLocks noGrp="1"/>
          </p:cNvSpPr>
          <p:nvPr/>
        </p:nvSpPr>
        <p:spPr>
          <a:xfrm rot="5750998">
            <a:off x="8552574" y="4314993"/>
            <a:ext cx="43130" cy="1319487"/>
          </a:xfrm>
          <a:prstGeom prst="rect">
            <a:avLst/>
          </a:prstGeom>
          <a:solidFill>
            <a:srgbClr val="263238"/>
          </a:solidFill>
          <a:ln w="12677">
            <a:noFill/>
            <a:prstDash val="solid"/>
          </a:ln>
        </p:spPr>
        <p:txBody>
          <a:bodyPr/>
          <a:lstStyle/>
          <a:p>
            <a:endParaRPr/>
          </a:p>
        </p:txBody>
      </p:sp>
      <p:sp>
        <p:nvSpPr>
          <p:cNvPr id="547" name="Freeform: Shape 546">
            <a:extLst>
              <a:ext uri="{FF2B5EF4-FFF2-40B4-BE49-F238E27FC236}">
                <a16:creationId xmlns:a16="http://schemas.microsoft.com/office/drawing/2014/main" id="{70921E0A-D9ED-52FD-D3A9-0602AF3D0EB7}"/>
              </a:ext>
            </a:extLst>
          </p:cNvPr>
          <p:cNvSpPr>
            <a:spLocks noGrp="1"/>
          </p:cNvSpPr>
          <p:nvPr/>
        </p:nvSpPr>
        <p:spPr>
          <a:xfrm>
            <a:off x="7685679" y="4691780"/>
            <a:ext cx="235201" cy="221908"/>
          </a:xfrm>
          <a:custGeom>
            <a:avLst/>
            <a:gdLst>
              <a:gd name="csX0" fmla="*/ 361929 w 361929"/>
              <a:gd name="csY0" fmla="*/ 340609 h 353045"/>
              <a:gd name="csX1" fmla="*/ 198223 w 361929"/>
              <a:gd name="csY1" fmla="*/ 323858 h 353045"/>
              <a:gd name="csX2" fmla="*/ 229315 w 361929"/>
              <a:gd name="csY2" fmla="*/ 22208 h 353045"/>
              <a:gd name="csX3" fmla="*/ 13198 w 361929"/>
              <a:gd name="csY3" fmla="*/ 0 h 353045"/>
              <a:gd name="csX4" fmla="*/ 0 w 361929"/>
              <a:gd name="csY4" fmla="*/ 128553 h 353045"/>
              <a:gd name="csX5" fmla="*/ 12436 w 361929"/>
              <a:gd name="csY5" fmla="*/ 129822 h 353045"/>
              <a:gd name="csX6" fmla="*/ 24239 w 361929"/>
              <a:gd name="csY6" fmla="*/ 13705 h 353045"/>
              <a:gd name="csX7" fmla="*/ 215609 w 361929"/>
              <a:gd name="csY7" fmla="*/ 33249 h 353045"/>
              <a:gd name="csX8" fmla="*/ 184518 w 361929"/>
              <a:gd name="csY8" fmla="*/ 335025 h 353045"/>
              <a:gd name="csX9" fmla="*/ 360660 w 361929"/>
              <a:gd name="csY9" fmla="*/ 353045 h 353045"/>
              <a:gd name="csX10" fmla="*/ 361929 w 361929"/>
              <a:gd name="csY10" fmla="*/ 340609 h 353045"/>
            </a:gdLst>
            <a:ahLst/>
            <a:cxnLst/>
            <a:rect l="l" t="t" r="r" b="b"/>
            <a:pathLst>
              <a:path w="361929" h="353045">
                <a:moveTo>
                  <a:pt x="361929" y="340609"/>
                </a:moveTo>
                <a:lnTo>
                  <a:pt x="198223" y="323858"/>
                </a:lnTo>
                <a:lnTo>
                  <a:pt x="229315" y="22208"/>
                </a:lnTo>
                <a:lnTo>
                  <a:pt x="13198" y="0"/>
                </a:lnTo>
                <a:lnTo>
                  <a:pt x="0" y="128553"/>
                </a:lnTo>
                <a:lnTo>
                  <a:pt x="12436" y="129822"/>
                </a:lnTo>
                <a:lnTo>
                  <a:pt x="24239" y="13705"/>
                </a:lnTo>
                <a:lnTo>
                  <a:pt x="215609" y="33249"/>
                </a:lnTo>
                <a:lnTo>
                  <a:pt x="184518" y="335025"/>
                </a:lnTo>
                <a:lnTo>
                  <a:pt x="360660" y="353045"/>
                </a:lnTo>
                <a:lnTo>
                  <a:pt x="361929" y="340609"/>
                </a:lnTo>
                <a:close/>
              </a:path>
            </a:pathLst>
          </a:custGeom>
          <a:solidFill>
            <a:srgbClr val="C7C7C7"/>
          </a:solidFill>
          <a:ln w="12677">
            <a:noFill/>
            <a:prstDash val="solid"/>
          </a:ln>
        </p:spPr>
        <p:txBody>
          <a:bodyPr/>
          <a:lstStyle/>
          <a:p>
            <a:endParaRPr/>
          </a:p>
        </p:txBody>
      </p:sp>
      <p:sp>
        <p:nvSpPr>
          <p:cNvPr id="548" name="Rectangle 547">
            <a:extLst>
              <a:ext uri="{FF2B5EF4-FFF2-40B4-BE49-F238E27FC236}">
                <a16:creationId xmlns:a16="http://schemas.microsoft.com/office/drawing/2014/main" id="{7EE7D0EB-EC37-2412-A62E-0D32F24D40C8}"/>
              </a:ext>
            </a:extLst>
          </p:cNvPr>
          <p:cNvSpPr>
            <a:spLocks noGrp="1"/>
          </p:cNvSpPr>
          <p:nvPr/>
        </p:nvSpPr>
        <p:spPr>
          <a:xfrm rot="5750998">
            <a:off x="7936371" y="4829316"/>
            <a:ext cx="59294" cy="170300"/>
          </a:xfrm>
          <a:prstGeom prst="rect">
            <a:avLst/>
          </a:prstGeom>
          <a:solidFill>
            <a:srgbClr val="455A64"/>
          </a:solidFill>
          <a:ln w="12677">
            <a:noFill/>
            <a:prstDash val="solid"/>
          </a:ln>
        </p:spPr>
        <p:txBody>
          <a:bodyPr/>
          <a:lstStyle/>
          <a:p>
            <a:endParaRPr/>
          </a:p>
        </p:txBody>
      </p:sp>
      <p:sp>
        <p:nvSpPr>
          <p:cNvPr id="551" name="Rectangle 550">
            <a:extLst>
              <a:ext uri="{FF2B5EF4-FFF2-40B4-BE49-F238E27FC236}">
                <a16:creationId xmlns:a16="http://schemas.microsoft.com/office/drawing/2014/main" id="{C57A8893-2C4E-28DD-4CBB-59801C40708E}"/>
              </a:ext>
            </a:extLst>
          </p:cNvPr>
          <p:cNvSpPr>
            <a:spLocks noGrp="1"/>
          </p:cNvSpPr>
          <p:nvPr/>
        </p:nvSpPr>
        <p:spPr>
          <a:xfrm rot="5751600">
            <a:off x="7511652" y="4812192"/>
            <a:ext cx="348100" cy="148364"/>
          </a:xfrm>
          <a:prstGeom prst="rect">
            <a:avLst/>
          </a:prstGeom>
          <a:solidFill>
            <a:srgbClr val="FFC727"/>
          </a:solidFill>
          <a:ln w="12677">
            <a:noFill/>
            <a:prstDash val="solid"/>
          </a:ln>
        </p:spPr>
        <p:txBody>
          <a:bodyPr/>
          <a:lstStyle/>
          <a:p>
            <a:endParaRPr/>
          </a:p>
        </p:txBody>
      </p:sp>
      <p:sp>
        <p:nvSpPr>
          <p:cNvPr id="552" name="Rectangle 551">
            <a:extLst>
              <a:ext uri="{FF2B5EF4-FFF2-40B4-BE49-F238E27FC236}">
                <a16:creationId xmlns:a16="http://schemas.microsoft.com/office/drawing/2014/main" id="{DD516EE8-1295-8715-A193-56E487FCC76E}"/>
              </a:ext>
            </a:extLst>
          </p:cNvPr>
          <p:cNvSpPr>
            <a:spLocks noGrp="1"/>
          </p:cNvSpPr>
          <p:nvPr/>
        </p:nvSpPr>
        <p:spPr>
          <a:xfrm rot="5751600">
            <a:off x="7511652" y="4812192"/>
            <a:ext cx="348100" cy="148364"/>
          </a:xfrm>
          <a:prstGeom prst="rect">
            <a:avLst/>
          </a:prstGeom>
          <a:solidFill>
            <a:srgbClr val="000000">
              <a:alpha val="30000"/>
            </a:srgbClr>
          </a:solidFill>
          <a:ln w="12677">
            <a:noFill/>
            <a:prstDash val="solid"/>
          </a:ln>
        </p:spPr>
        <p:txBody>
          <a:bodyPr/>
          <a:lstStyle/>
          <a:p>
            <a:endParaRPr/>
          </a:p>
        </p:txBody>
      </p:sp>
      <p:sp>
        <p:nvSpPr>
          <p:cNvPr id="550" name="Freeform: Shape 549">
            <a:extLst>
              <a:ext uri="{FF2B5EF4-FFF2-40B4-BE49-F238E27FC236}">
                <a16:creationId xmlns:a16="http://schemas.microsoft.com/office/drawing/2014/main" id="{EA636668-977A-22DF-436E-835884AB7E03}"/>
              </a:ext>
            </a:extLst>
          </p:cNvPr>
          <p:cNvSpPr>
            <a:spLocks noGrp="1"/>
          </p:cNvSpPr>
          <p:nvPr/>
        </p:nvSpPr>
        <p:spPr>
          <a:xfrm>
            <a:off x="7601163" y="4720393"/>
            <a:ext cx="96520" cy="248272"/>
          </a:xfrm>
          <a:custGeom>
            <a:avLst/>
            <a:gdLst>
              <a:gd name="csX0" fmla="*/ 4545 w 148527"/>
              <a:gd name="csY0" fmla="*/ 394198 h 394989"/>
              <a:gd name="csX1" fmla="*/ 89317 w 148527"/>
              <a:gd name="csY1" fmla="*/ 176431 h 394989"/>
              <a:gd name="csX2" fmla="*/ 100484 w 148527"/>
              <a:gd name="csY2" fmla="*/ 111837 h 394989"/>
              <a:gd name="csX3" fmla="*/ 147692 w 148527"/>
              <a:gd name="csY3" fmla="*/ 78589 h 394989"/>
              <a:gd name="csX4" fmla="*/ 101246 w 148527"/>
              <a:gd name="csY4" fmla="*/ 41786 h 394989"/>
              <a:gd name="csX5" fmla="*/ 85256 w 148527"/>
              <a:gd name="csY5" fmla="*/ 12979 h 394989"/>
              <a:gd name="csX6" fmla="*/ 41093 w 148527"/>
              <a:gd name="csY6" fmla="*/ 3589 h 394989"/>
              <a:gd name="csX7" fmla="*/ 28022 w 148527"/>
              <a:gd name="csY7" fmla="*/ 96863 h 394989"/>
              <a:gd name="csX8" fmla="*/ 4672 w 148527"/>
              <a:gd name="csY8" fmla="*/ 394198 h 394989"/>
            </a:gdLst>
            <a:ahLst/>
            <a:cxnLst/>
            <a:rect l="l" t="t" r="r" b="b"/>
            <a:pathLst>
              <a:path w="148527" h="394989">
                <a:moveTo>
                  <a:pt x="4545" y="394198"/>
                </a:moveTo>
                <a:cubicBezTo>
                  <a:pt x="38555" y="405873"/>
                  <a:pt x="89951" y="286203"/>
                  <a:pt x="89317" y="176431"/>
                </a:cubicBezTo>
                <a:cubicBezTo>
                  <a:pt x="89190" y="142548"/>
                  <a:pt x="82083" y="123259"/>
                  <a:pt x="100484" y="111837"/>
                </a:cubicBezTo>
                <a:cubicBezTo>
                  <a:pt x="118885" y="100416"/>
                  <a:pt x="154418" y="102954"/>
                  <a:pt x="147692" y="78589"/>
                </a:cubicBezTo>
                <a:cubicBezTo>
                  <a:pt x="140966" y="54223"/>
                  <a:pt x="108352" y="59553"/>
                  <a:pt x="101246" y="41786"/>
                </a:cubicBezTo>
                <a:cubicBezTo>
                  <a:pt x="94266" y="24020"/>
                  <a:pt x="95916" y="21609"/>
                  <a:pt x="85256" y="12979"/>
                </a:cubicBezTo>
                <a:cubicBezTo>
                  <a:pt x="74596" y="4350"/>
                  <a:pt x="50738" y="-5422"/>
                  <a:pt x="41093" y="3589"/>
                </a:cubicBezTo>
                <a:cubicBezTo>
                  <a:pt x="31449" y="12599"/>
                  <a:pt x="32337" y="64122"/>
                  <a:pt x="28022" y="96863"/>
                </a:cubicBezTo>
                <a:cubicBezTo>
                  <a:pt x="23707" y="129604"/>
                  <a:pt x="-12714" y="388233"/>
                  <a:pt x="4672" y="394198"/>
                </a:cubicBezTo>
                <a:close/>
              </a:path>
            </a:pathLst>
          </a:custGeom>
          <a:solidFill>
            <a:srgbClr val="FFC727"/>
          </a:solidFill>
          <a:ln w="12677">
            <a:noFill/>
            <a:prstDash val="solid"/>
          </a:ln>
        </p:spPr>
        <p:txBody>
          <a:bodyPr/>
          <a:lstStyle/>
          <a:p>
            <a:endParaRPr/>
          </a:p>
        </p:txBody>
      </p:sp>
      <p:sp>
        <p:nvSpPr>
          <p:cNvPr id="541" name="Freeform: Shape 540">
            <a:extLst>
              <a:ext uri="{FF2B5EF4-FFF2-40B4-BE49-F238E27FC236}">
                <a16:creationId xmlns:a16="http://schemas.microsoft.com/office/drawing/2014/main" id="{C095560E-9683-71BF-0C11-DDE0FE610165}"/>
              </a:ext>
            </a:extLst>
          </p:cNvPr>
          <p:cNvSpPr>
            <a:spLocks noGrp="1"/>
          </p:cNvSpPr>
          <p:nvPr/>
        </p:nvSpPr>
        <p:spPr>
          <a:xfrm>
            <a:off x="7313167" y="4498985"/>
            <a:ext cx="149481" cy="530478"/>
          </a:xfrm>
          <a:custGeom>
            <a:avLst/>
            <a:gdLst>
              <a:gd name="csX0" fmla="*/ 33249 w 230023"/>
              <a:gd name="csY0" fmla="*/ 0 h 843965"/>
              <a:gd name="csX1" fmla="*/ 134772 w 230023"/>
              <a:gd name="csY1" fmla="*/ 312944 h 843965"/>
              <a:gd name="csX2" fmla="*/ 228680 w 230023"/>
              <a:gd name="csY2" fmla="*/ 843782 h 843965"/>
              <a:gd name="csX3" fmla="*/ 60660 w 230023"/>
              <a:gd name="csY3" fmla="*/ 338706 h 843965"/>
              <a:gd name="csX4" fmla="*/ 0 w 230023"/>
              <a:gd name="csY4" fmla="*/ 11802 h 843965"/>
              <a:gd name="csX5" fmla="*/ 33249 w 230023"/>
              <a:gd name="csY5" fmla="*/ 127 h 843965"/>
            </a:gdLst>
            <a:ahLst/>
            <a:cxnLst/>
            <a:rect l="l" t="t" r="r" b="b"/>
            <a:pathLst>
              <a:path w="230023" h="843965">
                <a:moveTo>
                  <a:pt x="33249" y="0"/>
                </a:moveTo>
                <a:cubicBezTo>
                  <a:pt x="33249" y="0"/>
                  <a:pt x="79695" y="154823"/>
                  <a:pt x="134772" y="312944"/>
                </a:cubicBezTo>
                <a:cubicBezTo>
                  <a:pt x="189848" y="471066"/>
                  <a:pt x="238833" y="834264"/>
                  <a:pt x="228680" y="843782"/>
                </a:cubicBezTo>
                <a:cubicBezTo>
                  <a:pt x="218401" y="853173"/>
                  <a:pt x="96066" y="500000"/>
                  <a:pt x="60660" y="338706"/>
                </a:cubicBezTo>
                <a:cubicBezTo>
                  <a:pt x="25381" y="177411"/>
                  <a:pt x="0" y="11802"/>
                  <a:pt x="0" y="11802"/>
                </a:cubicBezTo>
                <a:lnTo>
                  <a:pt x="33249" y="127"/>
                </a:lnTo>
                <a:close/>
              </a:path>
            </a:pathLst>
          </a:custGeom>
          <a:solidFill>
            <a:srgbClr val="FFC727"/>
          </a:solidFill>
          <a:ln w="12677">
            <a:noFill/>
            <a:prstDash val="solid"/>
          </a:ln>
        </p:spPr>
        <p:txBody>
          <a:bodyPr/>
          <a:lstStyle/>
          <a:p>
            <a:endParaRPr/>
          </a:p>
        </p:txBody>
      </p:sp>
      <p:sp>
        <p:nvSpPr>
          <p:cNvPr id="542" name="Freeform: Shape 541">
            <a:extLst>
              <a:ext uri="{FF2B5EF4-FFF2-40B4-BE49-F238E27FC236}">
                <a16:creationId xmlns:a16="http://schemas.microsoft.com/office/drawing/2014/main" id="{537C0BE8-F62F-F2E7-FAD7-A9C51F6E3935}"/>
              </a:ext>
            </a:extLst>
          </p:cNvPr>
          <p:cNvSpPr>
            <a:spLocks noGrp="1"/>
          </p:cNvSpPr>
          <p:nvPr/>
        </p:nvSpPr>
        <p:spPr>
          <a:xfrm>
            <a:off x="7309703" y="4496513"/>
            <a:ext cx="49563" cy="75059"/>
          </a:xfrm>
          <a:custGeom>
            <a:avLst/>
            <a:gdLst>
              <a:gd name="csX0" fmla="*/ 39340 w 76268"/>
              <a:gd name="csY0" fmla="*/ 0 h 119416"/>
              <a:gd name="csX1" fmla="*/ 76269 w 76268"/>
              <a:gd name="csY1" fmla="*/ 105203 h 119416"/>
              <a:gd name="csX2" fmla="*/ 17640 w 76268"/>
              <a:gd name="csY2" fmla="*/ 119416 h 119416"/>
              <a:gd name="csX3" fmla="*/ 0 w 76268"/>
              <a:gd name="csY3" fmla="*/ 11041 h 119416"/>
              <a:gd name="csX4" fmla="*/ 39340 w 76268"/>
              <a:gd name="csY4" fmla="*/ 0 h 119416"/>
            </a:gdLst>
            <a:ahLst/>
            <a:cxnLst/>
            <a:rect l="l" t="t" r="r" b="b"/>
            <a:pathLst>
              <a:path w="76268" h="119416">
                <a:moveTo>
                  <a:pt x="39340" y="0"/>
                </a:moveTo>
                <a:lnTo>
                  <a:pt x="76269" y="105203"/>
                </a:lnTo>
                <a:lnTo>
                  <a:pt x="17640" y="119416"/>
                </a:lnTo>
                <a:lnTo>
                  <a:pt x="0" y="11041"/>
                </a:lnTo>
                <a:lnTo>
                  <a:pt x="39340" y="0"/>
                </a:lnTo>
                <a:close/>
              </a:path>
            </a:pathLst>
          </a:custGeom>
          <a:solidFill>
            <a:srgbClr val="DBDBDB"/>
          </a:solidFill>
          <a:ln w="12677">
            <a:noFill/>
            <a:prstDash val="solid"/>
          </a:ln>
        </p:spPr>
        <p:txBody>
          <a:bodyPr/>
          <a:lstStyle/>
          <a:p>
            <a:endParaRPr/>
          </a:p>
        </p:txBody>
      </p:sp>
      <p:sp>
        <p:nvSpPr>
          <p:cNvPr id="544" name="Freeform: Shape 543">
            <a:extLst>
              <a:ext uri="{FF2B5EF4-FFF2-40B4-BE49-F238E27FC236}">
                <a16:creationId xmlns:a16="http://schemas.microsoft.com/office/drawing/2014/main" id="{FA709E20-6835-F5A0-ABAE-CDD5A8FF4051}"/>
              </a:ext>
            </a:extLst>
          </p:cNvPr>
          <p:cNvSpPr>
            <a:spLocks noGrp="1"/>
          </p:cNvSpPr>
          <p:nvPr/>
        </p:nvSpPr>
        <p:spPr>
          <a:xfrm>
            <a:off x="7293881" y="4405978"/>
            <a:ext cx="43961" cy="97473"/>
          </a:xfrm>
          <a:custGeom>
            <a:avLst/>
            <a:gdLst>
              <a:gd name="csX0" fmla="*/ 63688 w 67648"/>
              <a:gd name="csY0" fmla="*/ 144036 h 155076"/>
              <a:gd name="csX1" fmla="*/ 49729 w 67648"/>
              <a:gd name="csY1" fmla="*/ 64975 h 155076"/>
              <a:gd name="csX2" fmla="*/ 31581 w 67648"/>
              <a:gd name="csY2" fmla="*/ 0 h 155076"/>
              <a:gd name="csX3" fmla="*/ 24221 w 67648"/>
              <a:gd name="csY3" fmla="*/ 155076 h 155076"/>
              <a:gd name="csX4" fmla="*/ 63561 w 67648"/>
              <a:gd name="csY4" fmla="*/ 144036 h 155076"/>
            </a:gdLst>
            <a:ahLst/>
            <a:cxnLst/>
            <a:rect l="l" t="t" r="r" b="b"/>
            <a:pathLst>
              <a:path w="67648" h="155076">
                <a:moveTo>
                  <a:pt x="63688" y="144036"/>
                </a:moveTo>
                <a:cubicBezTo>
                  <a:pt x="70033" y="121828"/>
                  <a:pt x="70922" y="95305"/>
                  <a:pt x="49729" y="64975"/>
                </a:cubicBezTo>
                <a:cubicBezTo>
                  <a:pt x="24221" y="28426"/>
                  <a:pt x="31581" y="0"/>
                  <a:pt x="31581" y="0"/>
                </a:cubicBezTo>
                <a:cubicBezTo>
                  <a:pt x="31581" y="0"/>
                  <a:pt x="-34281" y="84391"/>
                  <a:pt x="24221" y="155076"/>
                </a:cubicBezTo>
                <a:lnTo>
                  <a:pt x="63561" y="144036"/>
                </a:lnTo>
                <a:close/>
              </a:path>
            </a:pathLst>
          </a:custGeom>
          <a:solidFill>
            <a:srgbClr val="455A64"/>
          </a:solidFill>
          <a:ln w="12677">
            <a:noFill/>
            <a:prstDash val="solid"/>
          </a:ln>
        </p:spPr>
        <p:txBody>
          <a:bodyPr/>
          <a:lstStyle/>
          <a:p>
            <a:endParaRPr/>
          </a:p>
        </p:txBody>
      </p:sp>
      <p:sp>
        <p:nvSpPr>
          <p:cNvPr id="545" name="Freeform: Shape 544">
            <a:extLst>
              <a:ext uri="{FF2B5EF4-FFF2-40B4-BE49-F238E27FC236}">
                <a16:creationId xmlns:a16="http://schemas.microsoft.com/office/drawing/2014/main" id="{9CCD0179-CBBA-A0D3-69A5-AB7B5EE9D284}"/>
              </a:ext>
            </a:extLst>
          </p:cNvPr>
          <p:cNvSpPr>
            <a:spLocks noGrp="1"/>
          </p:cNvSpPr>
          <p:nvPr/>
        </p:nvSpPr>
        <p:spPr>
          <a:xfrm>
            <a:off x="7292360" y="4402514"/>
            <a:ext cx="29294" cy="55040"/>
          </a:xfrm>
          <a:custGeom>
            <a:avLst/>
            <a:gdLst>
              <a:gd name="csX0" fmla="*/ 34682 w 45078"/>
              <a:gd name="csY0" fmla="*/ 1324 h 87567"/>
              <a:gd name="csX1" fmla="*/ 43566 w 45078"/>
              <a:gd name="csY1" fmla="*/ 53989 h 87567"/>
              <a:gd name="csX2" fmla="*/ 291 w 45078"/>
              <a:gd name="csY2" fmla="*/ 74547 h 87567"/>
              <a:gd name="csX3" fmla="*/ 34682 w 45078"/>
              <a:gd name="csY3" fmla="*/ 1324 h 87567"/>
            </a:gdLst>
            <a:ahLst/>
            <a:cxnLst/>
            <a:rect l="l" t="t" r="r" b="b"/>
            <a:pathLst>
              <a:path w="45078" h="87567">
                <a:moveTo>
                  <a:pt x="34682" y="1324"/>
                </a:moveTo>
                <a:cubicBezTo>
                  <a:pt x="37982" y="6653"/>
                  <a:pt x="31256" y="33176"/>
                  <a:pt x="43566" y="53989"/>
                </a:cubicBezTo>
                <a:cubicBezTo>
                  <a:pt x="55241" y="73532"/>
                  <a:pt x="-4658" y="105765"/>
                  <a:pt x="291" y="74547"/>
                </a:cubicBezTo>
                <a:cubicBezTo>
                  <a:pt x="5875" y="39141"/>
                  <a:pt x="28464" y="-8575"/>
                  <a:pt x="34682" y="1324"/>
                </a:cubicBezTo>
                <a:close/>
              </a:path>
            </a:pathLst>
          </a:custGeom>
          <a:solidFill>
            <a:srgbClr val="FFC727"/>
          </a:solidFill>
          <a:ln w="12677">
            <a:noFill/>
            <a:prstDash val="solid"/>
          </a:ln>
        </p:spPr>
        <p:txBody>
          <a:bodyPr/>
          <a:lstStyle/>
          <a:p>
            <a:endParaRPr/>
          </a:p>
        </p:txBody>
      </p:sp>
      <p:sp>
        <p:nvSpPr>
          <p:cNvPr id="538" name="Freeform: Shape 537">
            <a:extLst>
              <a:ext uri="{FF2B5EF4-FFF2-40B4-BE49-F238E27FC236}">
                <a16:creationId xmlns:a16="http://schemas.microsoft.com/office/drawing/2014/main" id="{8CF27C51-243B-0506-1651-4FE9FD700F1E}"/>
              </a:ext>
            </a:extLst>
          </p:cNvPr>
          <p:cNvSpPr>
            <a:spLocks noGrp="1"/>
          </p:cNvSpPr>
          <p:nvPr/>
        </p:nvSpPr>
        <p:spPr>
          <a:xfrm>
            <a:off x="7393818" y="4555938"/>
            <a:ext cx="146055" cy="431005"/>
          </a:xfrm>
          <a:custGeom>
            <a:avLst/>
            <a:gdLst>
              <a:gd name="csX0" fmla="*/ 197975 w 224751"/>
              <a:gd name="csY0" fmla="*/ 0 h 685708"/>
              <a:gd name="csX1" fmla="*/ 100894 w 224751"/>
              <a:gd name="csY1" fmla="*/ 253045 h 685708"/>
              <a:gd name="csX2" fmla="*/ 767 w 224751"/>
              <a:gd name="csY2" fmla="*/ 685533 h 685708"/>
              <a:gd name="csX3" fmla="*/ 160792 w 224751"/>
              <a:gd name="csY3" fmla="*/ 277411 h 685708"/>
              <a:gd name="csX4" fmla="*/ 224752 w 224751"/>
              <a:gd name="csY4" fmla="*/ 11167 h 685708"/>
              <a:gd name="csX5" fmla="*/ 197975 w 224751"/>
              <a:gd name="csY5" fmla="*/ 127 h 685708"/>
            </a:gdLst>
            <a:ahLst/>
            <a:cxnLst/>
            <a:rect l="l" t="t" r="r" b="b"/>
            <a:pathLst>
              <a:path w="224751" h="685708">
                <a:moveTo>
                  <a:pt x="197975" y="0"/>
                </a:moveTo>
                <a:cubicBezTo>
                  <a:pt x="197975" y="0"/>
                  <a:pt x="153051" y="125254"/>
                  <a:pt x="100894" y="253045"/>
                </a:cubicBezTo>
                <a:cubicBezTo>
                  <a:pt x="48736" y="380711"/>
                  <a:pt x="-7228" y="677284"/>
                  <a:pt x="767" y="685533"/>
                </a:cubicBezTo>
                <a:cubicBezTo>
                  <a:pt x="8762" y="693782"/>
                  <a:pt x="124752" y="408502"/>
                  <a:pt x="160792" y="277411"/>
                </a:cubicBezTo>
                <a:cubicBezTo>
                  <a:pt x="196833" y="146193"/>
                  <a:pt x="224752" y="11167"/>
                  <a:pt x="224752" y="11167"/>
                </a:cubicBezTo>
                <a:lnTo>
                  <a:pt x="197975" y="127"/>
                </a:lnTo>
                <a:close/>
              </a:path>
            </a:pathLst>
          </a:custGeom>
          <a:solidFill>
            <a:srgbClr val="A6A6A6"/>
          </a:solidFill>
          <a:ln w="12677">
            <a:noFill/>
            <a:prstDash val="solid"/>
          </a:ln>
        </p:spPr>
        <p:txBody>
          <a:bodyPr/>
          <a:lstStyle/>
          <a:p>
            <a:endParaRPr/>
          </a:p>
        </p:txBody>
      </p:sp>
      <p:sp>
        <p:nvSpPr>
          <p:cNvPr id="539" name="Freeform: Shape 538">
            <a:extLst>
              <a:ext uri="{FF2B5EF4-FFF2-40B4-BE49-F238E27FC236}">
                <a16:creationId xmlns:a16="http://schemas.microsoft.com/office/drawing/2014/main" id="{54F41004-3D21-F6BB-6E60-FFC74A1E533B}"/>
              </a:ext>
            </a:extLst>
          </p:cNvPr>
          <p:cNvSpPr>
            <a:spLocks noGrp="1"/>
          </p:cNvSpPr>
          <p:nvPr/>
        </p:nvSpPr>
        <p:spPr>
          <a:xfrm>
            <a:off x="7499547" y="4553864"/>
            <a:ext cx="43378" cy="62376"/>
          </a:xfrm>
          <a:custGeom>
            <a:avLst/>
            <a:gdLst>
              <a:gd name="csX0" fmla="*/ 34898 w 66751"/>
              <a:gd name="csY0" fmla="*/ 0 h 99238"/>
              <a:gd name="csX1" fmla="*/ 0 w 66751"/>
              <a:gd name="csY1" fmla="*/ 84899 h 99238"/>
              <a:gd name="csX2" fmla="*/ 47589 w 66751"/>
              <a:gd name="csY2" fmla="*/ 99239 h 99238"/>
              <a:gd name="csX3" fmla="*/ 66751 w 66751"/>
              <a:gd name="csY3" fmla="*/ 10787 h 99238"/>
              <a:gd name="csX4" fmla="*/ 34898 w 66751"/>
              <a:gd name="csY4" fmla="*/ 0 h 99238"/>
            </a:gdLst>
            <a:ahLst/>
            <a:cxnLst/>
            <a:rect l="l" t="t" r="r" b="b"/>
            <a:pathLst>
              <a:path w="66751" h="99238">
                <a:moveTo>
                  <a:pt x="34898" y="0"/>
                </a:moveTo>
                <a:lnTo>
                  <a:pt x="0" y="84899"/>
                </a:lnTo>
                <a:lnTo>
                  <a:pt x="47589" y="99239"/>
                </a:lnTo>
                <a:lnTo>
                  <a:pt x="66751" y="10787"/>
                </a:lnTo>
                <a:lnTo>
                  <a:pt x="34898" y="0"/>
                </a:lnTo>
                <a:close/>
              </a:path>
            </a:pathLst>
          </a:custGeom>
          <a:solidFill>
            <a:srgbClr val="DBDBDB"/>
          </a:solidFill>
          <a:ln w="12677">
            <a:noFill/>
            <a:prstDash val="solid"/>
          </a:ln>
        </p:spPr>
        <p:txBody>
          <a:bodyPr/>
          <a:lstStyle/>
          <a:p>
            <a:endParaRPr/>
          </a:p>
        </p:txBody>
      </p:sp>
      <p:sp>
        <p:nvSpPr>
          <p:cNvPr id="540" name="Freeform: Shape 539">
            <a:extLst>
              <a:ext uri="{FF2B5EF4-FFF2-40B4-BE49-F238E27FC236}">
                <a16:creationId xmlns:a16="http://schemas.microsoft.com/office/drawing/2014/main" id="{6B724E4D-648A-83C3-2AFC-64F7399F57CE}"/>
              </a:ext>
            </a:extLst>
          </p:cNvPr>
          <p:cNvSpPr>
            <a:spLocks noGrp="1"/>
          </p:cNvSpPr>
          <p:nvPr/>
        </p:nvSpPr>
        <p:spPr>
          <a:xfrm>
            <a:off x="7522225" y="4474178"/>
            <a:ext cx="42566" cy="86465"/>
          </a:xfrm>
          <a:custGeom>
            <a:avLst/>
            <a:gdLst>
              <a:gd name="csX0" fmla="*/ 0 w 65502"/>
              <a:gd name="csY0" fmla="*/ 126777 h 137563"/>
              <a:gd name="csX1" fmla="*/ 60533 w 65502"/>
              <a:gd name="csY1" fmla="*/ 0 h 137563"/>
              <a:gd name="csX2" fmla="*/ 31980 w 65502"/>
              <a:gd name="csY2" fmla="*/ 137563 h 137563"/>
              <a:gd name="csX3" fmla="*/ 127 w 65502"/>
              <a:gd name="csY3" fmla="*/ 126777 h 137563"/>
            </a:gdLst>
            <a:ahLst/>
            <a:cxnLst/>
            <a:rect l="l" t="t" r="r" b="b"/>
            <a:pathLst>
              <a:path w="65502" h="137563">
                <a:moveTo>
                  <a:pt x="0" y="126777"/>
                </a:moveTo>
                <a:cubicBezTo>
                  <a:pt x="5076" y="56853"/>
                  <a:pt x="60533" y="0"/>
                  <a:pt x="60533" y="0"/>
                </a:cubicBezTo>
                <a:cubicBezTo>
                  <a:pt x="60533" y="0"/>
                  <a:pt x="83122" y="81980"/>
                  <a:pt x="31980" y="137563"/>
                </a:cubicBezTo>
                <a:lnTo>
                  <a:pt x="127" y="126777"/>
                </a:lnTo>
                <a:close/>
              </a:path>
            </a:pathLst>
          </a:custGeom>
          <a:solidFill>
            <a:srgbClr val="455A64"/>
          </a:solidFill>
          <a:ln w="12677">
            <a:noFill/>
            <a:prstDash val="solid"/>
          </a:ln>
        </p:spPr>
        <p:txBody>
          <a:bodyPr/>
          <a:lstStyle/>
          <a:p>
            <a:endParaRPr/>
          </a:p>
        </p:txBody>
      </p:sp>
      <p:sp>
        <p:nvSpPr>
          <p:cNvPr id="535" name="Freeform: Shape 534">
            <a:extLst>
              <a:ext uri="{FF2B5EF4-FFF2-40B4-BE49-F238E27FC236}">
                <a16:creationId xmlns:a16="http://schemas.microsoft.com/office/drawing/2014/main" id="{DDAC3BD7-27CE-0BCB-85F1-FE2B7AEE33FB}"/>
              </a:ext>
            </a:extLst>
          </p:cNvPr>
          <p:cNvSpPr>
            <a:spLocks noGrp="1"/>
          </p:cNvSpPr>
          <p:nvPr/>
        </p:nvSpPr>
        <p:spPr>
          <a:xfrm>
            <a:off x="7414337" y="4452641"/>
            <a:ext cx="56603" cy="447229"/>
          </a:xfrm>
          <a:custGeom>
            <a:avLst/>
            <a:gdLst>
              <a:gd name="csX0" fmla="*/ 28456 w 87102"/>
              <a:gd name="csY0" fmla="*/ 0 h 711519"/>
              <a:gd name="csX1" fmla="*/ 70589 w 87102"/>
              <a:gd name="csY1" fmla="*/ 267640 h 711519"/>
              <a:gd name="csX2" fmla="*/ 78203 w 87102"/>
              <a:gd name="csY2" fmla="*/ 711421 h 711519"/>
              <a:gd name="csX3" fmla="*/ 7010 w 87102"/>
              <a:gd name="csY3" fmla="*/ 278934 h 711519"/>
              <a:gd name="csX4" fmla="*/ 30 w 87102"/>
              <a:gd name="csY4" fmla="*/ 5203 h 711519"/>
              <a:gd name="csX5" fmla="*/ 28583 w 87102"/>
              <a:gd name="csY5" fmla="*/ 0 h 711519"/>
            </a:gdLst>
            <a:ahLst/>
            <a:cxnLst/>
            <a:rect l="l" t="t" r="r" b="b"/>
            <a:pathLst>
              <a:path w="87102" h="711519">
                <a:moveTo>
                  <a:pt x="28456" y="0"/>
                </a:moveTo>
                <a:cubicBezTo>
                  <a:pt x="28456" y="0"/>
                  <a:pt x="46223" y="131853"/>
                  <a:pt x="70589" y="267640"/>
                </a:cubicBezTo>
                <a:cubicBezTo>
                  <a:pt x="94954" y="403427"/>
                  <a:pt x="87721" y="705076"/>
                  <a:pt x="78203" y="711421"/>
                </a:cubicBezTo>
                <a:cubicBezTo>
                  <a:pt x="68685" y="717767"/>
                  <a:pt x="14751" y="414721"/>
                  <a:pt x="7010" y="278934"/>
                </a:cubicBezTo>
                <a:cubicBezTo>
                  <a:pt x="-858" y="143147"/>
                  <a:pt x="30" y="5203"/>
                  <a:pt x="30" y="5203"/>
                </a:cubicBezTo>
                <a:lnTo>
                  <a:pt x="28583" y="0"/>
                </a:lnTo>
                <a:close/>
              </a:path>
            </a:pathLst>
          </a:custGeom>
          <a:solidFill>
            <a:srgbClr val="37474F"/>
          </a:solidFill>
          <a:ln w="12677">
            <a:noFill/>
            <a:prstDash val="solid"/>
          </a:ln>
        </p:spPr>
        <p:txBody>
          <a:bodyPr/>
          <a:lstStyle/>
          <a:p>
            <a:endParaRPr/>
          </a:p>
        </p:txBody>
      </p:sp>
      <p:sp>
        <p:nvSpPr>
          <p:cNvPr id="536" name="Freeform: Shape 535">
            <a:extLst>
              <a:ext uri="{FF2B5EF4-FFF2-40B4-BE49-F238E27FC236}">
                <a16:creationId xmlns:a16="http://schemas.microsoft.com/office/drawing/2014/main" id="{EF217FF8-EF4A-F944-94F0-925578B4306B}"/>
              </a:ext>
            </a:extLst>
          </p:cNvPr>
          <p:cNvSpPr>
            <a:spLocks noGrp="1"/>
          </p:cNvSpPr>
          <p:nvPr/>
        </p:nvSpPr>
        <p:spPr>
          <a:xfrm>
            <a:off x="7411799" y="4450727"/>
            <a:ext cx="32327" cy="59265"/>
          </a:xfrm>
          <a:custGeom>
            <a:avLst/>
            <a:gdLst>
              <a:gd name="csX0" fmla="*/ 33503 w 49746"/>
              <a:gd name="csY0" fmla="*/ 0 h 94289"/>
              <a:gd name="csX1" fmla="*/ 49746 w 49746"/>
              <a:gd name="csY1" fmla="*/ 90228 h 94289"/>
              <a:gd name="csX2" fmla="*/ 254 w 49746"/>
              <a:gd name="csY2" fmla="*/ 94289 h 94289"/>
              <a:gd name="csX3" fmla="*/ 0 w 49746"/>
              <a:gd name="csY3" fmla="*/ 3807 h 94289"/>
              <a:gd name="csX4" fmla="*/ 33503 w 49746"/>
              <a:gd name="csY4" fmla="*/ 0 h 94289"/>
            </a:gdLst>
            <a:ahLst/>
            <a:cxnLst/>
            <a:rect l="l" t="t" r="r" b="b"/>
            <a:pathLst>
              <a:path w="49746" h="94289">
                <a:moveTo>
                  <a:pt x="33503" y="0"/>
                </a:moveTo>
                <a:lnTo>
                  <a:pt x="49746" y="90228"/>
                </a:lnTo>
                <a:lnTo>
                  <a:pt x="254" y="94289"/>
                </a:lnTo>
                <a:lnTo>
                  <a:pt x="0" y="3807"/>
                </a:lnTo>
                <a:lnTo>
                  <a:pt x="33503" y="0"/>
                </a:lnTo>
                <a:close/>
              </a:path>
            </a:pathLst>
          </a:custGeom>
          <a:solidFill>
            <a:srgbClr val="DBDBDB"/>
          </a:solidFill>
          <a:ln w="12677">
            <a:noFill/>
            <a:prstDash val="solid"/>
          </a:ln>
        </p:spPr>
        <p:txBody>
          <a:bodyPr/>
          <a:lstStyle/>
          <a:p>
            <a:endParaRPr/>
          </a:p>
        </p:txBody>
      </p:sp>
      <p:sp>
        <p:nvSpPr>
          <p:cNvPr id="537" name="Freeform: Shape 536">
            <a:extLst>
              <a:ext uri="{FF2B5EF4-FFF2-40B4-BE49-F238E27FC236}">
                <a16:creationId xmlns:a16="http://schemas.microsoft.com/office/drawing/2014/main" id="{F5D529EA-5952-1F0D-FB70-18017A389EEC}"/>
              </a:ext>
            </a:extLst>
          </p:cNvPr>
          <p:cNvSpPr>
            <a:spLocks noGrp="1"/>
          </p:cNvSpPr>
          <p:nvPr/>
        </p:nvSpPr>
        <p:spPr>
          <a:xfrm>
            <a:off x="7379883" y="4391279"/>
            <a:ext cx="69025" cy="61841"/>
          </a:xfrm>
          <a:custGeom>
            <a:avLst/>
            <a:gdLst>
              <a:gd name="csX0" fmla="*/ 49115 w 106217"/>
              <a:gd name="csY0" fmla="*/ 98386 h 98386"/>
              <a:gd name="csX1" fmla="*/ 82617 w 106217"/>
              <a:gd name="csY1" fmla="*/ 94452 h 98386"/>
              <a:gd name="csX2" fmla="*/ 106094 w 106217"/>
              <a:gd name="csY2" fmla="*/ 289 h 98386"/>
              <a:gd name="csX3" fmla="*/ 3 w 106217"/>
              <a:gd name="csY3" fmla="*/ 22244 h 98386"/>
              <a:gd name="csX4" fmla="*/ 49115 w 106217"/>
              <a:gd name="csY4" fmla="*/ 98259 h 98386"/>
            </a:gdLst>
            <a:ahLst/>
            <a:cxnLst/>
            <a:rect l="l" t="t" r="r" b="b"/>
            <a:pathLst>
              <a:path w="106217" h="98386">
                <a:moveTo>
                  <a:pt x="49115" y="98386"/>
                </a:moveTo>
                <a:cubicBezTo>
                  <a:pt x="49115" y="98386"/>
                  <a:pt x="80841" y="95213"/>
                  <a:pt x="82617" y="94452"/>
                </a:cubicBezTo>
                <a:cubicBezTo>
                  <a:pt x="84394" y="93691"/>
                  <a:pt x="108125" y="2828"/>
                  <a:pt x="106094" y="289"/>
                </a:cubicBezTo>
                <a:cubicBezTo>
                  <a:pt x="104064" y="-2248"/>
                  <a:pt x="-632" y="12472"/>
                  <a:pt x="3" y="22244"/>
                </a:cubicBezTo>
                <a:cubicBezTo>
                  <a:pt x="511" y="32142"/>
                  <a:pt x="49115" y="98259"/>
                  <a:pt x="49115" y="98259"/>
                </a:cubicBezTo>
                <a:close/>
              </a:path>
            </a:pathLst>
          </a:custGeom>
          <a:solidFill>
            <a:srgbClr val="455A64"/>
          </a:solidFill>
          <a:ln w="12677">
            <a:noFill/>
            <a:prstDash val="solid"/>
          </a:ln>
        </p:spPr>
        <p:txBody>
          <a:bodyPr/>
          <a:lstStyle/>
          <a:p>
            <a:endParaRPr/>
          </a:p>
        </p:txBody>
      </p:sp>
      <p:sp>
        <p:nvSpPr>
          <p:cNvPr id="532" name="Rectangle: Rounded Corners 531">
            <a:extLst>
              <a:ext uri="{FF2B5EF4-FFF2-40B4-BE49-F238E27FC236}">
                <a16:creationId xmlns:a16="http://schemas.microsoft.com/office/drawing/2014/main" id="{95FBFD9D-23D0-C54C-9EB2-8447E7FF0420}"/>
              </a:ext>
            </a:extLst>
          </p:cNvPr>
          <p:cNvSpPr>
            <a:spLocks noGrp="1"/>
          </p:cNvSpPr>
          <p:nvPr/>
        </p:nvSpPr>
        <p:spPr>
          <a:xfrm>
            <a:off x="7298075" y="4766680"/>
            <a:ext cx="239984" cy="292182"/>
          </a:xfrm>
          <a:prstGeom prst="roundRect">
            <a:avLst>
              <a:gd name="adj" fmla="val 15051"/>
            </a:avLst>
          </a:prstGeom>
          <a:solidFill>
            <a:srgbClr val="455A64"/>
          </a:solidFill>
          <a:ln w="12677">
            <a:noFill/>
            <a:prstDash val="solid"/>
          </a:ln>
        </p:spPr>
        <p:txBody>
          <a:bodyPr/>
          <a:lstStyle/>
          <a:p>
            <a:endParaRPr/>
          </a:p>
        </p:txBody>
      </p:sp>
      <p:sp>
        <p:nvSpPr>
          <p:cNvPr id="533" name="Rectangle 532">
            <a:extLst>
              <a:ext uri="{FF2B5EF4-FFF2-40B4-BE49-F238E27FC236}">
                <a16:creationId xmlns:a16="http://schemas.microsoft.com/office/drawing/2014/main" id="{1793B331-4813-6D12-F6F1-2066823BD5C8}"/>
              </a:ext>
            </a:extLst>
          </p:cNvPr>
          <p:cNvSpPr>
            <a:spLocks noGrp="1"/>
          </p:cNvSpPr>
          <p:nvPr/>
        </p:nvSpPr>
        <p:spPr>
          <a:xfrm>
            <a:off x="7328341" y="4720575"/>
            <a:ext cx="179369" cy="46104"/>
          </a:xfrm>
          <a:prstGeom prst="rect">
            <a:avLst/>
          </a:prstGeom>
          <a:solidFill>
            <a:srgbClr val="455A64"/>
          </a:solidFill>
          <a:ln w="12677">
            <a:noFill/>
            <a:prstDash val="solid"/>
          </a:ln>
        </p:spPr>
        <p:txBody>
          <a:bodyPr/>
          <a:lstStyle/>
          <a:p>
            <a:endParaRPr/>
          </a:p>
        </p:txBody>
      </p:sp>
      <p:sp>
        <p:nvSpPr>
          <p:cNvPr id="534" name="Freeform: Shape 533">
            <a:extLst>
              <a:ext uri="{FF2B5EF4-FFF2-40B4-BE49-F238E27FC236}">
                <a16:creationId xmlns:a16="http://schemas.microsoft.com/office/drawing/2014/main" id="{034208BD-6274-FFD8-D904-9B6930ED0CE5}"/>
              </a:ext>
            </a:extLst>
          </p:cNvPr>
          <p:cNvSpPr>
            <a:spLocks noGrp="1"/>
          </p:cNvSpPr>
          <p:nvPr/>
        </p:nvSpPr>
        <p:spPr>
          <a:xfrm>
            <a:off x="7338959" y="4764217"/>
            <a:ext cx="158277" cy="5037"/>
          </a:xfrm>
          <a:custGeom>
            <a:avLst/>
            <a:gdLst>
              <a:gd name="csX0" fmla="*/ 666 w 243559"/>
              <a:gd name="csY0" fmla="*/ 2396 h 8015"/>
              <a:gd name="csX1" fmla="*/ 243179 w 243559"/>
              <a:gd name="csY1" fmla="*/ 2649 h 8015"/>
              <a:gd name="csX2" fmla="*/ 243179 w 243559"/>
              <a:gd name="csY2" fmla="*/ 3538 h 8015"/>
              <a:gd name="csX3" fmla="*/ 666 w 243559"/>
              <a:gd name="csY3" fmla="*/ 3791 h 8015"/>
              <a:gd name="csX4" fmla="*/ 666 w 243559"/>
              <a:gd name="csY4" fmla="*/ 2396 h 8015"/>
            </a:gdLst>
            <a:ahLst/>
            <a:cxnLst/>
            <a:rect l="l" t="t" r="r" b="b"/>
            <a:pathLst>
              <a:path w="243559" h="8015">
                <a:moveTo>
                  <a:pt x="666" y="2396"/>
                </a:moveTo>
                <a:cubicBezTo>
                  <a:pt x="64879" y="-777"/>
                  <a:pt x="221859" y="-904"/>
                  <a:pt x="243179" y="2649"/>
                </a:cubicBezTo>
                <a:cubicBezTo>
                  <a:pt x="243687" y="2649"/>
                  <a:pt x="243687" y="3538"/>
                  <a:pt x="243179" y="3538"/>
                </a:cubicBezTo>
                <a:cubicBezTo>
                  <a:pt x="221986" y="7091"/>
                  <a:pt x="75413" y="11406"/>
                  <a:pt x="666" y="3791"/>
                </a:cubicBezTo>
                <a:cubicBezTo>
                  <a:pt x="-222" y="3791"/>
                  <a:pt x="-222" y="2523"/>
                  <a:pt x="666" y="2396"/>
                </a:cubicBezTo>
                <a:close/>
              </a:path>
            </a:pathLst>
          </a:custGeom>
          <a:solidFill>
            <a:srgbClr val="263238"/>
          </a:solidFill>
          <a:ln w="12677">
            <a:noFill/>
            <a:prstDash val="solid"/>
          </a:ln>
        </p:spPr>
        <p:txBody>
          <a:bodyPr/>
          <a:lstStyle/>
          <a:p>
            <a:endParaRPr/>
          </a:p>
        </p:txBody>
      </p:sp>
      <p:sp>
        <p:nvSpPr>
          <p:cNvPr id="511" name="Freeform: Shape 510">
            <a:extLst>
              <a:ext uri="{FF2B5EF4-FFF2-40B4-BE49-F238E27FC236}">
                <a16:creationId xmlns:a16="http://schemas.microsoft.com/office/drawing/2014/main" id="{ACE14475-1B6B-F14C-A42D-1F326F12FE31}"/>
              </a:ext>
            </a:extLst>
          </p:cNvPr>
          <p:cNvSpPr>
            <a:spLocks noGrp="1"/>
          </p:cNvSpPr>
          <p:nvPr/>
        </p:nvSpPr>
        <p:spPr>
          <a:xfrm>
            <a:off x="8731356" y="4488057"/>
            <a:ext cx="833128" cy="573670"/>
          </a:xfrm>
          <a:custGeom>
            <a:avLst/>
            <a:gdLst>
              <a:gd name="csX0" fmla="*/ 14383 w 1282023"/>
              <a:gd name="csY0" fmla="*/ 906472 h 912681"/>
              <a:gd name="csX1" fmla="*/ 1038242 w 1282023"/>
              <a:gd name="csY1" fmla="*/ 892005 h 912681"/>
              <a:gd name="csX2" fmla="*/ 1050805 w 1282023"/>
              <a:gd name="csY2" fmla="*/ 573223 h 912681"/>
              <a:gd name="csX3" fmla="*/ 1088241 w 1282023"/>
              <a:gd name="csY3" fmla="*/ 495051 h 912681"/>
              <a:gd name="csX4" fmla="*/ 1282023 w 1282023"/>
              <a:gd name="csY4" fmla="*/ 158757 h 912681"/>
              <a:gd name="csX5" fmla="*/ 711084 w 1282023"/>
              <a:gd name="csY5" fmla="*/ 0 h 912681"/>
              <a:gd name="csX6" fmla="*/ 488622 w 1282023"/>
              <a:gd name="csY6" fmla="*/ 471827 h 912681"/>
              <a:gd name="csX7" fmla="*/ 431896 w 1282023"/>
              <a:gd name="csY7" fmla="*/ 592259 h 912681"/>
              <a:gd name="csX8" fmla="*/ 190272 w 1282023"/>
              <a:gd name="csY8" fmla="*/ 699492 h 912681"/>
              <a:gd name="csX9" fmla="*/ 190018 w 1282023"/>
              <a:gd name="csY9" fmla="*/ 699746 h 912681"/>
              <a:gd name="csX10" fmla="*/ 46490 w 1282023"/>
              <a:gd name="csY10" fmla="*/ 773350 h 912681"/>
              <a:gd name="csX11" fmla="*/ 14129 w 1282023"/>
              <a:gd name="csY11" fmla="*/ 906472 h 912681"/>
            </a:gdLst>
            <a:ahLst/>
            <a:cxnLst/>
            <a:rect l="l" t="t" r="r" b="b"/>
            <a:pathLst>
              <a:path w="1282023" h="912681">
                <a:moveTo>
                  <a:pt x="14383" y="906472"/>
                </a:moveTo>
                <a:cubicBezTo>
                  <a:pt x="46870" y="917386"/>
                  <a:pt x="1002835" y="914721"/>
                  <a:pt x="1038242" y="892005"/>
                </a:cubicBezTo>
                <a:cubicBezTo>
                  <a:pt x="1042429" y="889721"/>
                  <a:pt x="1050805" y="573223"/>
                  <a:pt x="1050805" y="573223"/>
                </a:cubicBezTo>
                <a:cubicBezTo>
                  <a:pt x="1049536" y="568782"/>
                  <a:pt x="1064891" y="537944"/>
                  <a:pt x="1088241" y="495051"/>
                </a:cubicBezTo>
                <a:cubicBezTo>
                  <a:pt x="1153724" y="374619"/>
                  <a:pt x="1282023" y="158757"/>
                  <a:pt x="1282023" y="158757"/>
                </a:cubicBezTo>
                <a:lnTo>
                  <a:pt x="711084" y="0"/>
                </a:lnTo>
                <a:lnTo>
                  <a:pt x="488622" y="471827"/>
                </a:lnTo>
                <a:lnTo>
                  <a:pt x="431896" y="592259"/>
                </a:lnTo>
                <a:cubicBezTo>
                  <a:pt x="431896" y="592259"/>
                  <a:pt x="302835" y="646066"/>
                  <a:pt x="190272" y="699492"/>
                </a:cubicBezTo>
                <a:cubicBezTo>
                  <a:pt x="190145" y="699620"/>
                  <a:pt x="190018" y="699620"/>
                  <a:pt x="190018" y="699746"/>
                </a:cubicBezTo>
                <a:cubicBezTo>
                  <a:pt x="120728" y="732487"/>
                  <a:pt x="60449" y="762310"/>
                  <a:pt x="46490" y="773350"/>
                </a:cubicBezTo>
                <a:cubicBezTo>
                  <a:pt x="10576" y="802284"/>
                  <a:pt x="-18358" y="895812"/>
                  <a:pt x="14129" y="906472"/>
                </a:cubicBezTo>
                <a:close/>
              </a:path>
            </a:pathLst>
          </a:custGeom>
          <a:solidFill>
            <a:srgbClr val="AD6359"/>
          </a:solidFill>
          <a:ln w="12677">
            <a:noFill/>
            <a:prstDash val="solid"/>
          </a:ln>
        </p:spPr>
        <p:txBody>
          <a:bodyPr/>
          <a:lstStyle/>
          <a:p>
            <a:endParaRPr/>
          </a:p>
        </p:txBody>
      </p:sp>
      <p:sp>
        <p:nvSpPr>
          <p:cNvPr id="512" name="Freeform: Shape 511">
            <a:extLst>
              <a:ext uri="{FF2B5EF4-FFF2-40B4-BE49-F238E27FC236}">
                <a16:creationId xmlns:a16="http://schemas.microsoft.com/office/drawing/2014/main" id="{9FEC7531-05CF-269D-59BD-8198E2E1D127}"/>
              </a:ext>
            </a:extLst>
          </p:cNvPr>
          <p:cNvSpPr>
            <a:spLocks noGrp="1"/>
          </p:cNvSpPr>
          <p:nvPr/>
        </p:nvSpPr>
        <p:spPr>
          <a:xfrm>
            <a:off x="8731438" y="4784627"/>
            <a:ext cx="707115" cy="277101"/>
          </a:xfrm>
          <a:custGeom>
            <a:avLst/>
            <a:gdLst>
              <a:gd name="csX0" fmla="*/ 14256 w 1088114"/>
              <a:gd name="csY0" fmla="*/ 434645 h 440854"/>
              <a:gd name="csX1" fmla="*/ 1038115 w 1088114"/>
              <a:gd name="csY1" fmla="*/ 420178 h 440854"/>
              <a:gd name="csX2" fmla="*/ 1050678 w 1088114"/>
              <a:gd name="csY2" fmla="*/ 101396 h 440854"/>
              <a:gd name="csX3" fmla="*/ 1088114 w 1088114"/>
              <a:gd name="csY3" fmla="*/ 23224 h 440854"/>
              <a:gd name="csX4" fmla="*/ 488622 w 1088114"/>
              <a:gd name="csY4" fmla="*/ 0 h 440854"/>
              <a:gd name="csX5" fmla="*/ 431896 w 1088114"/>
              <a:gd name="csY5" fmla="*/ 120431 h 440854"/>
              <a:gd name="csX6" fmla="*/ 190271 w 1088114"/>
              <a:gd name="csY6" fmla="*/ 227665 h 440854"/>
              <a:gd name="csX7" fmla="*/ 190018 w 1088114"/>
              <a:gd name="csY7" fmla="*/ 227919 h 440854"/>
              <a:gd name="csX8" fmla="*/ 46490 w 1088114"/>
              <a:gd name="csY8" fmla="*/ 301523 h 440854"/>
              <a:gd name="csX9" fmla="*/ 14129 w 1088114"/>
              <a:gd name="csY9" fmla="*/ 434645 h 440854"/>
            </a:gdLst>
            <a:ahLst/>
            <a:cxnLst/>
            <a:rect l="l" t="t" r="r" b="b"/>
            <a:pathLst>
              <a:path w="1088114" h="440854">
                <a:moveTo>
                  <a:pt x="14256" y="434645"/>
                </a:moveTo>
                <a:cubicBezTo>
                  <a:pt x="46743" y="445559"/>
                  <a:pt x="1002708" y="442893"/>
                  <a:pt x="1038115" y="420178"/>
                </a:cubicBezTo>
                <a:cubicBezTo>
                  <a:pt x="1042302" y="417893"/>
                  <a:pt x="1050678" y="101396"/>
                  <a:pt x="1050678" y="101396"/>
                </a:cubicBezTo>
                <a:cubicBezTo>
                  <a:pt x="1049409" y="96955"/>
                  <a:pt x="1064764" y="66117"/>
                  <a:pt x="1088114" y="23224"/>
                </a:cubicBezTo>
                <a:lnTo>
                  <a:pt x="488622" y="0"/>
                </a:lnTo>
                <a:lnTo>
                  <a:pt x="431896" y="120431"/>
                </a:lnTo>
                <a:cubicBezTo>
                  <a:pt x="431896" y="120431"/>
                  <a:pt x="302835" y="174239"/>
                  <a:pt x="190271" y="227665"/>
                </a:cubicBezTo>
                <a:cubicBezTo>
                  <a:pt x="190145" y="227792"/>
                  <a:pt x="190018" y="227792"/>
                  <a:pt x="190018" y="227919"/>
                </a:cubicBezTo>
                <a:cubicBezTo>
                  <a:pt x="120728" y="260660"/>
                  <a:pt x="60449" y="290482"/>
                  <a:pt x="46490" y="301523"/>
                </a:cubicBezTo>
                <a:cubicBezTo>
                  <a:pt x="10576" y="330457"/>
                  <a:pt x="-18358" y="423985"/>
                  <a:pt x="14129" y="434645"/>
                </a:cubicBezTo>
                <a:close/>
              </a:path>
            </a:pathLst>
          </a:custGeom>
          <a:solidFill>
            <a:srgbClr val="EBEBEB"/>
          </a:solidFill>
          <a:ln w="12677">
            <a:noFill/>
            <a:prstDash val="solid"/>
          </a:ln>
        </p:spPr>
        <p:txBody>
          <a:bodyPr/>
          <a:lstStyle/>
          <a:p>
            <a:endParaRPr/>
          </a:p>
        </p:txBody>
      </p:sp>
      <p:sp>
        <p:nvSpPr>
          <p:cNvPr id="526" name="Freeform: Shape 525">
            <a:extLst>
              <a:ext uri="{FF2B5EF4-FFF2-40B4-BE49-F238E27FC236}">
                <a16:creationId xmlns:a16="http://schemas.microsoft.com/office/drawing/2014/main" id="{34F83FAA-110F-754E-EA90-1F8E0430B835}"/>
              </a:ext>
            </a:extLst>
          </p:cNvPr>
          <p:cNvSpPr>
            <a:spLocks noGrp="1"/>
          </p:cNvSpPr>
          <p:nvPr/>
        </p:nvSpPr>
        <p:spPr>
          <a:xfrm>
            <a:off x="8728561" y="4848360"/>
            <a:ext cx="689476" cy="215273"/>
          </a:xfrm>
          <a:custGeom>
            <a:avLst/>
            <a:gdLst>
              <a:gd name="csX0" fmla="*/ 14750 w 1060970"/>
              <a:gd name="csY0" fmla="*/ 336929 h 342489"/>
              <a:gd name="csX1" fmla="*/ 1041654 w 1060970"/>
              <a:gd name="csY1" fmla="*/ 319544 h 342489"/>
              <a:gd name="csX2" fmla="*/ 1055105 w 1060970"/>
              <a:gd name="csY2" fmla="*/ 0 h 342489"/>
              <a:gd name="csX3" fmla="*/ 438100 w 1060970"/>
              <a:gd name="csY3" fmla="*/ 4061 h 342489"/>
              <a:gd name="csX4" fmla="*/ 47237 w 1060970"/>
              <a:gd name="csY4" fmla="*/ 199747 h 342489"/>
              <a:gd name="csX5" fmla="*/ 14750 w 1060970"/>
              <a:gd name="csY5" fmla="*/ 336929 h 342489"/>
            </a:gdLst>
            <a:ahLst/>
            <a:cxnLst/>
            <a:rect l="l" t="t" r="r" b="b"/>
            <a:pathLst>
              <a:path w="1060970" h="342489">
                <a:moveTo>
                  <a:pt x="14750" y="336929"/>
                </a:moveTo>
                <a:cubicBezTo>
                  <a:pt x="48252" y="347970"/>
                  <a:pt x="1005359" y="342767"/>
                  <a:pt x="1041654" y="319544"/>
                </a:cubicBezTo>
                <a:cubicBezTo>
                  <a:pt x="1055486" y="310787"/>
                  <a:pt x="1069065" y="163198"/>
                  <a:pt x="1055105" y="0"/>
                </a:cubicBezTo>
                <a:lnTo>
                  <a:pt x="438100" y="4061"/>
                </a:lnTo>
                <a:cubicBezTo>
                  <a:pt x="438100" y="4061"/>
                  <a:pt x="84420" y="169924"/>
                  <a:pt x="47237" y="199747"/>
                </a:cubicBezTo>
                <a:cubicBezTo>
                  <a:pt x="10308" y="229569"/>
                  <a:pt x="-18753" y="325889"/>
                  <a:pt x="14750" y="336929"/>
                </a:cubicBezTo>
                <a:close/>
              </a:path>
            </a:pathLst>
          </a:custGeom>
          <a:solidFill>
            <a:srgbClr val="FFC727"/>
          </a:solidFill>
          <a:ln w="12677">
            <a:noFill/>
            <a:prstDash val="solid"/>
          </a:ln>
        </p:spPr>
        <p:txBody>
          <a:bodyPr/>
          <a:lstStyle/>
          <a:p>
            <a:endParaRPr/>
          </a:p>
        </p:txBody>
      </p:sp>
      <p:sp>
        <p:nvSpPr>
          <p:cNvPr id="527" name="Freeform: Shape 526">
            <a:extLst>
              <a:ext uri="{FF2B5EF4-FFF2-40B4-BE49-F238E27FC236}">
                <a16:creationId xmlns:a16="http://schemas.microsoft.com/office/drawing/2014/main" id="{ABCC32D7-7495-D3D0-F9B4-5CB1AD5A0FB4}"/>
              </a:ext>
            </a:extLst>
          </p:cNvPr>
          <p:cNvSpPr>
            <a:spLocks noGrp="1"/>
          </p:cNvSpPr>
          <p:nvPr/>
        </p:nvSpPr>
        <p:spPr>
          <a:xfrm>
            <a:off x="9198817" y="4848519"/>
            <a:ext cx="219137" cy="212256"/>
          </a:xfrm>
          <a:custGeom>
            <a:avLst/>
            <a:gdLst>
              <a:gd name="csX0" fmla="*/ 318020 w 337210"/>
              <a:gd name="csY0" fmla="*/ 319289 h 337690"/>
              <a:gd name="csX1" fmla="*/ 0 w 337210"/>
              <a:gd name="csY1" fmla="*/ 337690 h 337690"/>
              <a:gd name="csX2" fmla="*/ 316371 w 337210"/>
              <a:gd name="csY2" fmla="*/ 0 h 337690"/>
              <a:gd name="csX3" fmla="*/ 316371 w 337210"/>
              <a:gd name="csY3" fmla="*/ 0 h 337690"/>
              <a:gd name="csX4" fmla="*/ 331345 w 337210"/>
              <a:gd name="csY4" fmla="*/ 0 h 337690"/>
              <a:gd name="csX5" fmla="*/ 317893 w 337210"/>
              <a:gd name="csY5" fmla="*/ 319416 h 337690"/>
            </a:gdLst>
            <a:ahLst/>
            <a:cxnLst/>
            <a:rect l="l" t="t" r="r" b="b"/>
            <a:pathLst>
              <a:path w="337210" h="337690">
                <a:moveTo>
                  <a:pt x="318020" y="319289"/>
                </a:moveTo>
                <a:cubicBezTo>
                  <a:pt x="304695" y="327792"/>
                  <a:pt x="168909" y="333883"/>
                  <a:pt x="0" y="337690"/>
                </a:cubicBezTo>
                <a:lnTo>
                  <a:pt x="316371" y="0"/>
                </a:lnTo>
                <a:lnTo>
                  <a:pt x="316371" y="0"/>
                </a:lnTo>
                <a:cubicBezTo>
                  <a:pt x="316371" y="0"/>
                  <a:pt x="331345" y="0"/>
                  <a:pt x="331345" y="0"/>
                </a:cubicBezTo>
                <a:cubicBezTo>
                  <a:pt x="345305" y="163071"/>
                  <a:pt x="331726" y="310787"/>
                  <a:pt x="317893" y="319416"/>
                </a:cubicBezTo>
                <a:close/>
              </a:path>
            </a:pathLst>
          </a:custGeom>
          <a:solidFill>
            <a:srgbClr val="000000">
              <a:alpha val="10000"/>
            </a:srgbClr>
          </a:solidFill>
          <a:ln w="12677">
            <a:noFill/>
            <a:prstDash val="solid"/>
          </a:ln>
        </p:spPr>
        <p:txBody>
          <a:bodyPr/>
          <a:lstStyle/>
          <a:p>
            <a:endParaRPr/>
          </a:p>
        </p:txBody>
      </p:sp>
      <p:sp>
        <p:nvSpPr>
          <p:cNvPr id="519" name="Freeform: Shape 518">
            <a:extLst>
              <a:ext uri="{FF2B5EF4-FFF2-40B4-BE49-F238E27FC236}">
                <a16:creationId xmlns:a16="http://schemas.microsoft.com/office/drawing/2014/main" id="{DDCC12BF-AF22-DDF0-268E-DBBF440CD542}"/>
              </a:ext>
            </a:extLst>
          </p:cNvPr>
          <p:cNvSpPr>
            <a:spLocks noGrp="1"/>
          </p:cNvSpPr>
          <p:nvPr/>
        </p:nvSpPr>
        <p:spPr>
          <a:xfrm>
            <a:off x="8745218" y="5032443"/>
            <a:ext cx="630535" cy="7128"/>
          </a:xfrm>
          <a:custGeom>
            <a:avLst/>
            <a:gdLst>
              <a:gd name="csX0" fmla="*/ 2570 w 970272"/>
              <a:gd name="csY0" fmla="*/ 5611 h 11341"/>
              <a:gd name="csX1" fmla="*/ 969321 w 970272"/>
              <a:gd name="csY1" fmla="*/ 4088 h 11341"/>
              <a:gd name="csX2" fmla="*/ 969321 w 970272"/>
              <a:gd name="csY2" fmla="*/ 5103 h 11341"/>
              <a:gd name="csX3" fmla="*/ 2570 w 970272"/>
              <a:gd name="csY3" fmla="*/ 8276 h 11341"/>
              <a:gd name="csX4" fmla="*/ 2570 w 970272"/>
              <a:gd name="csY4" fmla="*/ 5611 h 11341"/>
            </a:gdLst>
            <a:ahLst/>
            <a:cxnLst/>
            <a:rect l="l" t="t" r="r" b="b"/>
            <a:pathLst>
              <a:path w="970272" h="11341">
                <a:moveTo>
                  <a:pt x="2570" y="5611"/>
                </a:moveTo>
                <a:cubicBezTo>
                  <a:pt x="162976" y="788"/>
                  <a:pt x="810438" y="-3399"/>
                  <a:pt x="969321" y="4088"/>
                </a:cubicBezTo>
                <a:cubicBezTo>
                  <a:pt x="970590" y="4088"/>
                  <a:pt x="970590" y="4976"/>
                  <a:pt x="969321" y="5103"/>
                </a:cubicBezTo>
                <a:cubicBezTo>
                  <a:pt x="810438" y="13352"/>
                  <a:pt x="162976" y="12337"/>
                  <a:pt x="2570" y="8276"/>
                </a:cubicBezTo>
                <a:cubicBezTo>
                  <a:pt x="-857" y="8276"/>
                  <a:pt x="-857" y="5738"/>
                  <a:pt x="2570" y="5611"/>
                </a:cubicBezTo>
                <a:close/>
              </a:path>
            </a:pathLst>
          </a:custGeom>
          <a:solidFill>
            <a:srgbClr val="263238"/>
          </a:solidFill>
          <a:ln w="12677">
            <a:noFill/>
            <a:prstDash val="solid"/>
          </a:ln>
        </p:spPr>
        <p:txBody>
          <a:bodyPr/>
          <a:lstStyle/>
          <a:p>
            <a:endParaRPr/>
          </a:p>
        </p:txBody>
      </p:sp>
      <p:sp>
        <p:nvSpPr>
          <p:cNvPr id="520" name="Freeform: Shape 519">
            <a:extLst>
              <a:ext uri="{FF2B5EF4-FFF2-40B4-BE49-F238E27FC236}">
                <a16:creationId xmlns:a16="http://schemas.microsoft.com/office/drawing/2014/main" id="{3F19842F-5200-1544-39CB-D881B3B4DD0B}"/>
              </a:ext>
            </a:extLst>
          </p:cNvPr>
          <p:cNvSpPr>
            <a:spLocks noGrp="1"/>
          </p:cNvSpPr>
          <p:nvPr/>
        </p:nvSpPr>
        <p:spPr>
          <a:xfrm>
            <a:off x="8798555" y="4951979"/>
            <a:ext cx="86743" cy="78566"/>
          </a:xfrm>
          <a:custGeom>
            <a:avLst/>
            <a:gdLst>
              <a:gd name="csX0" fmla="*/ 952 w 133481"/>
              <a:gd name="csY0" fmla="*/ 122 h 124995"/>
              <a:gd name="csX1" fmla="*/ 97145 w 133481"/>
              <a:gd name="csY1" fmla="*/ 38828 h 124995"/>
              <a:gd name="csX2" fmla="*/ 133439 w 133481"/>
              <a:gd name="csY2" fmla="*/ 124233 h 124995"/>
              <a:gd name="csX3" fmla="*/ 131535 w 133481"/>
              <a:gd name="csY3" fmla="*/ 124233 h 124995"/>
              <a:gd name="csX4" fmla="*/ 952 w 133481"/>
              <a:gd name="csY4" fmla="*/ 2152 h 124995"/>
              <a:gd name="csX5" fmla="*/ 952 w 133481"/>
              <a:gd name="csY5" fmla="*/ 122 h 124995"/>
            </a:gdLst>
            <a:ahLst/>
            <a:cxnLst/>
            <a:rect l="l" t="t" r="r" b="b"/>
            <a:pathLst>
              <a:path w="133481" h="124995">
                <a:moveTo>
                  <a:pt x="952" y="122"/>
                </a:moveTo>
                <a:cubicBezTo>
                  <a:pt x="39023" y="-1655"/>
                  <a:pt x="76332" y="16239"/>
                  <a:pt x="97145" y="38828"/>
                </a:cubicBezTo>
                <a:cubicBezTo>
                  <a:pt x="117195" y="60528"/>
                  <a:pt x="134454" y="90985"/>
                  <a:pt x="133439" y="124233"/>
                </a:cubicBezTo>
                <a:cubicBezTo>
                  <a:pt x="133439" y="125249"/>
                  <a:pt x="131662" y="125249"/>
                  <a:pt x="131535" y="124233"/>
                </a:cubicBezTo>
                <a:cubicBezTo>
                  <a:pt x="122018" y="61543"/>
                  <a:pt x="64657" y="6721"/>
                  <a:pt x="952" y="2152"/>
                </a:cubicBezTo>
                <a:cubicBezTo>
                  <a:pt x="-317" y="2152"/>
                  <a:pt x="-317" y="249"/>
                  <a:pt x="952" y="122"/>
                </a:cubicBezTo>
                <a:close/>
              </a:path>
            </a:pathLst>
          </a:custGeom>
          <a:solidFill>
            <a:srgbClr val="263238"/>
          </a:solidFill>
          <a:ln w="12677">
            <a:noFill/>
            <a:prstDash val="solid"/>
          </a:ln>
        </p:spPr>
        <p:txBody>
          <a:bodyPr/>
          <a:lstStyle/>
          <a:p>
            <a:endParaRPr/>
          </a:p>
        </p:txBody>
      </p:sp>
      <p:sp>
        <p:nvSpPr>
          <p:cNvPr id="521" name="Freeform: Shape 520">
            <a:extLst>
              <a:ext uri="{FF2B5EF4-FFF2-40B4-BE49-F238E27FC236}">
                <a16:creationId xmlns:a16="http://schemas.microsoft.com/office/drawing/2014/main" id="{4CADC1A5-8107-03D5-B27D-B22844F614E1}"/>
              </a:ext>
            </a:extLst>
          </p:cNvPr>
          <p:cNvSpPr>
            <a:spLocks noGrp="1"/>
          </p:cNvSpPr>
          <p:nvPr/>
        </p:nvSpPr>
        <p:spPr>
          <a:xfrm>
            <a:off x="8977972" y="4861170"/>
            <a:ext cx="119189" cy="48293"/>
          </a:xfrm>
          <a:custGeom>
            <a:avLst/>
            <a:gdLst>
              <a:gd name="csX0" fmla="*/ 4051 w 183409"/>
              <a:gd name="csY0" fmla="*/ 51 h 76833"/>
              <a:gd name="csX1" fmla="*/ 182985 w 183409"/>
              <a:gd name="csY1" fmla="*/ 73401 h 76833"/>
              <a:gd name="csX2" fmla="*/ 179685 w 183409"/>
              <a:gd name="csY2" fmla="*/ 76574 h 76833"/>
              <a:gd name="csX3" fmla="*/ 2909 w 183409"/>
              <a:gd name="csY3" fmla="*/ 7919 h 76833"/>
              <a:gd name="csX4" fmla="*/ 3924 w 183409"/>
              <a:gd name="csY4" fmla="*/ 51 h 76833"/>
            </a:gdLst>
            <a:ahLst/>
            <a:cxnLst/>
            <a:rect l="l" t="t" r="r" b="b"/>
            <a:pathLst>
              <a:path w="183409" h="76833">
                <a:moveTo>
                  <a:pt x="4051" y="51"/>
                </a:moveTo>
                <a:cubicBezTo>
                  <a:pt x="68264" y="-1218"/>
                  <a:pt x="142883" y="21117"/>
                  <a:pt x="182985" y="73401"/>
                </a:cubicBezTo>
                <a:cubicBezTo>
                  <a:pt x="184507" y="75432"/>
                  <a:pt x="181589" y="77589"/>
                  <a:pt x="179685" y="76574"/>
                </a:cubicBezTo>
                <a:cubicBezTo>
                  <a:pt x="121436" y="47006"/>
                  <a:pt x="66234" y="24924"/>
                  <a:pt x="2909" y="7919"/>
                </a:cubicBezTo>
                <a:cubicBezTo>
                  <a:pt x="-1533" y="6777"/>
                  <a:pt x="-645" y="51"/>
                  <a:pt x="3924" y="51"/>
                </a:cubicBezTo>
                <a:close/>
              </a:path>
            </a:pathLst>
          </a:custGeom>
          <a:solidFill>
            <a:srgbClr val="263238"/>
          </a:solidFill>
          <a:ln w="12677">
            <a:noFill/>
            <a:prstDash val="solid"/>
          </a:ln>
        </p:spPr>
        <p:txBody>
          <a:bodyPr/>
          <a:lstStyle/>
          <a:p>
            <a:endParaRPr/>
          </a:p>
        </p:txBody>
      </p:sp>
      <p:sp>
        <p:nvSpPr>
          <p:cNvPr id="522" name="Freeform: Shape 521">
            <a:extLst>
              <a:ext uri="{FF2B5EF4-FFF2-40B4-BE49-F238E27FC236}">
                <a16:creationId xmlns:a16="http://schemas.microsoft.com/office/drawing/2014/main" id="{7822845D-BDD6-DDB7-A256-C8E3DEC1EB5E}"/>
              </a:ext>
            </a:extLst>
          </p:cNvPr>
          <p:cNvSpPr>
            <a:spLocks noGrp="1"/>
          </p:cNvSpPr>
          <p:nvPr/>
        </p:nvSpPr>
        <p:spPr>
          <a:xfrm>
            <a:off x="8945810" y="4873454"/>
            <a:ext cx="119189" cy="48293"/>
          </a:xfrm>
          <a:custGeom>
            <a:avLst/>
            <a:gdLst>
              <a:gd name="csX0" fmla="*/ 4051 w 183409"/>
              <a:gd name="csY0" fmla="*/ 51 h 76833"/>
              <a:gd name="csX1" fmla="*/ 182985 w 183409"/>
              <a:gd name="csY1" fmla="*/ 73401 h 76833"/>
              <a:gd name="csX2" fmla="*/ 179685 w 183409"/>
              <a:gd name="csY2" fmla="*/ 76574 h 76833"/>
              <a:gd name="csX3" fmla="*/ 2909 w 183409"/>
              <a:gd name="csY3" fmla="*/ 7919 h 76833"/>
              <a:gd name="csX4" fmla="*/ 3924 w 183409"/>
              <a:gd name="csY4" fmla="*/ 51 h 76833"/>
            </a:gdLst>
            <a:ahLst/>
            <a:cxnLst/>
            <a:rect l="l" t="t" r="r" b="b"/>
            <a:pathLst>
              <a:path w="183409" h="76833">
                <a:moveTo>
                  <a:pt x="4051" y="51"/>
                </a:moveTo>
                <a:cubicBezTo>
                  <a:pt x="68264" y="-1218"/>
                  <a:pt x="142883" y="21117"/>
                  <a:pt x="182985" y="73401"/>
                </a:cubicBezTo>
                <a:cubicBezTo>
                  <a:pt x="184508" y="75432"/>
                  <a:pt x="181589" y="77589"/>
                  <a:pt x="179685" y="76574"/>
                </a:cubicBezTo>
                <a:cubicBezTo>
                  <a:pt x="121437" y="47005"/>
                  <a:pt x="66233" y="24924"/>
                  <a:pt x="2909" y="7919"/>
                </a:cubicBezTo>
                <a:cubicBezTo>
                  <a:pt x="-1533" y="6650"/>
                  <a:pt x="-645" y="51"/>
                  <a:pt x="3924" y="51"/>
                </a:cubicBezTo>
                <a:close/>
              </a:path>
            </a:pathLst>
          </a:custGeom>
          <a:solidFill>
            <a:srgbClr val="263238"/>
          </a:solidFill>
          <a:ln w="12677">
            <a:noFill/>
            <a:prstDash val="solid"/>
          </a:ln>
        </p:spPr>
        <p:txBody>
          <a:bodyPr/>
          <a:lstStyle/>
          <a:p>
            <a:endParaRPr/>
          </a:p>
        </p:txBody>
      </p:sp>
      <p:sp>
        <p:nvSpPr>
          <p:cNvPr id="523" name="Freeform: Shape 522">
            <a:extLst>
              <a:ext uri="{FF2B5EF4-FFF2-40B4-BE49-F238E27FC236}">
                <a16:creationId xmlns:a16="http://schemas.microsoft.com/office/drawing/2014/main" id="{6CBAE809-00FC-7E9E-9F03-6A7F080FEE5A}"/>
              </a:ext>
            </a:extLst>
          </p:cNvPr>
          <p:cNvSpPr>
            <a:spLocks noGrp="1"/>
          </p:cNvSpPr>
          <p:nvPr/>
        </p:nvSpPr>
        <p:spPr>
          <a:xfrm>
            <a:off x="8913647" y="4885818"/>
            <a:ext cx="119189" cy="48339"/>
          </a:xfrm>
          <a:custGeom>
            <a:avLst/>
            <a:gdLst>
              <a:gd name="csX0" fmla="*/ 4051 w 183409"/>
              <a:gd name="csY0" fmla="*/ 51 h 76906"/>
              <a:gd name="csX1" fmla="*/ 182985 w 183409"/>
              <a:gd name="csY1" fmla="*/ 73401 h 76906"/>
              <a:gd name="csX2" fmla="*/ 179685 w 183409"/>
              <a:gd name="csY2" fmla="*/ 76701 h 76906"/>
              <a:gd name="csX3" fmla="*/ 2909 w 183409"/>
              <a:gd name="csY3" fmla="*/ 8046 h 76906"/>
              <a:gd name="csX4" fmla="*/ 3924 w 183409"/>
              <a:gd name="csY4" fmla="*/ 178 h 76906"/>
            </a:gdLst>
            <a:ahLst/>
            <a:cxnLst/>
            <a:rect l="l" t="t" r="r" b="b"/>
            <a:pathLst>
              <a:path w="183409" h="76906">
                <a:moveTo>
                  <a:pt x="4051" y="51"/>
                </a:moveTo>
                <a:cubicBezTo>
                  <a:pt x="68264" y="-1218"/>
                  <a:pt x="142883" y="21117"/>
                  <a:pt x="182985" y="73401"/>
                </a:cubicBezTo>
                <a:cubicBezTo>
                  <a:pt x="184508" y="75432"/>
                  <a:pt x="181589" y="77589"/>
                  <a:pt x="179685" y="76701"/>
                </a:cubicBezTo>
                <a:cubicBezTo>
                  <a:pt x="121437" y="47132"/>
                  <a:pt x="66233" y="25051"/>
                  <a:pt x="2909" y="8046"/>
                </a:cubicBezTo>
                <a:cubicBezTo>
                  <a:pt x="-1533" y="6904"/>
                  <a:pt x="-645" y="178"/>
                  <a:pt x="3924" y="178"/>
                </a:cubicBezTo>
                <a:close/>
              </a:path>
            </a:pathLst>
          </a:custGeom>
          <a:solidFill>
            <a:srgbClr val="263238"/>
          </a:solidFill>
          <a:ln w="12677">
            <a:noFill/>
            <a:prstDash val="solid"/>
          </a:ln>
        </p:spPr>
        <p:txBody>
          <a:bodyPr/>
          <a:lstStyle/>
          <a:p>
            <a:endParaRPr/>
          </a:p>
        </p:txBody>
      </p:sp>
      <p:sp>
        <p:nvSpPr>
          <p:cNvPr id="524" name="Freeform: Shape 523">
            <a:extLst>
              <a:ext uri="{FF2B5EF4-FFF2-40B4-BE49-F238E27FC236}">
                <a16:creationId xmlns:a16="http://schemas.microsoft.com/office/drawing/2014/main" id="{E8D346E6-60B7-D1EB-68AA-812A6957E9CC}"/>
              </a:ext>
            </a:extLst>
          </p:cNvPr>
          <p:cNvSpPr>
            <a:spLocks noGrp="1"/>
          </p:cNvSpPr>
          <p:nvPr/>
        </p:nvSpPr>
        <p:spPr>
          <a:xfrm>
            <a:off x="8881484" y="4898102"/>
            <a:ext cx="119189" cy="48293"/>
          </a:xfrm>
          <a:custGeom>
            <a:avLst/>
            <a:gdLst>
              <a:gd name="csX0" fmla="*/ 4051 w 183409"/>
              <a:gd name="csY0" fmla="*/ 51 h 76833"/>
              <a:gd name="csX1" fmla="*/ 182985 w 183409"/>
              <a:gd name="csY1" fmla="*/ 73401 h 76833"/>
              <a:gd name="csX2" fmla="*/ 179685 w 183409"/>
              <a:gd name="csY2" fmla="*/ 76574 h 76833"/>
              <a:gd name="csX3" fmla="*/ 2909 w 183409"/>
              <a:gd name="csY3" fmla="*/ 7919 h 76833"/>
              <a:gd name="csX4" fmla="*/ 3924 w 183409"/>
              <a:gd name="csY4" fmla="*/ 51 h 76833"/>
            </a:gdLst>
            <a:ahLst/>
            <a:cxnLst/>
            <a:rect l="l" t="t" r="r" b="b"/>
            <a:pathLst>
              <a:path w="183409" h="76833">
                <a:moveTo>
                  <a:pt x="4051" y="51"/>
                </a:moveTo>
                <a:cubicBezTo>
                  <a:pt x="68264" y="-1218"/>
                  <a:pt x="142883" y="21117"/>
                  <a:pt x="182985" y="73401"/>
                </a:cubicBezTo>
                <a:cubicBezTo>
                  <a:pt x="184508" y="75432"/>
                  <a:pt x="181589" y="77589"/>
                  <a:pt x="179685" y="76574"/>
                </a:cubicBezTo>
                <a:cubicBezTo>
                  <a:pt x="121437" y="47005"/>
                  <a:pt x="66233" y="24924"/>
                  <a:pt x="2909" y="7919"/>
                </a:cubicBezTo>
                <a:cubicBezTo>
                  <a:pt x="-1533" y="6650"/>
                  <a:pt x="-645" y="51"/>
                  <a:pt x="3924" y="51"/>
                </a:cubicBezTo>
                <a:close/>
              </a:path>
            </a:pathLst>
          </a:custGeom>
          <a:solidFill>
            <a:srgbClr val="263238"/>
          </a:solidFill>
          <a:ln w="12677">
            <a:noFill/>
            <a:prstDash val="solid"/>
          </a:ln>
        </p:spPr>
        <p:txBody>
          <a:bodyPr/>
          <a:lstStyle/>
          <a:p>
            <a:endParaRPr/>
          </a:p>
        </p:txBody>
      </p:sp>
      <p:sp>
        <p:nvSpPr>
          <p:cNvPr id="525" name="Freeform: Shape 524">
            <a:extLst>
              <a:ext uri="{FF2B5EF4-FFF2-40B4-BE49-F238E27FC236}">
                <a16:creationId xmlns:a16="http://schemas.microsoft.com/office/drawing/2014/main" id="{0DE8A0ED-7B72-998F-6F3B-DAB17293A90C}"/>
              </a:ext>
            </a:extLst>
          </p:cNvPr>
          <p:cNvSpPr>
            <a:spLocks noGrp="1"/>
          </p:cNvSpPr>
          <p:nvPr/>
        </p:nvSpPr>
        <p:spPr>
          <a:xfrm>
            <a:off x="9313006" y="4939373"/>
            <a:ext cx="70325" cy="70353"/>
          </a:xfrm>
          <a:custGeom>
            <a:avLst/>
            <a:gdLst>
              <a:gd name="csX0" fmla="*/ 53982 w 108217"/>
              <a:gd name="csY0" fmla="*/ 0 h 111929"/>
              <a:gd name="csX1" fmla="*/ 54236 w 108217"/>
              <a:gd name="csY1" fmla="*/ 111929 h 111929"/>
              <a:gd name="csX2" fmla="*/ 53982 w 108217"/>
              <a:gd name="csY2" fmla="*/ 0 h 111929"/>
            </a:gdLst>
            <a:ahLst/>
            <a:cxnLst/>
            <a:rect l="l" t="t" r="r" b="b"/>
            <a:pathLst>
              <a:path w="108217" h="111929">
                <a:moveTo>
                  <a:pt x="53982" y="0"/>
                </a:moveTo>
                <a:cubicBezTo>
                  <a:pt x="126063" y="-127"/>
                  <a:pt x="126444" y="111802"/>
                  <a:pt x="54236" y="111929"/>
                </a:cubicBezTo>
                <a:cubicBezTo>
                  <a:pt x="-17846" y="112056"/>
                  <a:pt x="-18226" y="127"/>
                  <a:pt x="53982" y="0"/>
                </a:cubicBezTo>
                <a:close/>
              </a:path>
            </a:pathLst>
          </a:custGeom>
          <a:solidFill>
            <a:srgbClr val="263238"/>
          </a:solidFill>
          <a:ln w="12677">
            <a:noFill/>
            <a:prstDash val="solid"/>
          </a:ln>
        </p:spPr>
        <p:txBody>
          <a:bodyPr/>
          <a:lstStyle/>
          <a:p>
            <a:endParaRPr/>
          </a:p>
        </p:txBody>
      </p:sp>
      <p:sp>
        <p:nvSpPr>
          <p:cNvPr id="517" name="Freeform: Shape 516">
            <a:extLst>
              <a:ext uri="{FF2B5EF4-FFF2-40B4-BE49-F238E27FC236}">
                <a16:creationId xmlns:a16="http://schemas.microsoft.com/office/drawing/2014/main" id="{F8CB0850-93F3-5AE6-0286-C718C0B37F2D}"/>
              </a:ext>
            </a:extLst>
          </p:cNvPr>
          <p:cNvSpPr>
            <a:spLocks noGrp="1"/>
          </p:cNvSpPr>
          <p:nvPr/>
        </p:nvSpPr>
        <p:spPr>
          <a:xfrm>
            <a:off x="8923808" y="4746565"/>
            <a:ext cx="110483" cy="132315"/>
          </a:xfrm>
          <a:custGeom>
            <a:avLst/>
            <a:gdLst>
              <a:gd name="csX0" fmla="*/ 22679 w 170013"/>
              <a:gd name="csY0" fmla="*/ 105478 h 210507"/>
              <a:gd name="csX1" fmla="*/ 156435 w 170013"/>
              <a:gd name="csY1" fmla="*/ 209285 h 210507"/>
              <a:gd name="csX2" fmla="*/ 167983 w 170013"/>
              <a:gd name="csY2" fmla="*/ 204082 h 210507"/>
              <a:gd name="csX3" fmla="*/ 170014 w 170013"/>
              <a:gd name="csY3" fmla="*/ 202179 h 210507"/>
              <a:gd name="csX4" fmla="*/ 110750 w 170013"/>
              <a:gd name="csY4" fmla="*/ 38346 h 210507"/>
              <a:gd name="csX5" fmla="*/ 17095 w 170013"/>
              <a:gd name="csY5" fmla="*/ 11443 h 210507"/>
              <a:gd name="csX6" fmla="*/ 22679 w 170013"/>
              <a:gd name="csY6" fmla="*/ 105478 h 210507"/>
              <a:gd name="csX7" fmla="*/ 19506 w 170013"/>
              <a:gd name="csY7" fmla="*/ 52306 h 210507"/>
              <a:gd name="csX8" fmla="*/ 102882 w 170013"/>
              <a:gd name="csY8" fmla="*/ 56874 h 210507"/>
              <a:gd name="csX9" fmla="*/ 126613 w 170013"/>
              <a:gd name="csY9" fmla="*/ 100021 h 210507"/>
              <a:gd name="csX10" fmla="*/ 163288 w 170013"/>
              <a:gd name="csY10" fmla="*/ 194945 h 210507"/>
              <a:gd name="csX11" fmla="*/ 96663 w 170013"/>
              <a:gd name="csY11" fmla="*/ 147356 h 210507"/>
              <a:gd name="csX12" fmla="*/ 19506 w 170013"/>
              <a:gd name="csY12" fmla="*/ 52179 h 210507"/>
            </a:gdLst>
            <a:ahLst/>
            <a:cxnLst/>
            <a:rect l="l" t="t" r="r" b="b"/>
            <a:pathLst>
              <a:path w="170013" h="210507">
                <a:moveTo>
                  <a:pt x="22679" y="105478"/>
                </a:moveTo>
                <a:cubicBezTo>
                  <a:pt x="57577" y="150021"/>
                  <a:pt x="110496" y="177813"/>
                  <a:pt x="156435" y="209285"/>
                </a:cubicBezTo>
                <a:cubicBezTo>
                  <a:pt x="161131" y="212585"/>
                  <a:pt x="166587" y="208651"/>
                  <a:pt x="167983" y="204082"/>
                </a:cubicBezTo>
                <a:cubicBezTo>
                  <a:pt x="168999" y="204082"/>
                  <a:pt x="170014" y="203574"/>
                  <a:pt x="170014" y="202179"/>
                </a:cubicBezTo>
                <a:cubicBezTo>
                  <a:pt x="166080" y="146849"/>
                  <a:pt x="143491" y="83397"/>
                  <a:pt x="110750" y="38346"/>
                </a:cubicBezTo>
                <a:cubicBezTo>
                  <a:pt x="90572" y="10428"/>
                  <a:pt x="49455" y="-15715"/>
                  <a:pt x="17095" y="11443"/>
                </a:cubicBezTo>
                <a:cubicBezTo>
                  <a:pt x="-13489" y="37077"/>
                  <a:pt x="2374" y="79590"/>
                  <a:pt x="22679" y="105478"/>
                </a:cubicBezTo>
                <a:close/>
                <a:moveTo>
                  <a:pt x="19506" y="52306"/>
                </a:moveTo>
                <a:cubicBezTo>
                  <a:pt x="25471" y="-17618"/>
                  <a:pt x="88795" y="35681"/>
                  <a:pt x="102882" y="56874"/>
                </a:cubicBezTo>
                <a:cubicBezTo>
                  <a:pt x="111892" y="70453"/>
                  <a:pt x="119506" y="85427"/>
                  <a:pt x="126613" y="100021"/>
                </a:cubicBezTo>
                <a:cubicBezTo>
                  <a:pt x="141460" y="130732"/>
                  <a:pt x="151613" y="163093"/>
                  <a:pt x="163288" y="194945"/>
                </a:cubicBezTo>
                <a:cubicBezTo>
                  <a:pt x="141714" y="178194"/>
                  <a:pt x="118872" y="163346"/>
                  <a:pt x="96663" y="147356"/>
                </a:cubicBezTo>
                <a:cubicBezTo>
                  <a:pt x="70268" y="128321"/>
                  <a:pt x="16207" y="90757"/>
                  <a:pt x="19506" y="52179"/>
                </a:cubicBezTo>
                <a:close/>
              </a:path>
            </a:pathLst>
          </a:custGeom>
          <a:solidFill>
            <a:srgbClr val="263238"/>
          </a:solidFill>
          <a:ln w="12677">
            <a:noFill/>
            <a:prstDash val="solid"/>
          </a:ln>
        </p:spPr>
        <p:txBody>
          <a:bodyPr/>
          <a:lstStyle/>
          <a:p>
            <a:endParaRPr/>
          </a:p>
        </p:txBody>
      </p:sp>
      <p:sp>
        <p:nvSpPr>
          <p:cNvPr id="518" name="Freeform: Shape 517">
            <a:extLst>
              <a:ext uri="{FF2B5EF4-FFF2-40B4-BE49-F238E27FC236}">
                <a16:creationId xmlns:a16="http://schemas.microsoft.com/office/drawing/2014/main" id="{692D40DB-E19D-5916-9C3A-6DD97F335DD5}"/>
              </a:ext>
            </a:extLst>
          </p:cNvPr>
          <p:cNvSpPr>
            <a:spLocks noGrp="1"/>
          </p:cNvSpPr>
          <p:nvPr/>
        </p:nvSpPr>
        <p:spPr>
          <a:xfrm>
            <a:off x="9024660" y="4818132"/>
            <a:ext cx="157932" cy="71537"/>
          </a:xfrm>
          <a:custGeom>
            <a:avLst/>
            <a:gdLst>
              <a:gd name="csX0" fmla="*/ 242614 w 243027"/>
              <a:gd name="csY0" fmla="*/ 46061 h 113813"/>
              <a:gd name="csX1" fmla="*/ 155685 w 243027"/>
              <a:gd name="csY1" fmla="*/ 2025 h 113813"/>
              <a:gd name="csX2" fmla="*/ 736 w 243027"/>
              <a:gd name="csY2" fmla="*/ 81847 h 113813"/>
              <a:gd name="csX3" fmla="*/ 989 w 243027"/>
              <a:gd name="csY3" fmla="*/ 84512 h 113813"/>
              <a:gd name="csX4" fmla="*/ 5812 w 243027"/>
              <a:gd name="csY4" fmla="*/ 96187 h 113813"/>
              <a:gd name="csX5" fmla="*/ 174467 w 243027"/>
              <a:gd name="csY5" fmla="*/ 111162 h 113813"/>
              <a:gd name="csX6" fmla="*/ 242614 w 243027"/>
              <a:gd name="csY6" fmla="*/ 46061 h 113813"/>
              <a:gd name="csX7" fmla="*/ 91725 w 243027"/>
              <a:gd name="csY7" fmla="*/ 91746 h 113813"/>
              <a:gd name="csX8" fmla="*/ 10507 w 243027"/>
              <a:gd name="csY8" fmla="*/ 81213 h 113813"/>
              <a:gd name="csX9" fmla="*/ 102004 w 243027"/>
              <a:gd name="csY9" fmla="*/ 36543 h 113813"/>
              <a:gd name="csX10" fmla="*/ 148705 w 243027"/>
              <a:gd name="csY10" fmla="*/ 21061 h 113813"/>
              <a:gd name="csX11" fmla="*/ 212918 w 243027"/>
              <a:gd name="csY11" fmla="*/ 74487 h 113813"/>
              <a:gd name="csX12" fmla="*/ 91599 w 243027"/>
              <a:gd name="csY12" fmla="*/ 91746 h 113813"/>
            </a:gdLst>
            <a:ahLst/>
            <a:cxnLst/>
            <a:rect l="l" t="t" r="r" b="b"/>
            <a:pathLst>
              <a:path w="243027" h="113813">
                <a:moveTo>
                  <a:pt x="242614" y="46061"/>
                </a:moveTo>
                <a:cubicBezTo>
                  <a:pt x="237411" y="4182"/>
                  <a:pt x="189441" y="-4701"/>
                  <a:pt x="155685" y="2025"/>
                </a:cubicBezTo>
                <a:cubicBezTo>
                  <a:pt x="100989" y="12812"/>
                  <a:pt x="41218" y="43903"/>
                  <a:pt x="736" y="81847"/>
                </a:cubicBezTo>
                <a:cubicBezTo>
                  <a:pt x="-280" y="82736"/>
                  <a:pt x="101" y="83878"/>
                  <a:pt x="989" y="84512"/>
                </a:cubicBezTo>
                <a:cubicBezTo>
                  <a:pt x="-1168" y="88827"/>
                  <a:pt x="101" y="95299"/>
                  <a:pt x="5812" y="96187"/>
                </a:cubicBezTo>
                <a:cubicBezTo>
                  <a:pt x="60761" y="104436"/>
                  <a:pt x="118502" y="120045"/>
                  <a:pt x="174467" y="111162"/>
                </a:cubicBezTo>
                <a:cubicBezTo>
                  <a:pt x="207080" y="105959"/>
                  <a:pt x="247563" y="85655"/>
                  <a:pt x="242614" y="46061"/>
                </a:cubicBezTo>
                <a:close/>
                <a:moveTo>
                  <a:pt x="91725" y="91746"/>
                </a:moveTo>
                <a:cubicBezTo>
                  <a:pt x="64568" y="88319"/>
                  <a:pt x="37791" y="83624"/>
                  <a:pt x="10507" y="81213"/>
                </a:cubicBezTo>
                <a:cubicBezTo>
                  <a:pt x="40710" y="65731"/>
                  <a:pt x="70152" y="48979"/>
                  <a:pt x="102004" y="36543"/>
                </a:cubicBezTo>
                <a:cubicBezTo>
                  <a:pt x="117233" y="30578"/>
                  <a:pt x="132842" y="24868"/>
                  <a:pt x="148705" y="21061"/>
                </a:cubicBezTo>
                <a:cubicBezTo>
                  <a:pt x="173451" y="15096"/>
                  <a:pt x="256065" y="19157"/>
                  <a:pt x="212918" y="74487"/>
                </a:cubicBezTo>
                <a:cubicBezTo>
                  <a:pt x="189187" y="104944"/>
                  <a:pt x="123959" y="95807"/>
                  <a:pt x="91599" y="91746"/>
                </a:cubicBezTo>
                <a:close/>
              </a:path>
            </a:pathLst>
          </a:custGeom>
          <a:solidFill>
            <a:srgbClr val="263238"/>
          </a:solidFill>
          <a:ln w="12677">
            <a:noFill/>
            <a:prstDash val="solid"/>
          </a:ln>
        </p:spPr>
        <p:txBody>
          <a:bodyPr/>
          <a:lstStyle/>
          <a:p>
            <a:endParaRPr/>
          </a:p>
        </p:txBody>
      </p:sp>
      <p:sp>
        <p:nvSpPr>
          <p:cNvPr id="505" name="Freeform: Shape 504">
            <a:extLst>
              <a:ext uri="{FF2B5EF4-FFF2-40B4-BE49-F238E27FC236}">
                <a16:creationId xmlns:a16="http://schemas.microsoft.com/office/drawing/2014/main" id="{0EA17C1A-26CE-3561-A4F0-D45A5852F9FB}"/>
              </a:ext>
            </a:extLst>
          </p:cNvPr>
          <p:cNvSpPr>
            <a:spLocks noGrp="1"/>
          </p:cNvSpPr>
          <p:nvPr/>
        </p:nvSpPr>
        <p:spPr>
          <a:xfrm>
            <a:off x="9027860" y="4012473"/>
            <a:ext cx="1088506" cy="822846"/>
          </a:xfrm>
          <a:custGeom>
            <a:avLst/>
            <a:gdLst>
              <a:gd name="csX0" fmla="*/ 675000 w 1675000"/>
              <a:gd name="csY0" fmla="*/ 1244575 h 1309108"/>
              <a:gd name="csX1" fmla="*/ 0 w 1675000"/>
              <a:gd name="csY1" fmla="*/ 1157773 h 1309108"/>
              <a:gd name="csX2" fmla="*/ 501142 w 1675000"/>
              <a:gd name="csY2" fmla="*/ 151808 h 1309108"/>
              <a:gd name="csX3" fmla="*/ 1065609 w 1675000"/>
              <a:gd name="csY3" fmla="*/ 168179 h 1309108"/>
              <a:gd name="csX4" fmla="*/ 1522082 w 1675000"/>
              <a:gd name="csY4" fmla="*/ 922875 h 1309108"/>
              <a:gd name="csX5" fmla="*/ 1675000 w 1675000"/>
              <a:gd name="csY5" fmla="*/ 932519 h 1309108"/>
              <a:gd name="csX6" fmla="*/ 1647716 w 1675000"/>
              <a:gd name="csY6" fmla="*/ 1182519 h 1309108"/>
              <a:gd name="csX7" fmla="*/ 1143148 w 1675000"/>
              <a:gd name="csY7" fmla="*/ 1307519 h 1309108"/>
              <a:gd name="csX8" fmla="*/ 802284 w 1675000"/>
              <a:gd name="csY8" fmla="*/ 998255 h 1309108"/>
              <a:gd name="csX9" fmla="*/ 675000 w 1675000"/>
              <a:gd name="csY9" fmla="*/ 1244575 h 1309108"/>
            </a:gdLst>
            <a:ahLst/>
            <a:cxnLst/>
            <a:rect l="l" t="t" r="r" b="b"/>
            <a:pathLst>
              <a:path w="1675000" h="1309108">
                <a:moveTo>
                  <a:pt x="675000" y="1244575"/>
                </a:moveTo>
                <a:lnTo>
                  <a:pt x="0" y="1157773"/>
                </a:lnTo>
                <a:cubicBezTo>
                  <a:pt x="0" y="1157773"/>
                  <a:pt x="308883" y="505996"/>
                  <a:pt x="501142" y="151808"/>
                </a:cubicBezTo>
                <a:cubicBezTo>
                  <a:pt x="608122" y="-45146"/>
                  <a:pt x="912310" y="-61517"/>
                  <a:pt x="1065609" y="168179"/>
                </a:cubicBezTo>
                <a:cubicBezTo>
                  <a:pt x="1270432" y="475032"/>
                  <a:pt x="1430457" y="763230"/>
                  <a:pt x="1522082" y="922875"/>
                </a:cubicBezTo>
                <a:lnTo>
                  <a:pt x="1675000" y="932519"/>
                </a:lnTo>
                <a:lnTo>
                  <a:pt x="1647716" y="1182519"/>
                </a:lnTo>
                <a:lnTo>
                  <a:pt x="1143148" y="1307519"/>
                </a:lnTo>
                <a:cubicBezTo>
                  <a:pt x="949366" y="1335184"/>
                  <a:pt x="805330" y="992418"/>
                  <a:pt x="802284" y="998255"/>
                </a:cubicBezTo>
                <a:cubicBezTo>
                  <a:pt x="778681" y="1044194"/>
                  <a:pt x="675000" y="1244575"/>
                  <a:pt x="675000" y="1244575"/>
                </a:cubicBezTo>
                <a:close/>
              </a:path>
            </a:pathLst>
          </a:custGeom>
          <a:solidFill>
            <a:schemeClr val="tx1">
              <a:lumMod val="95000"/>
              <a:lumOff val="5000"/>
            </a:schemeClr>
          </a:solidFill>
          <a:ln w="12677">
            <a:noFill/>
            <a:prstDash val="solid"/>
          </a:ln>
        </p:spPr>
        <p:txBody>
          <a:bodyPr/>
          <a:lstStyle/>
          <a:p>
            <a:endParaRPr/>
          </a:p>
        </p:txBody>
      </p:sp>
      <p:sp>
        <p:nvSpPr>
          <p:cNvPr id="507" name="Freeform: Shape 506">
            <a:extLst>
              <a:ext uri="{FF2B5EF4-FFF2-40B4-BE49-F238E27FC236}">
                <a16:creationId xmlns:a16="http://schemas.microsoft.com/office/drawing/2014/main" id="{BC1A655D-B8E9-D0A3-795B-A91568ABFDF1}"/>
              </a:ext>
            </a:extLst>
          </p:cNvPr>
          <p:cNvSpPr>
            <a:spLocks noGrp="1"/>
          </p:cNvSpPr>
          <p:nvPr/>
        </p:nvSpPr>
        <p:spPr>
          <a:xfrm>
            <a:off x="9546918" y="4255215"/>
            <a:ext cx="159296" cy="386772"/>
          </a:xfrm>
          <a:custGeom>
            <a:avLst/>
            <a:gdLst>
              <a:gd name="csX0" fmla="*/ 0 w 245127"/>
              <a:gd name="csY0" fmla="*/ 613588 h 615335"/>
              <a:gd name="csX1" fmla="*/ 48350 w 245127"/>
              <a:gd name="csY1" fmla="*/ 491507 h 615335"/>
              <a:gd name="csX2" fmla="*/ 95051 w 245127"/>
              <a:gd name="csY2" fmla="*/ 373867 h 615335"/>
              <a:gd name="csX3" fmla="*/ 188960 w 245127"/>
              <a:gd name="csY3" fmla="*/ 135796 h 615335"/>
              <a:gd name="csX4" fmla="*/ 237183 w 245127"/>
              <a:gd name="csY4" fmla="*/ 644 h 615335"/>
              <a:gd name="csX5" fmla="*/ 238959 w 245127"/>
              <a:gd name="csY5" fmla="*/ 1151 h 615335"/>
              <a:gd name="csX6" fmla="*/ 201142 w 245127"/>
              <a:gd name="csY6" fmla="*/ 128563 h 615335"/>
              <a:gd name="csX7" fmla="*/ 212056 w 245127"/>
              <a:gd name="csY7" fmla="*/ 106735 h 615335"/>
              <a:gd name="csX8" fmla="*/ 243909 w 245127"/>
              <a:gd name="csY8" fmla="*/ 48487 h 615335"/>
              <a:gd name="csX9" fmla="*/ 245051 w 245127"/>
              <a:gd name="csY9" fmla="*/ 49121 h 615335"/>
              <a:gd name="csX10" fmla="*/ 214975 w 245127"/>
              <a:gd name="csY10" fmla="*/ 107116 h 615335"/>
              <a:gd name="csX11" fmla="*/ 198858 w 245127"/>
              <a:gd name="csY11" fmla="*/ 135669 h 615335"/>
              <a:gd name="csX12" fmla="*/ 67132 w 245127"/>
              <a:gd name="csY12" fmla="*/ 483512 h 615335"/>
              <a:gd name="csX13" fmla="*/ 2158 w 245127"/>
              <a:gd name="csY13" fmla="*/ 614730 h 615335"/>
              <a:gd name="csX14" fmla="*/ 127 w 245127"/>
              <a:gd name="csY14" fmla="*/ 613461 h 615335"/>
            </a:gdLst>
            <a:ahLst/>
            <a:cxnLst/>
            <a:rect l="l" t="t" r="r" b="b"/>
            <a:pathLst>
              <a:path w="245127" h="615335">
                <a:moveTo>
                  <a:pt x="0" y="613588"/>
                </a:moveTo>
                <a:cubicBezTo>
                  <a:pt x="18274" y="573994"/>
                  <a:pt x="32234" y="532116"/>
                  <a:pt x="48350" y="491507"/>
                </a:cubicBezTo>
                <a:cubicBezTo>
                  <a:pt x="63960" y="452294"/>
                  <a:pt x="79568" y="413080"/>
                  <a:pt x="95051" y="373867"/>
                </a:cubicBezTo>
                <a:cubicBezTo>
                  <a:pt x="126269" y="294552"/>
                  <a:pt x="158757" y="215492"/>
                  <a:pt x="188960" y="135796"/>
                </a:cubicBezTo>
                <a:cubicBezTo>
                  <a:pt x="205965" y="90999"/>
                  <a:pt x="221447" y="45821"/>
                  <a:pt x="237183" y="644"/>
                </a:cubicBezTo>
                <a:cubicBezTo>
                  <a:pt x="237564" y="-498"/>
                  <a:pt x="239213" y="9"/>
                  <a:pt x="238959" y="1151"/>
                </a:cubicBezTo>
                <a:cubicBezTo>
                  <a:pt x="226904" y="43791"/>
                  <a:pt x="214340" y="86304"/>
                  <a:pt x="201142" y="128563"/>
                </a:cubicBezTo>
                <a:cubicBezTo>
                  <a:pt x="204696" y="121202"/>
                  <a:pt x="208376" y="113969"/>
                  <a:pt x="212056" y="106735"/>
                </a:cubicBezTo>
                <a:cubicBezTo>
                  <a:pt x="222462" y="87192"/>
                  <a:pt x="233122" y="67903"/>
                  <a:pt x="243909" y="48487"/>
                </a:cubicBezTo>
                <a:cubicBezTo>
                  <a:pt x="244289" y="47725"/>
                  <a:pt x="245431" y="48487"/>
                  <a:pt x="245051" y="49121"/>
                </a:cubicBezTo>
                <a:cubicBezTo>
                  <a:pt x="235152" y="68537"/>
                  <a:pt x="225254" y="87827"/>
                  <a:pt x="214975" y="107116"/>
                </a:cubicBezTo>
                <a:cubicBezTo>
                  <a:pt x="209899" y="116634"/>
                  <a:pt x="204188" y="126152"/>
                  <a:pt x="198858" y="135669"/>
                </a:cubicBezTo>
                <a:cubicBezTo>
                  <a:pt x="161548" y="254070"/>
                  <a:pt x="118909" y="370695"/>
                  <a:pt x="67132" y="483512"/>
                </a:cubicBezTo>
                <a:cubicBezTo>
                  <a:pt x="46700" y="527928"/>
                  <a:pt x="22589" y="570441"/>
                  <a:pt x="2158" y="614730"/>
                </a:cubicBezTo>
                <a:cubicBezTo>
                  <a:pt x="1523" y="616126"/>
                  <a:pt x="-508" y="614857"/>
                  <a:pt x="127" y="613461"/>
                </a:cubicBezTo>
                <a:close/>
              </a:path>
            </a:pathLst>
          </a:custGeom>
          <a:solidFill>
            <a:srgbClr val="263238"/>
          </a:solidFill>
          <a:ln w="12677">
            <a:noFill/>
            <a:prstDash val="solid"/>
          </a:ln>
        </p:spPr>
        <p:txBody>
          <a:bodyPr/>
          <a:lstStyle/>
          <a:p>
            <a:endParaRPr/>
          </a:p>
        </p:txBody>
      </p:sp>
      <p:sp>
        <p:nvSpPr>
          <p:cNvPr id="508" name="Freeform: Shape 507">
            <a:extLst>
              <a:ext uri="{FF2B5EF4-FFF2-40B4-BE49-F238E27FC236}">
                <a16:creationId xmlns:a16="http://schemas.microsoft.com/office/drawing/2014/main" id="{7284708A-0FF4-DB2B-1BF7-7397D1C9F71F}"/>
              </a:ext>
            </a:extLst>
          </p:cNvPr>
          <p:cNvSpPr>
            <a:spLocks noGrp="1"/>
          </p:cNvSpPr>
          <p:nvPr/>
        </p:nvSpPr>
        <p:spPr>
          <a:xfrm>
            <a:off x="9454816" y="4233864"/>
            <a:ext cx="230682" cy="487086"/>
          </a:xfrm>
          <a:custGeom>
            <a:avLst/>
            <a:gdLst>
              <a:gd name="csX0" fmla="*/ 230 w 354976"/>
              <a:gd name="csY0" fmla="*/ 773064 h 774930"/>
              <a:gd name="csX1" fmla="*/ 131829 w 354976"/>
              <a:gd name="csY1" fmla="*/ 516084 h 774930"/>
              <a:gd name="csX2" fmla="*/ 280179 w 354976"/>
              <a:gd name="csY2" fmla="*/ 189054 h 774930"/>
              <a:gd name="csX3" fmla="*/ 354291 w 354976"/>
              <a:gd name="csY3" fmla="*/ 221 h 774930"/>
              <a:gd name="csX4" fmla="*/ 354925 w 354976"/>
              <a:gd name="csY4" fmla="*/ 475 h 774930"/>
              <a:gd name="csX5" fmla="*/ 229671 w 354976"/>
              <a:gd name="csY5" fmla="*/ 335754 h 774930"/>
              <a:gd name="csX6" fmla="*/ 2260 w 354976"/>
              <a:gd name="csY6" fmla="*/ 774460 h 774930"/>
              <a:gd name="csX7" fmla="*/ 230 w 354976"/>
              <a:gd name="csY7" fmla="*/ 773191 h 774930"/>
            </a:gdLst>
            <a:ahLst/>
            <a:cxnLst/>
            <a:rect l="l" t="t" r="r" b="b"/>
            <a:pathLst>
              <a:path w="354976" h="774930">
                <a:moveTo>
                  <a:pt x="230" y="773064"/>
                </a:moveTo>
                <a:cubicBezTo>
                  <a:pt x="31575" y="722303"/>
                  <a:pt x="105306" y="569130"/>
                  <a:pt x="131829" y="516084"/>
                </a:cubicBezTo>
                <a:cubicBezTo>
                  <a:pt x="185382" y="408851"/>
                  <a:pt x="234240" y="299587"/>
                  <a:pt x="280179" y="189054"/>
                </a:cubicBezTo>
                <a:cubicBezTo>
                  <a:pt x="306194" y="126491"/>
                  <a:pt x="330306" y="63546"/>
                  <a:pt x="354291" y="221"/>
                </a:cubicBezTo>
                <a:cubicBezTo>
                  <a:pt x="354418" y="-159"/>
                  <a:pt x="355179" y="-32"/>
                  <a:pt x="354925" y="475"/>
                </a:cubicBezTo>
                <a:cubicBezTo>
                  <a:pt x="319392" y="114308"/>
                  <a:pt x="276499" y="226110"/>
                  <a:pt x="229671" y="335754"/>
                </a:cubicBezTo>
                <a:cubicBezTo>
                  <a:pt x="182844" y="445653"/>
                  <a:pt x="30306" y="742100"/>
                  <a:pt x="2260" y="774460"/>
                </a:cubicBezTo>
                <a:cubicBezTo>
                  <a:pt x="1245" y="775602"/>
                  <a:pt x="-659" y="774460"/>
                  <a:pt x="230" y="773191"/>
                </a:cubicBezTo>
                <a:close/>
              </a:path>
            </a:pathLst>
          </a:custGeom>
          <a:solidFill>
            <a:srgbClr val="263238"/>
          </a:solidFill>
          <a:ln w="12677">
            <a:noFill/>
            <a:prstDash val="solid"/>
          </a:ln>
        </p:spPr>
        <p:txBody>
          <a:bodyPr/>
          <a:lstStyle/>
          <a:p>
            <a:endParaRPr/>
          </a:p>
        </p:txBody>
      </p:sp>
      <p:sp>
        <p:nvSpPr>
          <p:cNvPr id="509" name="Freeform: Shape 508">
            <a:extLst>
              <a:ext uri="{FF2B5EF4-FFF2-40B4-BE49-F238E27FC236}">
                <a16:creationId xmlns:a16="http://schemas.microsoft.com/office/drawing/2014/main" id="{5CE150C3-70FD-517A-1733-5ECF33524646}"/>
              </a:ext>
            </a:extLst>
          </p:cNvPr>
          <p:cNvSpPr>
            <a:spLocks noGrp="1"/>
          </p:cNvSpPr>
          <p:nvPr/>
        </p:nvSpPr>
        <p:spPr>
          <a:xfrm>
            <a:off x="9716131" y="4285892"/>
            <a:ext cx="361546" cy="404956"/>
          </a:xfrm>
          <a:custGeom>
            <a:avLst/>
            <a:gdLst>
              <a:gd name="csX0" fmla="*/ 528 w 556350"/>
              <a:gd name="csY0" fmla="*/ 62 h 644266"/>
              <a:gd name="csX1" fmla="*/ 182888 w 556350"/>
              <a:gd name="csY1" fmla="*/ 305772 h 644266"/>
              <a:gd name="csX2" fmla="*/ 274386 w 556350"/>
              <a:gd name="csY2" fmla="*/ 460721 h 644266"/>
              <a:gd name="csX3" fmla="*/ 317279 w 556350"/>
              <a:gd name="csY3" fmla="*/ 533818 h 644266"/>
              <a:gd name="csX4" fmla="*/ 371721 w 556350"/>
              <a:gd name="csY4" fmla="*/ 587752 h 644266"/>
              <a:gd name="csX5" fmla="*/ 456746 w 556350"/>
              <a:gd name="csY5" fmla="*/ 615290 h 644266"/>
              <a:gd name="csX6" fmla="*/ 555477 w 556350"/>
              <a:gd name="csY6" fmla="*/ 641940 h 644266"/>
              <a:gd name="csX7" fmla="*/ 554843 w 556350"/>
              <a:gd name="csY7" fmla="*/ 644224 h 644266"/>
              <a:gd name="csX8" fmla="*/ 466010 w 556350"/>
              <a:gd name="csY8" fmla="*/ 624427 h 644266"/>
              <a:gd name="csX9" fmla="*/ 385300 w 556350"/>
              <a:gd name="csY9" fmla="*/ 604630 h 644266"/>
              <a:gd name="csX10" fmla="*/ 324893 w 556350"/>
              <a:gd name="csY10" fmla="*/ 564909 h 644266"/>
              <a:gd name="csX11" fmla="*/ 281746 w 556350"/>
              <a:gd name="csY11" fmla="*/ 496381 h 644266"/>
              <a:gd name="csX12" fmla="*/ 101670 w 556350"/>
              <a:gd name="csY12" fmla="*/ 180391 h 644266"/>
              <a:gd name="csX13" fmla="*/ 20 w 556350"/>
              <a:gd name="csY13" fmla="*/ 442 h 644266"/>
              <a:gd name="csX14" fmla="*/ 528 w 556350"/>
              <a:gd name="csY14" fmla="*/ 188 h 644266"/>
            </a:gdLst>
            <a:ahLst/>
            <a:cxnLst/>
            <a:rect l="l" t="t" r="r" b="b"/>
            <a:pathLst>
              <a:path w="556350" h="644266">
                <a:moveTo>
                  <a:pt x="528" y="62"/>
                </a:moveTo>
                <a:cubicBezTo>
                  <a:pt x="60807" y="102219"/>
                  <a:pt x="122355" y="203742"/>
                  <a:pt x="182888" y="305772"/>
                </a:cubicBezTo>
                <a:cubicBezTo>
                  <a:pt x="213472" y="357295"/>
                  <a:pt x="244056" y="408945"/>
                  <a:pt x="274386" y="460721"/>
                </a:cubicBezTo>
                <a:cubicBezTo>
                  <a:pt x="288599" y="485087"/>
                  <a:pt x="302432" y="509706"/>
                  <a:pt x="317279" y="533818"/>
                </a:cubicBezTo>
                <a:cubicBezTo>
                  <a:pt x="331239" y="556534"/>
                  <a:pt x="347736" y="575315"/>
                  <a:pt x="371721" y="587752"/>
                </a:cubicBezTo>
                <a:cubicBezTo>
                  <a:pt x="398117" y="601457"/>
                  <a:pt x="428193" y="607676"/>
                  <a:pt x="456746" y="615290"/>
                </a:cubicBezTo>
                <a:cubicBezTo>
                  <a:pt x="489614" y="624173"/>
                  <a:pt x="522355" y="633691"/>
                  <a:pt x="555477" y="641940"/>
                </a:cubicBezTo>
                <a:cubicBezTo>
                  <a:pt x="557000" y="642320"/>
                  <a:pt x="556365" y="644605"/>
                  <a:pt x="554843" y="644224"/>
                </a:cubicBezTo>
                <a:cubicBezTo>
                  <a:pt x="525401" y="636991"/>
                  <a:pt x="495579" y="630899"/>
                  <a:pt x="466010" y="624427"/>
                </a:cubicBezTo>
                <a:cubicBezTo>
                  <a:pt x="439107" y="618463"/>
                  <a:pt x="411442" y="613513"/>
                  <a:pt x="385300" y="604630"/>
                </a:cubicBezTo>
                <a:cubicBezTo>
                  <a:pt x="361569" y="596635"/>
                  <a:pt x="341010" y="584325"/>
                  <a:pt x="324893" y="564909"/>
                </a:cubicBezTo>
                <a:cubicBezTo>
                  <a:pt x="307635" y="544097"/>
                  <a:pt x="295198" y="519605"/>
                  <a:pt x="281746" y="496381"/>
                </a:cubicBezTo>
                <a:cubicBezTo>
                  <a:pt x="221213" y="391432"/>
                  <a:pt x="161315" y="285975"/>
                  <a:pt x="101670" y="180391"/>
                </a:cubicBezTo>
                <a:cubicBezTo>
                  <a:pt x="67787" y="120366"/>
                  <a:pt x="34284" y="60214"/>
                  <a:pt x="20" y="442"/>
                </a:cubicBezTo>
                <a:cubicBezTo>
                  <a:pt x="-107" y="62"/>
                  <a:pt x="401" y="-192"/>
                  <a:pt x="528" y="188"/>
                </a:cubicBezTo>
                <a:close/>
              </a:path>
            </a:pathLst>
          </a:custGeom>
          <a:solidFill>
            <a:srgbClr val="263238"/>
          </a:solidFill>
          <a:ln w="12677">
            <a:noFill/>
            <a:prstDash val="solid"/>
          </a:ln>
        </p:spPr>
        <p:txBody>
          <a:bodyPr/>
          <a:lstStyle/>
          <a:p>
            <a:endParaRPr/>
          </a:p>
        </p:txBody>
      </p:sp>
      <p:sp>
        <p:nvSpPr>
          <p:cNvPr id="510" name="Freeform: Shape 509">
            <a:extLst>
              <a:ext uri="{FF2B5EF4-FFF2-40B4-BE49-F238E27FC236}">
                <a16:creationId xmlns:a16="http://schemas.microsoft.com/office/drawing/2014/main" id="{C234D7D4-E449-6D04-D34A-A70CEA8A55D4}"/>
              </a:ext>
            </a:extLst>
          </p:cNvPr>
          <p:cNvSpPr>
            <a:spLocks noGrp="1"/>
          </p:cNvSpPr>
          <p:nvPr/>
        </p:nvSpPr>
        <p:spPr>
          <a:xfrm>
            <a:off x="9068091" y="4683540"/>
            <a:ext cx="407813" cy="51643"/>
          </a:xfrm>
          <a:custGeom>
            <a:avLst/>
            <a:gdLst>
              <a:gd name="csX0" fmla="*/ 626290 w 627546"/>
              <a:gd name="csY0" fmla="*/ 82144 h 82163"/>
              <a:gd name="csX1" fmla="*/ 503702 w 627546"/>
              <a:gd name="csY1" fmla="*/ 68819 h 82163"/>
              <a:gd name="csX2" fmla="*/ 381113 w 627546"/>
              <a:gd name="csY2" fmla="*/ 55748 h 82163"/>
              <a:gd name="csX3" fmla="*/ 783 w 627546"/>
              <a:gd name="csY3" fmla="*/ 2702 h 82163"/>
              <a:gd name="csX4" fmla="*/ 1163 w 627546"/>
              <a:gd name="csY4" fmla="*/ 37 h 82163"/>
              <a:gd name="csX5" fmla="*/ 243549 w 627546"/>
              <a:gd name="csY5" fmla="*/ 24149 h 82163"/>
              <a:gd name="csX6" fmla="*/ 487458 w 627546"/>
              <a:gd name="csY6" fmla="*/ 58667 h 82163"/>
              <a:gd name="csX7" fmla="*/ 557001 w 627546"/>
              <a:gd name="csY7" fmla="*/ 69454 h 82163"/>
              <a:gd name="csX8" fmla="*/ 626671 w 627546"/>
              <a:gd name="csY8" fmla="*/ 79986 h 82163"/>
              <a:gd name="csX9" fmla="*/ 626290 w 627546"/>
              <a:gd name="csY9" fmla="*/ 82144 h 82163"/>
            </a:gdLst>
            <a:ahLst/>
            <a:cxnLst/>
            <a:rect l="l" t="t" r="r" b="b"/>
            <a:pathLst>
              <a:path w="627546" h="82163">
                <a:moveTo>
                  <a:pt x="626290" y="82144"/>
                </a:moveTo>
                <a:cubicBezTo>
                  <a:pt x="585808" y="75672"/>
                  <a:pt x="544437" y="73133"/>
                  <a:pt x="503702" y="68819"/>
                </a:cubicBezTo>
                <a:cubicBezTo>
                  <a:pt x="462839" y="64504"/>
                  <a:pt x="421976" y="60189"/>
                  <a:pt x="381113" y="55748"/>
                </a:cubicBezTo>
                <a:cubicBezTo>
                  <a:pt x="299640" y="46991"/>
                  <a:pt x="21849" y="9047"/>
                  <a:pt x="783" y="2702"/>
                </a:cubicBezTo>
                <a:cubicBezTo>
                  <a:pt x="-487" y="2321"/>
                  <a:pt x="-106" y="164"/>
                  <a:pt x="1163" y="37"/>
                </a:cubicBezTo>
                <a:cubicBezTo>
                  <a:pt x="20960" y="-978"/>
                  <a:pt x="202686" y="19073"/>
                  <a:pt x="243549" y="24149"/>
                </a:cubicBezTo>
                <a:cubicBezTo>
                  <a:pt x="325148" y="34301"/>
                  <a:pt x="406240" y="46864"/>
                  <a:pt x="487458" y="58667"/>
                </a:cubicBezTo>
                <a:cubicBezTo>
                  <a:pt x="510681" y="62093"/>
                  <a:pt x="533778" y="65900"/>
                  <a:pt x="557001" y="69454"/>
                </a:cubicBezTo>
                <a:cubicBezTo>
                  <a:pt x="580097" y="73007"/>
                  <a:pt x="603321" y="77448"/>
                  <a:pt x="626671" y="79986"/>
                </a:cubicBezTo>
                <a:cubicBezTo>
                  <a:pt x="628067" y="80113"/>
                  <a:pt x="627686" y="82398"/>
                  <a:pt x="626290" y="82144"/>
                </a:cubicBezTo>
                <a:close/>
              </a:path>
            </a:pathLst>
          </a:custGeom>
          <a:solidFill>
            <a:srgbClr val="263238"/>
          </a:solidFill>
          <a:ln w="12677">
            <a:noFill/>
            <a:prstDash val="solid"/>
          </a:ln>
        </p:spPr>
        <p:txBody>
          <a:bodyPr/>
          <a:lstStyle/>
          <a:p>
            <a:endParaRPr/>
          </a:p>
        </p:txBody>
      </p:sp>
      <p:sp>
        <p:nvSpPr>
          <p:cNvPr id="488" name="Freeform: Shape 487">
            <a:extLst>
              <a:ext uri="{FF2B5EF4-FFF2-40B4-BE49-F238E27FC236}">
                <a16:creationId xmlns:a16="http://schemas.microsoft.com/office/drawing/2014/main" id="{C3527F9D-9391-EFE3-8D3E-A82D93110F27}"/>
              </a:ext>
            </a:extLst>
          </p:cNvPr>
          <p:cNvSpPr>
            <a:spLocks noGrp="1"/>
          </p:cNvSpPr>
          <p:nvPr/>
        </p:nvSpPr>
        <p:spPr>
          <a:xfrm>
            <a:off x="9206978" y="4637850"/>
            <a:ext cx="913593" cy="537310"/>
          </a:xfrm>
          <a:custGeom>
            <a:avLst/>
            <a:gdLst>
              <a:gd name="csX0" fmla="*/ 1021 w 1405843"/>
              <a:gd name="csY0" fmla="*/ 796079 h 854834"/>
              <a:gd name="csX1" fmla="*/ 644803 w 1405843"/>
              <a:gd name="csY1" fmla="*/ 12 h 854834"/>
              <a:gd name="csX2" fmla="*/ 903306 w 1405843"/>
              <a:gd name="csY2" fmla="*/ 187068 h 854834"/>
              <a:gd name="csX3" fmla="*/ 1405844 w 1405843"/>
              <a:gd name="csY3" fmla="*/ 108261 h 854834"/>
              <a:gd name="csX4" fmla="*/ 1398356 w 1405843"/>
              <a:gd name="csY4" fmla="*/ 699505 h 854834"/>
              <a:gd name="csX5" fmla="*/ 506098 w 1405843"/>
              <a:gd name="csY5" fmla="*/ 661815 h 854834"/>
              <a:gd name="csX6" fmla="*/ 272595 w 1405843"/>
              <a:gd name="csY6" fmla="*/ 785546 h 854834"/>
              <a:gd name="csX7" fmla="*/ 272214 w 1405843"/>
              <a:gd name="csY7" fmla="*/ 785546 h 854834"/>
              <a:gd name="csX8" fmla="*/ 125640 w 1405843"/>
              <a:gd name="csY8" fmla="*/ 852931 h 854834"/>
              <a:gd name="csX9" fmla="*/ 1021 w 1405843"/>
              <a:gd name="csY9" fmla="*/ 796079 h 854834"/>
            </a:gdLst>
            <a:ahLst/>
            <a:cxnLst/>
            <a:rect l="l" t="t" r="r" b="b"/>
            <a:pathLst>
              <a:path w="1405843" h="854834">
                <a:moveTo>
                  <a:pt x="1021" y="796079"/>
                </a:moveTo>
                <a:cubicBezTo>
                  <a:pt x="12443" y="763718"/>
                  <a:pt x="605209" y="13845"/>
                  <a:pt x="644803" y="12"/>
                </a:cubicBezTo>
                <a:cubicBezTo>
                  <a:pt x="649372" y="-1764"/>
                  <a:pt x="903306" y="187068"/>
                  <a:pt x="903306" y="187068"/>
                </a:cubicBezTo>
                <a:cubicBezTo>
                  <a:pt x="913585" y="201535"/>
                  <a:pt x="1405844" y="108261"/>
                  <a:pt x="1405844" y="108261"/>
                </a:cubicBezTo>
                <a:lnTo>
                  <a:pt x="1398356" y="699505"/>
                </a:lnTo>
                <a:lnTo>
                  <a:pt x="506098" y="661815"/>
                </a:lnTo>
                <a:cubicBezTo>
                  <a:pt x="506098" y="661815"/>
                  <a:pt x="384016" y="730216"/>
                  <a:pt x="272595" y="785546"/>
                </a:cubicBezTo>
                <a:cubicBezTo>
                  <a:pt x="272341" y="785546"/>
                  <a:pt x="272341" y="785673"/>
                  <a:pt x="272214" y="785546"/>
                </a:cubicBezTo>
                <a:cubicBezTo>
                  <a:pt x="203559" y="819936"/>
                  <a:pt x="142900" y="848744"/>
                  <a:pt x="125640" y="852931"/>
                </a:cubicBezTo>
                <a:cubicBezTo>
                  <a:pt x="80717" y="863465"/>
                  <a:pt x="-10654" y="828312"/>
                  <a:pt x="1021" y="796079"/>
                </a:cubicBezTo>
                <a:close/>
              </a:path>
            </a:pathLst>
          </a:custGeom>
          <a:solidFill>
            <a:srgbClr val="AD6359"/>
          </a:solidFill>
          <a:ln w="12677">
            <a:noFill/>
            <a:prstDash val="solid"/>
          </a:ln>
        </p:spPr>
        <p:txBody>
          <a:bodyPr/>
          <a:lstStyle/>
          <a:p>
            <a:endParaRPr/>
          </a:p>
        </p:txBody>
      </p:sp>
      <p:sp>
        <p:nvSpPr>
          <p:cNvPr id="489" name="Freeform: Shape 488">
            <a:extLst>
              <a:ext uri="{FF2B5EF4-FFF2-40B4-BE49-F238E27FC236}">
                <a16:creationId xmlns:a16="http://schemas.microsoft.com/office/drawing/2014/main" id="{CA701F69-F623-20C3-26D5-31D32900A46D}"/>
              </a:ext>
            </a:extLst>
          </p:cNvPr>
          <p:cNvSpPr>
            <a:spLocks noGrp="1"/>
          </p:cNvSpPr>
          <p:nvPr/>
        </p:nvSpPr>
        <p:spPr>
          <a:xfrm>
            <a:off x="9206896" y="4637769"/>
            <a:ext cx="666929" cy="537312"/>
          </a:xfrm>
          <a:custGeom>
            <a:avLst/>
            <a:gdLst>
              <a:gd name="csX0" fmla="*/ 125641 w 1026275"/>
              <a:gd name="csY0" fmla="*/ 852934 h 854837"/>
              <a:gd name="csX1" fmla="*/ 272214 w 1026275"/>
              <a:gd name="csY1" fmla="*/ 785547 h 854837"/>
              <a:gd name="csX2" fmla="*/ 272595 w 1026275"/>
              <a:gd name="csY2" fmla="*/ 785547 h 854837"/>
              <a:gd name="csX3" fmla="*/ 506097 w 1026275"/>
              <a:gd name="csY3" fmla="*/ 661690 h 854837"/>
              <a:gd name="csX4" fmla="*/ 704701 w 1026275"/>
              <a:gd name="csY4" fmla="*/ 670065 h 854837"/>
              <a:gd name="csX5" fmla="*/ 1026275 w 1026275"/>
              <a:gd name="csY5" fmla="*/ 174761 h 854837"/>
              <a:gd name="csX6" fmla="*/ 903432 w 1026275"/>
              <a:gd name="csY6" fmla="*/ 186943 h 854837"/>
              <a:gd name="csX7" fmla="*/ 644930 w 1026275"/>
              <a:gd name="csY7" fmla="*/ 14 h 854837"/>
              <a:gd name="csX8" fmla="*/ 1021 w 1026275"/>
              <a:gd name="csY8" fmla="*/ 796081 h 854837"/>
              <a:gd name="csX9" fmla="*/ 125641 w 1026275"/>
              <a:gd name="csY9" fmla="*/ 852934 h 854837"/>
            </a:gdLst>
            <a:ahLst/>
            <a:cxnLst/>
            <a:rect l="l" t="t" r="r" b="b"/>
            <a:pathLst>
              <a:path w="1026275" h="854837">
                <a:moveTo>
                  <a:pt x="125641" y="852934"/>
                </a:moveTo>
                <a:cubicBezTo>
                  <a:pt x="142899" y="848873"/>
                  <a:pt x="203559" y="819939"/>
                  <a:pt x="272214" y="785547"/>
                </a:cubicBezTo>
                <a:cubicBezTo>
                  <a:pt x="272341" y="785674"/>
                  <a:pt x="272468" y="785547"/>
                  <a:pt x="272595" y="785547"/>
                </a:cubicBezTo>
                <a:cubicBezTo>
                  <a:pt x="384016" y="730091"/>
                  <a:pt x="506097" y="661690"/>
                  <a:pt x="506097" y="661690"/>
                </a:cubicBezTo>
                <a:lnTo>
                  <a:pt x="704701" y="670065"/>
                </a:lnTo>
                <a:lnTo>
                  <a:pt x="1026275" y="174761"/>
                </a:lnTo>
                <a:cubicBezTo>
                  <a:pt x="957747" y="185421"/>
                  <a:pt x="906732" y="191639"/>
                  <a:pt x="903432" y="186943"/>
                </a:cubicBezTo>
                <a:cubicBezTo>
                  <a:pt x="903432" y="186943"/>
                  <a:pt x="649625" y="-1889"/>
                  <a:pt x="644930" y="14"/>
                </a:cubicBezTo>
                <a:cubicBezTo>
                  <a:pt x="605209" y="13847"/>
                  <a:pt x="12569" y="763720"/>
                  <a:pt x="1021" y="796081"/>
                </a:cubicBezTo>
                <a:cubicBezTo>
                  <a:pt x="-10654" y="828314"/>
                  <a:pt x="80717" y="863466"/>
                  <a:pt x="125641" y="852934"/>
                </a:cubicBezTo>
                <a:close/>
              </a:path>
            </a:pathLst>
          </a:custGeom>
          <a:solidFill>
            <a:srgbClr val="EBEBEB"/>
          </a:solidFill>
          <a:ln w="12677">
            <a:noFill/>
            <a:prstDash val="solid"/>
          </a:ln>
        </p:spPr>
        <p:txBody>
          <a:bodyPr/>
          <a:lstStyle/>
          <a:p>
            <a:endParaRPr/>
          </a:p>
        </p:txBody>
      </p:sp>
      <p:sp>
        <p:nvSpPr>
          <p:cNvPr id="491" name="Freeform: Shape 490">
            <a:extLst>
              <a:ext uri="{FF2B5EF4-FFF2-40B4-BE49-F238E27FC236}">
                <a16:creationId xmlns:a16="http://schemas.microsoft.com/office/drawing/2014/main" id="{F0F872A0-E2DF-FADA-9911-F61C80726BEE}"/>
              </a:ext>
            </a:extLst>
          </p:cNvPr>
          <p:cNvSpPr>
            <a:spLocks noGrp="1"/>
          </p:cNvSpPr>
          <p:nvPr/>
        </p:nvSpPr>
        <p:spPr>
          <a:xfrm>
            <a:off x="9203488" y="4637773"/>
            <a:ext cx="590506" cy="539367"/>
          </a:xfrm>
          <a:custGeom>
            <a:avLst/>
            <a:gdLst>
              <a:gd name="csX0" fmla="*/ 1062 w 908675"/>
              <a:gd name="csY0" fmla="*/ 797089 h 858106"/>
              <a:gd name="csX1" fmla="*/ 649158 w 908675"/>
              <a:gd name="csY1" fmla="*/ 261 h 858106"/>
              <a:gd name="csX2" fmla="*/ 908676 w 908675"/>
              <a:gd name="csY2" fmla="*/ 187063 h 858106"/>
              <a:gd name="csX3" fmla="*/ 524285 w 908675"/>
              <a:gd name="csY3" fmla="*/ 669804 h 858106"/>
              <a:gd name="csX4" fmla="*/ 128980 w 908675"/>
              <a:gd name="csY4" fmla="*/ 856226 h 858106"/>
              <a:gd name="csX5" fmla="*/ 1062 w 908675"/>
              <a:gd name="csY5" fmla="*/ 797089 h 858106"/>
            </a:gdLst>
            <a:ahLst/>
            <a:cxnLst/>
            <a:rect l="l" t="t" r="r" b="b"/>
            <a:pathLst>
              <a:path w="908675" h="858106">
                <a:moveTo>
                  <a:pt x="1062" y="797089"/>
                </a:moveTo>
                <a:cubicBezTo>
                  <a:pt x="13118" y="763967"/>
                  <a:pt x="608422" y="14475"/>
                  <a:pt x="649158" y="261"/>
                </a:cubicBezTo>
                <a:cubicBezTo>
                  <a:pt x="664640" y="-5196"/>
                  <a:pt x="789133" y="75388"/>
                  <a:pt x="908676" y="187063"/>
                </a:cubicBezTo>
                <a:lnTo>
                  <a:pt x="524285" y="669804"/>
                </a:lnTo>
                <a:cubicBezTo>
                  <a:pt x="524285" y="669804"/>
                  <a:pt x="175300" y="845439"/>
                  <a:pt x="128980" y="856226"/>
                </a:cubicBezTo>
                <a:cubicBezTo>
                  <a:pt x="82660" y="866886"/>
                  <a:pt x="-10994" y="830211"/>
                  <a:pt x="1062" y="797089"/>
                </a:cubicBezTo>
                <a:close/>
              </a:path>
            </a:pathLst>
          </a:custGeom>
          <a:solidFill>
            <a:srgbClr val="FFC727"/>
          </a:solidFill>
          <a:ln w="12677">
            <a:noFill/>
            <a:prstDash val="solid"/>
          </a:ln>
        </p:spPr>
        <p:txBody>
          <a:bodyPr/>
          <a:lstStyle/>
          <a:p>
            <a:endParaRPr/>
          </a:p>
        </p:txBody>
      </p:sp>
      <p:sp>
        <p:nvSpPr>
          <p:cNvPr id="496" name="Freeform: Shape 495">
            <a:extLst>
              <a:ext uri="{FF2B5EF4-FFF2-40B4-BE49-F238E27FC236}">
                <a16:creationId xmlns:a16="http://schemas.microsoft.com/office/drawing/2014/main" id="{AC5C0E31-F25F-69E4-B6BC-17742B10ED93}"/>
              </a:ext>
            </a:extLst>
          </p:cNvPr>
          <p:cNvSpPr>
            <a:spLocks noGrp="1"/>
          </p:cNvSpPr>
          <p:nvPr/>
        </p:nvSpPr>
        <p:spPr>
          <a:xfrm>
            <a:off x="9227300" y="4669042"/>
            <a:ext cx="390994" cy="478777"/>
          </a:xfrm>
          <a:custGeom>
            <a:avLst/>
            <a:gdLst>
              <a:gd name="csX0" fmla="*/ 2872 w 601664"/>
              <a:gd name="csY0" fmla="*/ 760413 h 761711"/>
              <a:gd name="csX1" fmla="*/ 601349 w 601664"/>
              <a:gd name="csY1" fmla="*/ 1149 h 761711"/>
              <a:gd name="csX2" fmla="*/ 600588 w 601664"/>
              <a:gd name="csY2" fmla="*/ 514 h 761711"/>
              <a:gd name="csX3" fmla="*/ 841 w 601664"/>
              <a:gd name="csY3" fmla="*/ 758763 h 761711"/>
              <a:gd name="csX4" fmla="*/ 2872 w 601664"/>
              <a:gd name="csY4" fmla="*/ 760413 h 761711"/>
            </a:gdLst>
            <a:ahLst/>
            <a:cxnLst/>
            <a:rect l="l" t="t" r="r" b="b"/>
            <a:pathLst>
              <a:path w="601664" h="761711">
                <a:moveTo>
                  <a:pt x="2872" y="760413"/>
                </a:moveTo>
                <a:cubicBezTo>
                  <a:pt x="105790" y="637190"/>
                  <a:pt x="509090" y="130717"/>
                  <a:pt x="601349" y="1149"/>
                </a:cubicBezTo>
                <a:cubicBezTo>
                  <a:pt x="602110" y="133"/>
                  <a:pt x="601349" y="-501"/>
                  <a:pt x="600588" y="514"/>
                </a:cubicBezTo>
                <a:cubicBezTo>
                  <a:pt x="496019" y="120311"/>
                  <a:pt x="96780" y="630083"/>
                  <a:pt x="841" y="758763"/>
                </a:cubicBezTo>
                <a:cubicBezTo>
                  <a:pt x="-1189" y="761428"/>
                  <a:pt x="841" y="762951"/>
                  <a:pt x="2872" y="760413"/>
                </a:cubicBezTo>
                <a:close/>
              </a:path>
            </a:pathLst>
          </a:custGeom>
          <a:solidFill>
            <a:srgbClr val="263238"/>
          </a:solidFill>
          <a:ln w="12677">
            <a:noFill/>
            <a:prstDash val="solid"/>
          </a:ln>
        </p:spPr>
        <p:txBody>
          <a:bodyPr/>
          <a:lstStyle/>
          <a:p>
            <a:endParaRPr/>
          </a:p>
        </p:txBody>
      </p:sp>
      <p:sp>
        <p:nvSpPr>
          <p:cNvPr id="497" name="Freeform: Shape 496">
            <a:extLst>
              <a:ext uri="{FF2B5EF4-FFF2-40B4-BE49-F238E27FC236}">
                <a16:creationId xmlns:a16="http://schemas.microsoft.com/office/drawing/2014/main" id="{4BD0B93F-171F-0E30-491D-E187A9EA313A}"/>
              </a:ext>
            </a:extLst>
          </p:cNvPr>
          <p:cNvSpPr>
            <a:spLocks noGrp="1"/>
          </p:cNvSpPr>
          <p:nvPr/>
        </p:nvSpPr>
        <p:spPr>
          <a:xfrm>
            <a:off x="9318563" y="5045309"/>
            <a:ext cx="30829" cy="113974"/>
          </a:xfrm>
          <a:custGeom>
            <a:avLst/>
            <a:gdLst>
              <a:gd name="csX0" fmla="*/ 17129 w 47440"/>
              <a:gd name="csY0" fmla="*/ 180954 h 181327"/>
              <a:gd name="csX1" fmla="*/ 46191 w 47440"/>
              <a:gd name="csY1" fmla="*/ 81462 h 181327"/>
              <a:gd name="csX2" fmla="*/ 1394 w 47440"/>
              <a:gd name="csY2" fmla="*/ 117 h 181327"/>
              <a:gd name="csX3" fmla="*/ 251 w 47440"/>
              <a:gd name="csY3" fmla="*/ 1639 h 181327"/>
              <a:gd name="csX4" fmla="*/ 15607 w 47440"/>
              <a:gd name="csY4" fmla="*/ 179685 h 181327"/>
              <a:gd name="csX5" fmla="*/ 17129 w 47440"/>
              <a:gd name="csY5" fmla="*/ 180954 h 181327"/>
            </a:gdLst>
            <a:ahLst/>
            <a:cxnLst/>
            <a:rect l="l" t="t" r="r" b="b"/>
            <a:pathLst>
              <a:path w="47440" h="181327">
                <a:moveTo>
                  <a:pt x="17129" y="180954"/>
                </a:moveTo>
                <a:cubicBezTo>
                  <a:pt x="42002" y="152147"/>
                  <a:pt x="51013" y="111792"/>
                  <a:pt x="46191" y="81462"/>
                </a:cubicBezTo>
                <a:cubicBezTo>
                  <a:pt x="41495" y="52274"/>
                  <a:pt x="28170" y="19914"/>
                  <a:pt x="1394" y="117"/>
                </a:cubicBezTo>
                <a:cubicBezTo>
                  <a:pt x="632" y="-391"/>
                  <a:pt x="-510" y="878"/>
                  <a:pt x="251" y="1639"/>
                </a:cubicBezTo>
                <a:cubicBezTo>
                  <a:pt x="43652" y="47832"/>
                  <a:pt x="51393" y="126893"/>
                  <a:pt x="15607" y="179685"/>
                </a:cubicBezTo>
                <a:cubicBezTo>
                  <a:pt x="14845" y="180701"/>
                  <a:pt x="16368" y="181969"/>
                  <a:pt x="17129" y="180954"/>
                </a:cubicBezTo>
                <a:close/>
              </a:path>
            </a:pathLst>
          </a:custGeom>
          <a:solidFill>
            <a:srgbClr val="263238"/>
          </a:solidFill>
          <a:ln w="12677">
            <a:noFill/>
            <a:prstDash val="solid"/>
          </a:ln>
        </p:spPr>
        <p:txBody>
          <a:bodyPr/>
          <a:lstStyle/>
          <a:p>
            <a:endParaRPr/>
          </a:p>
        </p:txBody>
      </p:sp>
      <p:sp>
        <p:nvSpPr>
          <p:cNvPr id="498" name="Freeform: Shape 497">
            <a:extLst>
              <a:ext uri="{FF2B5EF4-FFF2-40B4-BE49-F238E27FC236}">
                <a16:creationId xmlns:a16="http://schemas.microsoft.com/office/drawing/2014/main" id="{82AC3EED-96EB-2717-7D91-95320D4883CD}"/>
              </a:ext>
            </a:extLst>
          </p:cNvPr>
          <p:cNvSpPr>
            <a:spLocks noGrp="1"/>
          </p:cNvSpPr>
          <p:nvPr/>
        </p:nvSpPr>
        <p:spPr>
          <a:xfrm>
            <a:off x="9510991" y="4959325"/>
            <a:ext cx="42072" cy="118814"/>
          </a:xfrm>
          <a:custGeom>
            <a:avLst/>
            <a:gdLst>
              <a:gd name="csX0" fmla="*/ 7188 w 64742"/>
              <a:gd name="csY0" fmla="*/ 187546 h 189028"/>
              <a:gd name="csX1" fmla="*/ 60107 w 64742"/>
              <a:gd name="csY1" fmla="*/ 1505 h 189028"/>
              <a:gd name="csX2" fmla="*/ 55539 w 64742"/>
              <a:gd name="csY2" fmla="*/ 2013 h 189028"/>
              <a:gd name="csX3" fmla="*/ 336 w 64742"/>
              <a:gd name="csY3" fmla="*/ 183486 h 189028"/>
              <a:gd name="csX4" fmla="*/ 7188 w 64742"/>
              <a:gd name="csY4" fmla="*/ 187546 h 189028"/>
            </a:gdLst>
            <a:ahLst/>
            <a:cxnLst/>
            <a:rect l="l" t="t" r="r" b="b"/>
            <a:pathLst>
              <a:path w="64742" h="189028">
                <a:moveTo>
                  <a:pt x="7188" y="187546"/>
                </a:moveTo>
                <a:cubicBezTo>
                  <a:pt x="47798" y="137800"/>
                  <a:pt x="76351" y="65465"/>
                  <a:pt x="60107" y="1505"/>
                </a:cubicBezTo>
                <a:cubicBezTo>
                  <a:pt x="59473" y="-1032"/>
                  <a:pt x="55919" y="-17"/>
                  <a:pt x="55539" y="2013"/>
                </a:cubicBezTo>
                <a:cubicBezTo>
                  <a:pt x="42848" y="66100"/>
                  <a:pt x="25970" y="123206"/>
                  <a:pt x="336" y="183486"/>
                </a:cubicBezTo>
                <a:cubicBezTo>
                  <a:pt x="-1441" y="187673"/>
                  <a:pt x="4270" y="191099"/>
                  <a:pt x="7188" y="187546"/>
                </a:cubicBezTo>
                <a:close/>
              </a:path>
            </a:pathLst>
          </a:custGeom>
          <a:solidFill>
            <a:srgbClr val="263238"/>
          </a:solidFill>
          <a:ln w="12677">
            <a:noFill/>
            <a:prstDash val="solid"/>
          </a:ln>
        </p:spPr>
        <p:txBody>
          <a:bodyPr/>
          <a:lstStyle/>
          <a:p>
            <a:endParaRPr/>
          </a:p>
        </p:txBody>
      </p:sp>
      <p:sp>
        <p:nvSpPr>
          <p:cNvPr id="499" name="Freeform: Shape 498">
            <a:extLst>
              <a:ext uri="{FF2B5EF4-FFF2-40B4-BE49-F238E27FC236}">
                <a16:creationId xmlns:a16="http://schemas.microsoft.com/office/drawing/2014/main" id="{B09EEBB6-43F5-750E-FA90-A18192E258EA}"/>
              </a:ext>
            </a:extLst>
          </p:cNvPr>
          <p:cNvSpPr>
            <a:spLocks noGrp="1"/>
          </p:cNvSpPr>
          <p:nvPr/>
        </p:nvSpPr>
        <p:spPr>
          <a:xfrm>
            <a:off x="9481138" y="4976236"/>
            <a:ext cx="42072" cy="118814"/>
          </a:xfrm>
          <a:custGeom>
            <a:avLst/>
            <a:gdLst>
              <a:gd name="csX0" fmla="*/ 7189 w 64742"/>
              <a:gd name="csY0" fmla="*/ 187546 h 189028"/>
              <a:gd name="csX1" fmla="*/ 60108 w 64742"/>
              <a:gd name="csY1" fmla="*/ 1506 h 189028"/>
              <a:gd name="csX2" fmla="*/ 55539 w 64742"/>
              <a:gd name="csY2" fmla="*/ 2013 h 189028"/>
              <a:gd name="csX3" fmla="*/ 336 w 64742"/>
              <a:gd name="csY3" fmla="*/ 183485 h 189028"/>
              <a:gd name="csX4" fmla="*/ 7189 w 64742"/>
              <a:gd name="csY4" fmla="*/ 187546 h 189028"/>
            </a:gdLst>
            <a:ahLst/>
            <a:cxnLst/>
            <a:rect l="l" t="t" r="r" b="b"/>
            <a:pathLst>
              <a:path w="64742" h="189028">
                <a:moveTo>
                  <a:pt x="7189" y="187546"/>
                </a:moveTo>
                <a:cubicBezTo>
                  <a:pt x="47798" y="137800"/>
                  <a:pt x="76351" y="65465"/>
                  <a:pt x="60108" y="1506"/>
                </a:cubicBezTo>
                <a:cubicBezTo>
                  <a:pt x="59473" y="-1032"/>
                  <a:pt x="55920" y="-17"/>
                  <a:pt x="55539" y="2013"/>
                </a:cubicBezTo>
                <a:cubicBezTo>
                  <a:pt x="42849" y="66100"/>
                  <a:pt x="25971" y="123206"/>
                  <a:pt x="336" y="183485"/>
                </a:cubicBezTo>
                <a:cubicBezTo>
                  <a:pt x="-1441" y="187673"/>
                  <a:pt x="4270" y="191100"/>
                  <a:pt x="7189" y="187546"/>
                </a:cubicBezTo>
                <a:close/>
              </a:path>
            </a:pathLst>
          </a:custGeom>
          <a:solidFill>
            <a:srgbClr val="263238"/>
          </a:solidFill>
          <a:ln w="12677">
            <a:noFill/>
            <a:prstDash val="solid"/>
          </a:ln>
        </p:spPr>
        <p:txBody>
          <a:bodyPr/>
          <a:lstStyle/>
          <a:p>
            <a:endParaRPr/>
          </a:p>
        </p:txBody>
      </p:sp>
      <p:sp>
        <p:nvSpPr>
          <p:cNvPr id="500" name="Freeform: Shape 499">
            <a:extLst>
              <a:ext uri="{FF2B5EF4-FFF2-40B4-BE49-F238E27FC236}">
                <a16:creationId xmlns:a16="http://schemas.microsoft.com/office/drawing/2014/main" id="{91D7868D-ABFD-D2B7-2C00-F4E5BCEB6BC2}"/>
              </a:ext>
            </a:extLst>
          </p:cNvPr>
          <p:cNvSpPr>
            <a:spLocks noGrp="1"/>
          </p:cNvSpPr>
          <p:nvPr/>
        </p:nvSpPr>
        <p:spPr>
          <a:xfrm>
            <a:off x="9451284" y="4993066"/>
            <a:ext cx="42072" cy="118814"/>
          </a:xfrm>
          <a:custGeom>
            <a:avLst/>
            <a:gdLst>
              <a:gd name="csX0" fmla="*/ 7189 w 64742"/>
              <a:gd name="csY0" fmla="*/ 187546 h 189028"/>
              <a:gd name="csX1" fmla="*/ 60108 w 64742"/>
              <a:gd name="csY1" fmla="*/ 1505 h 189028"/>
              <a:gd name="csX2" fmla="*/ 55539 w 64742"/>
              <a:gd name="csY2" fmla="*/ 2013 h 189028"/>
              <a:gd name="csX3" fmla="*/ 336 w 64742"/>
              <a:gd name="csY3" fmla="*/ 183485 h 189028"/>
              <a:gd name="csX4" fmla="*/ 7189 w 64742"/>
              <a:gd name="csY4" fmla="*/ 187546 h 189028"/>
            </a:gdLst>
            <a:ahLst/>
            <a:cxnLst/>
            <a:rect l="l" t="t" r="r" b="b"/>
            <a:pathLst>
              <a:path w="64742" h="189028">
                <a:moveTo>
                  <a:pt x="7189" y="187546"/>
                </a:moveTo>
                <a:cubicBezTo>
                  <a:pt x="47798" y="137800"/>
                  <a:pt x="76351" y="65465"/>
                  <a:pt x="60108" y="1505"/>
                </a:cubicBezTo>
                <a:cubicBezTo>
                  <a:pt x="59473" y="-1032"/>
                  <a:pt x="55920" y="-17"/>
                  <a:pt x="55539" y="2013"/>
                </a:cubicBezTo>
                <a:cubicBezTo>
                  <a:pt x="42849" y="66099"/>
                  <a:pt x="25971" y="123206"/>
                  <a:pt x="336" y="183485"/>
                </a:cubicBezTo>
                <a:cubicBezTo>
                  <a:pt x="-1441" y="187673"/>
                  <a:pt x="4270" y="191099"/>
                  <a:pt x="7189" y="187546"/>
                </a:cubicBezTo>
                <a:close/>
              </a:path>
            </a:pathLst>
          </a:custGeom>
          <a:solidFill>
            <a:srgbClr val="263238"/>
          </a:solidFill>
          <a:ln w="12677">
            <a:noFill/>
            <a:prstDash val="solid"/>
          </a:ln>
        </p:spPr>
        <p:txBody>
          <a:bodyPr/>
          <a:lstStyle/>
          <a:p>
            <a:endParaRPr/>
          </a:p>
        </p:txBody>
      </p:sp>
      <p:sp>
        <p:nvSpPr>
          <p:cNvPr id="501" name="Freeform: Shape 500">
            <a:extLst>
              <a:ext uri="{FF2B5EF4-FFF2-40B4-BE49-F238E27FC236}">
                <a16:creationId xmlns:a16="http://schemas.microsoft.com/office/drawing/2014/main" id="{17AAF040-38F2-F155-0AB4-98E96606ABCC}"/>
              </a:ext>
            </a:extLst>
          </p:cNvPr>
          <p:cNvSpPr>
            <a:spLocks noGrp="1"/>
          </p:cNvSpPr>
          <p:nvPr/>
        </p:nvSpPr>
        <p:spPr>
          <a:xfrm>
            <a:off x="9421430" y="5009897"/>
            <a:ext cx="42072" cy="118814"/>
          </a:xfrm>
          <a:custGeom>
            <a:avLst/>
            <a:gdLst>
              <a:gd name="csX0" fmla="*/ 7189 w 64742"/>
              <a:gd name="csY0" fmla="*/ 187546 h 189028"/>
              <a:gd name="csX1" fmla="*/ 60107 w 64742"/>
              <a:gd name="csY1" fmla="*/ 1506 h 189028"/>
              <a:gd name="csX2" fmla="*/ 55539 w 64742"/>
              <a:gd name="csY2" fmla="*/ 2013 h 189028"/>
              <a:gd name="csX3" fmla="*/ 336 w 64742"/>
              <a:gd name="csY3" fmla="*/ 183485 h 189028"/>
              <a:gd name="csX4" fmla="*/ 7189 w 64742"/>
              <a:gd name="csY4" fmla="*/ 187546 h 189028"/>
            </a:gdLst>
            <a:ahLst/>
            <a:cxnLst/>
            <a:rect l="l" t="t" r="r" b="b"/>
            <a:pathLst>
              <a:path w="64742" h="189028">
                <a:moveTo>
                  <a:pt x="7189" y="187546"/>
                </a:moveTo>
                <a:cubicBezTo>
                  <a:pt x="47798" y="137800"/>
                  <a:pt x="76351" y="65465"/>
                  <a:pt x="60107" y="1506"/>
                </a:cubicBezTo>
                <a:cubicBezTo>
                  <a:pt x="59473" y="-1032"/>
                  <a:pt x="55920" y="-17"/>
                  <a:pt x="55539" y="2013"/>
                </a:cubicBezTo>
                <a:cubicBezTo>
                  <a:pt x="42849" y="66100"/>
                  <a:pt x="25970" y="123206"/>
                  <a:pt x="336" y="183485"/>
                </a:cubicBezTo>
                <a:cubicBezTo>
                  <a:pt x="-1441" y="187673"/>
                  <a:pt x="4270" y="191100"/>
                  <a:pt x="7189" y="187546"/>
                </a:cubicBezTo>
                <a:close/>
              </a:path>
            </a:pathLst>
          </a:custGeom>
          <a:solidFill>
            <a:srgbClr val="263238"/>
          </a:solidFill>
          <a:ln w="12677">
            <a:noFill/>
            <a:prstDash val="solid"/>
          </a:ln>
        </p:spPr>
        <p:txBody>
          <a:bodyPr/>
          <a:lstStyle/>
          <a:p>
            <a:endParaRPr/>
          </a:p>
        </p:txBody>
      </p:sp>
      <p:sp>
        <p:nvSpPr>
          <p:cNvPr id="502" name="Freeform: Shape 501">
            <a:extLst>
              <a:ext uri="{FF2B5EF4-FFF2-40B4-BE49-F238E27FC236}">
                <a16:creationId xmlns:a16="http://schemas.microsoft.com/office/drawing/2014/main" id="{B4FB0607-CF6F-15E3-6E43-11C220BB29D2}"/>
              </a:ext>
            </a:extLst>
          </p:cNvPr>
          <p:cNvSpPr>
            <a:spLocks noGrp="1"/>
          </p:cNvSpPr>
          <p:nvPr/>
        </p:nvSpPr>
        <p:spPr>
          <a:xfrm>
            <a:off x="9614040" y="4692597"/>
            <a:ext cx="73082" cy="70072"/>
          </a:xfrm>
          <a:custGeom>
            <a:avLst/>
            <a:gdLst>
              <a:gd name="csX0" fmla="*/ 100139 w 112460"/>
              <a:gd name="csY0" fmla="*/ 90449 h 111482"/>
              <a:gd name="csX1" fmla="*/ 12322 w 112460"/>
              <a:gd name="csY1" fmla="*/ 21033 h 111482"/>
              <a:gd name="csX2" fmla="*/ 100139 w 112460"/>
              <a:gd name="csY2" fmla="*/ 90449 h 111482"/>
            </a:gdLst>
            <a:ahLst/>
            <a:cxnLst/>
            <a:rect l="l" t="t" r="r" b="b"/>
            <a:pathLst>
              <a:path w="112460" h="111482">
                <a:moveTo>
                  <a:pt x="100139" y="90449"/>
                </a:moveTo>
                <a:cubicBezTo>
                  <a:pt x="144809" y="33851"/>
                  <a:pt x="56992" y="-35566"/>
                  <a:pt x="12322" y="21033"/>
                </a:cubicBezTo>
                <a:cubicBezTo>
                  <a:pt x="-32348" y="77632"/>
                  <a:pt x="55469" y="147049"/>
                  <a:pt x="100139" y="90449"/>
                </a:cubicBezTo>
                <a:close/>
              </a:path>
            </a:pathLst>
          </a:custGeom>
          <a:solidFill>
            <a:srgbClr val="263238"/>
          </a:solidFill>
          <a:ln w="12677">
            <a:noFill/>
            <a:prstDash val="solid"/>
          </a:ln>
        </p:spPr>
        <p:txBody>
          <a:bodyPr/>
          <a:lstStyle/>
          <a:p>
            <a:endParaRPr/>
          </a:p>
        </p:txBody>
      </p:sp>
      <p:sp>
        <p:nvSpPr>
          <p:cNvPr id="494" name="Freeform: Shape 493">
            <a:extLst>
              <a:ext uri="{FF2B5EF4-FFF2-40B4-BE49-F238E27FC236}">
                <a16:creationId xmlns:a16="http://schemas.microsoft.com/office/drawing/2014/main" id="{2AD2AC0D-A2D1-1794-1A13-A5ED43724D17}"/>
              </a:ext>
            </a:extLst>
          </p:cNvPr>
          <p:cNvSpPr>
            <a:spLocks noGrp="1"/>
          </p:cNvSpPr>
          <p:nvPr/>
        </p:nvSpPr>
        <p:spPr>
          <a:xfrm>
            <a:off x="9524673" y="5028415"/>
            <a:ext cx="76641" cy="150644"/>
          </a:xfrm>
          <a:custGeom>
            <a:avLst/>
            <a:gdLst>
              <a:gd name="csX0" fmla="*/ 77125 w 117937"/>
              <a:gd name="csY0" fmla="*/ 238542 h 239668"/>
              <a:gd name="csX1" fmla="*/ 113800 w 117937"/>
              <a:gd name="csY1" fmla="*/ 148313 h 239668"/>
              <a:gd name="csX2" fmla="*/ 21541 w 117937"/>
              <a:gd name="csY2" fmla="*/ 471 h 239668"/>
              <a:gd name="csX3" fmla="*/ 18876 w 117937"/>
              <a:gd name="csY3" fmla="*/ 851 h 239668"/>
              <a:gd name="csX4" fmla="*/ 7582 w 117937"/>
              <a:gd name="csY4" fmla="*/ 6689 h 239668"/>
              <a:gd name="csX5" fmla="*/ 6567 w 117937"/>
              <a:gd name="csY5" fmla="*/ 175978 h 239668"/>
              <a:gd name="csX6" fmla="*/ 77125 w 117937"/>
              <a:gd name="csY6" fmla="*/ 238542 h 239668"/>
              <a:gd name="csX7" fmla="*/ 19257 w 117937"/>
              <a:gd name="csY7" fmla="*/ 91968 h 239668"/>
              <a:gd name="csX8" fmla="*/ 23064 w 117937"/>
              <a:gd name="csY8" fmla="*/ 10242 h 239668"/>
              <a:gd name="csX9" fmla="*/ 75095 w 117937"/>
              <a:gd name="csY9" fmla="*/ 97806 h 239668"/>
              <a:gd name="csX10" fmla="*/ 94384 w 117937"/>
              <a:gd name="csY10" fmla="*/ 143110 h 239668"/>
              <a:gd name="csX11" fmla="*/ 46414 w 117937"/>
              <a:gd name="csY11" fmla="*/ 211511 h 239668"/>
              <a:gd name="csX12" fmla="*/ 19257 w 117937"/>
              <a:gd name="csY12" fmla="*/ 92095 h 239668"/>
            </a:gdLst>
            <a:ahLst/>
            <a:cxnLst/>
            <a:rect l="l" t="t" r="r" b="b"/>
            <a:pathLst>
              <a:path w="117937" h="239668">
                <a:moveTo>
                  <a:pt x="77125" y="238542"/>
                </a:moveTo>
                <a:cubicBezTo>
                  <a:pt x="118496" y="229912"/>
                  <a:pt x="123318" y="181435"/>
                  <a:pt x="113800" y="148313"/>
                </a:cubicBezTo>
                <a:cubicBezTo>
                  <a:pt x="98445" y="94760"/>
                  <a:pt x="62658" y="37780"/>
                  <a:pt x="21541" y="471"/>
                </a:cubicBezTo>
                <a:cubicBezTo>
                  <a:pt x="20526" y="-418"/>
                  <a:pt x="19511" y="90"/>
                  <a:pt x="18876" y="851"/>
                </a:cubicBezTo>
                <a:cubicBezTo>
                  <a:pt x="14435" y="-925"/>
                  <a:pt x="7962" y="851"/>
                  <a:pt x="7582" y="6689"/>
                </a:cubicBezTo>
                <a:cubicBezTo>
                  <a:pt x="3901" y="62146"/>
                  <a:pt x="-6885" y="121029"/>
                  <a:pt x="6567" y="175978"/>
                </a:cubicBezTo>
                <a:cubicBezTo>
                  <a:pt x="14435" y="208085"/>
                  <a:pt x="38039" y="246791"/>
                  <a:pt x="77125" y="238542"/>
                </a:cubicBezTo>
                <a:close/>
                <a:moveTo>
                  <a:pt x="19257" y="91968"/>
                </a:moveTo>
                <a:cubicBezTo>
                  <a:pt x="20399" y="64684"/>
                  <a:pt x="22937" y="37526"/>
                  <a:pt x="23064" y="10242"/>
                </a:cubicBezTo>
                <a:cubicBezTo>
                  <a:pt x="40957" y="39176"/>
                  <a:pt x="60120" y="67095"/>
                  <a:pt x="75095" y="97806"/>
                </a:cubicBezTo>
                <a:cubicBezTo>
                  <a:pt x="82201" y="112400"/>
                  <a:pt x="89308" y="127628"/>
                  <a:pt x="94384" y="143110"/>
                </a:cubicBezTo>
                <a:cubicBezTo>
                  <a:pt x="102379" y="167222"/>
                  <a:pt x="105171" y="249963"/>
                  <a:pt x="46414" y="211511"/>
                </a:cubicBezTo>
                <a:cubicBezTo>
                  <a:pt x="14054" y="190318"/>
                  <a:pt x="17861" y="124582"/>
                  <a:pt x="19257" y="92095"/>
                </a:cubicBezTo>
                <a:close/>
              </a:path>
            </a:pathLst>
          </a:custGeom>
          <a:solidFill>
            <a:srgbClr val="263238"/>
          </a:solidFill>
          <a:ln w="12677">
            <a:noFill/>
            <a:prstDash val="solid"/>
          </a:ln>
        </p:spPr>
        <p:txBody>
          <a:bodyPr/>
          <a:lstStyle/>
          <a:p>
            <a:endParaRPr/>
          </a:p>
        </p:txBody>
      </p:sp>
      <p:sp>
        <p:nvSpPr>
          <p:cNvPr id="495" name="Freeform: Shape 494">
            <a:extLst>
              <a:ext uri="{FF2B5EF4-FFF2-40B4-BE49-F238E27FC236}">
                <a16:creationId xmlns:a16="http://schemas.microsoft.com/office/drawing/2014/main" id="{29340812-6434-5FF5-002F-2F54554BB6D1}"/>
              </a:ext>
            </a:extLst>
          </p:cNvPr>
          <p:cNvSpPr>
            <a:spLocks noGrp="1"/>
          </p:cNvSpPr>
          <p:nvPr/>
        </p:nvSpPr>
        <p:spPr>
          <a:xfrm>
            <a:off x="9530511" y="4923570"/>
            <a:ext cx="130453" cy="114577"/>
          </a:xfrm>
          <a:custGeom>
            <a:avLst/>
            <a:gdLst>
              <a:gd name="csX0" fmla="*/ 93268 w 200742"/>
              <a:gd name="csY0" fmla="*/ 27552 h 182287"/>
              <a:gd name="csX1" fmla="*/ 882 w 200742"/>
              <a:gd name="csY1" fmla="*/ 169430 h 182287"/>
              <a:gd name="csX2" fmla="*/ 7101 w 200742"/>
              <a:gd name="csY2" fmla="*/ 180471 h 182287"/>
              <a:gd name="csX3" fmla="*/ 9131 w 200742"/>
              <a:gd name="csY3" fmla="*/ 182248 h 182287"/>
              <a:gd name="csX4" fmla="*/ 167634 w 200742"/>
              <a:gd name="csY4" fmla="*/ 109786 h 182287"/>
              <a:gd name="csX5" fmla="*/ 186669 w 200742"/>
              <a:gd name="csY5" fmla="*/ 14227 h 182287"/>
              <a:gd name="csX6" fmla="*/ 93395 w 200742"/>
              <a:gd name="csY6" fmla="*/ 27552 h 182287"/>
              <a:gd name="csX7" fmla="*/ 145933 w 200742"/>
              <a:gd name="csY7" fmla="*/ 19938 h 182287"/>
              <a:gd name="csX8" fmla="*/ 148218 w 200742"/>
              <a:gd name="csY8" fmla="*/ 103441 h 182287"/>
              <a:gd name="csX9" fmla="*/ 107101 w 200742"/>
              <a:gd name="csY9" fmla="*/ 130598 h 182287"/>
              <a:gd name="csX10" fmla="*/ 15477 w 200742"/>
              <a:gd name="csY10" fmla="*/ 175014 h 182287"/>
              <a:gd name="csX11" fmla="*/ 57355 w 200742"/>
              <a:gd name="csY11" fmla="*/ 104710 h 182287"/>
              <a:gd name="csX12" fmla="*/ 145806 w 200742"/>
              <a:gd name="csY12" fmla="*/ 19938 h 182287"/>
            </a:gdLst>
            <a:ahLst/>
            <a:cxnLst/>
            <a:rect l="l" t="t" r="r" b="b"/>
            <a:pathLst>
              <a:path w="200742" h="182287">
                <a:moveTo>
                  <a:pt x="93268" y="27552"/>
                </a:moveTo>
                <a:cubicBezTo>
                  <a:pt x="51771" y="66004"/>
                  <a:pt x="28421" y="121080"/>
                  <a:pt x="882" y="169430"/>
                </a:cubicBezTo>
                <a:cubicBezTo>
                  <a:pt x="-1910" y="174380"/>
                  <a:pt x="2406" y="179456"/>
                  <a:pt x="7101" y="180471"/>
                </a:cubicBezTo>
                <a:cubicBezTo>
                  <a:pt x="7101" y="181486"/>
                  <a:pt x="7735" y="182502"/>
                  <a:pt x="9131" y="182248"/>
                </a:cubicBezTo>
                <a:cubicBezTo>
                  <a:pt x="63953" y="173872"/>
                  <a:pt x="125248" y="146080"/>
                  <a:pt x="167634" y="109786"/>
                </a:cubicBezTo>
                <a:cubicBezTo>
                  <a:pt x="193776" y="87324"/>
                  <a:pt x="216365" y="44303"/>
                  <a:pt x="186669" y="14227"/>
                </a:cubicBezTo>
                <a:cubicBezTo>
                  <a:pt x="158624" y="-14199"/>
                  <a:pt x="117634" y="5090"/>
                  <a:pt x="93395" y="27552"/>
                </a:cubicBezTo>
                <a:close/>
                <a:moveTo>
                  <a:pt x="145933" y="19938"/>
                </a:moveTo>
                <a:cubicBezTo>
                  <a:pt x="216111" y="20192"/>
                  <a:pt x="168142" y="87705"/>
                  <a:pt x="148218" y="103441"/>
                </a:cubicBezTo>
                <a:cubicBezTo>
                  <a:pt x="135400" y="113593"/>
                  <a:pt x="121187" y="122349"/>
                  <a:pt x="107101" y="130598"/>
                </a:cubicBezTo>
                <a:cubicBezTo>
                  <a:pt x="77659" y="147984"/>
                  <a:pt x="46314" y="160801"/>
                  <a:pt x="15477" y="175014"/>
                </a:cubicBezTo>
                <a:cubicBezTo>
                  <a:pt x="30451" y="152044"/>
                  <a:pt x="43268" y="128187"/>
                  <a:pt x="57355" y="104710"/>
                </a:cubicBezTo>
                <a:cubicBezTo>
                  <a:pt x="74106" y="76791"/>
                  <a:pt x="107101" y="19811"/>
                  <a:pt x="145806" y="19938"/>
                </a:cubicBezTo>
                <a:close/>
              </a:path>
            </a:pathLst>
          </a:custGeom>
          <a:solidFill>
            <a:srgbClr val="263238"/>
          </a:solidFill>
          <a:ln w="12677">
            <a:noFill/>
            <a:prstDash val="solid"/>
          </a:ln>
        </p:spPr>
        <p:txBody>
          <a:bodyPr/>
          <a:lstStyle/>
          <a:p>
            <a:endParaRPr/>
          </a:p>
        </p:txBody>
      </p:sp>
      <p:sp>
        <p:nvSpPr>
          <p:cNvPr id="483" name="Freeform: Shape 482">
            <a:extLst>
              <a:ext uri="{FF2B5EF4-FFF2-40B4-BE49-F238E27FC236}">
                <a16:creationId xmlns:a16="http://schemas.microsoft.com/office/drawing/2014/main" id="{DE29A1B2-01FA-0A70-D2EC-A2B8431BEEF9}"/>
              </a:ext>
            </a:extLst>
          </p:cNvPr>
          <p:cNvSpPr>
            <a:spLocks noGrp="1"/>
          </p:cNvSpPr>
          <p:nvPr/>
        </p:nvSpPr>
        <p:spPr>
          <a:xfrm>
            <a:off x="9691156" y="4568497"/>
            <a:ext cx="1096565" cy="520738"/>
          </a:xfrm>
          <a:custGeom>
            <a:avLst/>
            <a:gdLst>
              <a:gd name="csX0" fmla="*/ 370305 w 1687402"/>
              <a:gd name="csY0" fmla="*/ 75705 h 828468"/>
              <a:gd name="csX1" fmla="*/ 1383630 w 1687402"/>
              <a:gd name="csY1" fmla="*/ 17710 h 828468"/>
              <a:gd name="csX2" fmla="*/ 1518909 w 1687402"/>
              <a:gd name="csY2" fmla="*/ 687380 h 828468"/>
              <a:gd name="csX3" fmla="*/ 0 w 1687402"/>
              <a:gd name="csY3" fmla="*/ 810984 h 828468"/>
              <a:gd name="csX4" fmla="*/ 317005 w 1687402"/>
              <a:gd name="csY4" fmla="*/ 248166 h 828468"/>
              <a:gd name="csX5" fmla="*/ 1253554 w 1687402"/>
              <a:gd name="csY5" fmla="*/ 170629 h 828468"/>
              <a:gd name="csX6" fmla="*/ 361549 w 1687402"/>
              <a:gd name="csY6" fmla="*/ 301466 h 828468"/>
              <a:gd name="csX7" fmla="*/ 370178 w 1687402"/>
              <a:gd name="csY7" fmla="*/ 75832 h 828468"/>
            </a:gdLst>
            <a:ahLst/>
            <a:cxnLst/>
            <a:rect l="l" t="t" r="r" b="b"/>
            <a:pathLst>
              <a:path w="1687402" h="828468">
                <a:moveTo>
                  <a:pt x="370305" y="75705"/>
                </a:moveTo>
                <a:cubicBezTo>
                  <a:pt x="370305" y="75705"/>
                  <a:pt x="1131980" y="-44092"/>
                  <a:pt x="1383630" y="17710"/>
                </a:cubicBezTo>
                <a:cubicBezTo>
                  <a:pt x="1734518" y="103750"/>
                  <a:pt x="1783884" y="521898"/>
                  <a:pt x="1518909" y="687380"/>
                </a:cubicBezTo>
                <a:cubicBezTo>
                  <a:pt x="1183122" y="897025"/>
                  <a:pt x="0" y="810984"/>
                  <a:pt x="0" y="810984"/>
                </a:cubicBezTo>
                <a:lnTo>
                  <a:pt x="317005" y="248166"/>
                </a:lnTo>
                <a:cubicBezTo>
                  <a:pt x="317005" y="248166"/>
                  <a:pt x="809518" y="144867"/>
                  <a:pt x="1253554" y="170629"/>
                </a:cubicBezTo>
                <a:lnTo>
                  <a:pt x="361549" y="301466"/>
                </a:lnTo>
                <a:lnTo>
                  <a:pt x="370178" y="75832"/>
                </a:lnTo>
                <a:close/>
              </a:path>
            </a:pathLst>
          </a:custGeom>
          <a:solidFill>
            <a:schemeClr val="tx1">
              <a:lumMod val="95000"/>
              <a:lumOff val="5000"/>
            </a:schemeClr>
          </a:solidFill>
          <a:ln w="12677">
            <a:noFill/>
            <a:prstDash val="solid"/>
          </a:ln>
        </p:spPr>
        <p:txBody>
          <a:bodyPr/>
          <a:lstStyle/>
          <a:p>
            <a:endParaRPr/>
          </a:p>
        </p:txBody>
      </p:sp>
      <p:sp>
        <p:nvSpPr>
          <p:cNvPr id="485" name="Freeform: Shape 484">
            <a:extLst>
              <a:ext uri="{FF2B5EF4-FFF2-40B4-BE49-F238E27FC236}">
                <a16:creationId xmlns:a16="http://schemas.microsoft.com/office/drawing/2014/main" id="{6F0D79FB-08D0-B404-FA98-1499CD5E9CE7}"/>
              </a:ext>
            </a:extLst>
          </p:cNvPr>
          <p:cNvSpPr>
            <a:spLocks noGrp="1"/>
          </p:cNvSpPr>
          <p:nvPr/>
        </p:nvSpPr>
        <p:spPr>
          <a:xfrm>
            <a:off x="9882704" y="4654276"/>
            <a:ext cx="767770" cy="94852"/>
          </a:xfrm>
          <a:custGeom>
            <a:avLst/>
            <a:gdLst>
              <a:gd name="csX0" fmla="*/ 296 w 1181450"/>
              <a:gd name="csY0" fmla="*/ 149513 h 150906"/>
              <a:gd name="csX1" fmla="*/ 1057 w 1181450"/>
              <a:gd name="csY1" fmla="*/ 146468 h 150906"/>
              <a:gd name="csX2" fmla="*/ 1692 w 1181450"/>
              <a:gd name="csY2" fmla="*/ 144056 h 150906"/>
              <a:gd name="csX3" fmla="*/ 3214 w 1181450"/>
              <a:gd name="csY3" fmla="*/ 138346 h 150906"/>
              <a:gd name="csX4" fmla="*/ 7148 w 1181450"/>
              <a:gd name="csY4" fmla="*/ 126797 h 150906"/>
              <a:gd name="csX5" fmla="*/ 11844 w 1181450"/>
              <a:gd name="csY5" fmla="*/ 115630 h 150906"/>
              <a:gd name="csX6" fmla="*/ 18062 w 1181450"/>
              <a:gd name="csY6" fmla="*/ 105224 h 150906"/>
              <a:gd name="csX7" fmla="*/ 18950 w 1181450"/>
              <a:gd name="csY7" fmla="*/ 104589 h 150906"/>
              <a:gd name="csX8" fmla="*/ 19458 w 1181450"/>
              <a:gd name="csY8" fmla="*/ 104208 h 150906"/>
              <a:gd name="csX9" fmla="*/ 20220 w 1181450"/>
              <a:gd name="csY9" fmla="*/ 103828 h 150906"/>
              <a:gd name="csX10" fmla="*/ 20981 w 1181450"/>
              <a:gd name="csY10" fmla="*/ 103447 h 150906"/>
              <a:gd name="csX11" fmla="*/ 497123 w 1181450"/>
              <a:gd name="csY11" fmla="*/ 37838 h 150906"/>
              <a:gd name="csX12" fmla="*/ 662478 w 1181450"/>
              <a:gd name="csY12" fmla="*/ 23625 h 150906"/>
              <a:gd name="csX13" fmla="*/ 993316 w 1181450"/>
              <a:gd name="csY13" fmla="*/ 17406 h 150906"/>
              <a:gd name="csX14" fmla="*/ 1024281 w 1181450"/>
              <a:gd name="csY14" fmla="*/ 19056 h 150906"/>
              <a:gd name="csX15" fmla="*/ 1031133 w 1181450"/>
              <a:gd name="csY15" fmla="*/ 17406 h 150906"/>
              <a:gd name="csX16" fmla="*/ 1047123 w 1181450"/>
              <a:gd name="csY16" fmla="*/ 13726 h 150906"/>
              <a:gd name="csX17" fmla="*/ 1077199 w 1181450"/>
              <a:gd name="csY17" fmla="*/ 8904 h 150906"/>
              <a:gd name="csX18" fmla="*/ 1139890 w 1181450"/>
              <a:gd name="csY18" fmla="*/ 21 h 150906"/>
              <a:gd name="csX19" fmla="*/ 1140271 w 1181450"/>
              <a:gd name="csY19" fmla="*/ 2178 h 150906"/>
              <a:gd name="csX20" fmla="*/ 1077707 w 1181450"/>
              <a:gd name="csY20" fmla="*/ 17660 h 150906"/>
              <a:gd name="csX21" fmla="*/ 1059560 w 1181450"/>
              <a:gd name="csY21" fmla="*/ 21467 h 150906"/>
              <a:gd name="csX22" fmla="*/ 1180499 w 1181450"/>
              <a:gd name="csY22" fmla="*/ 33777 h 150906"/>
              <a:gd name="csX23" fmla="*/ 1180499 w 1181450"/>
              <a:gd name="csY23" fmla="*/ 35934 h 150906"/>
              <a:gd name="csX24" fmla="*/ 1015397 w 1181450"/>
              <a:gd name="csY24" fmla="*/ 29462 h 150906"/>
              <a:gd name="csX25" fmla="*/ 851565 w 1181450"/>
              <a:gd name="csY25" fmla="*/ 31747 h 150906"/>
              <a:gd name="csX26" fmla="*/ 520600 w 1181450"/>
              <a:gd name="csY26" fmla="*/ 55350 h 150906"/>
              <a:gd name="csX27" fmla="*/ 22123 w 1181450"/>
              <a:gd name="csY27" fmla="*/ 114868 h 150906"/>
              <a:gd name="csX28" fmla="*/ 21362 w 1181450"/>
              <a:gd name="csY28" fmla="*/ 114742 h 150906"/>
              <a:gd name="csX29" fmla="*/ 19585 w 1181450"/>
              <a:gd name="csY29" fmla="*/ 119310 h 150906"/>
              <a:gd name="csX30" fmla="*/ 14128 w 1181450"/>
              <a:gd name="csY30" fmla="*/ 130224 h 150906"/>
              <a:gd name="csX31" fmla="*/ 8418 w 1181450"/>
              <a:gd name="csY31" fmla="*/ 140376 h 150906"/>
              <a:gd name="csX32" fmla="*/ 5245 w 1181450"/>
              <a:gd name="csY32" fmla="*/ 145198 h 150906"/>
              <a:gd name="csX33" fmla="*/ 3595 w 1181450"/>
              <a:gd name="csY33" fmla="*/ 147610 h 150906"/>
              <a:gd name="csX34" fmla="*/ 1945 w 1181450"/>
              <a:gd name="csY34" fmla="*/ 150147 h 150906"/>
              <a:gd name="csX35" fmla="*/ 169 w 1181450"/>
              <a:gd name="csY35" fmla="*/ 149259 h 150906"/>
            </a:gdLst>
            <a:ahLst/>
            <a:cxnLst/>
            <a:rect l="l" t="t" r="r" b="b"/>
            <a:pathLst>
              <a:path w="1181450" h="150906">
                <a:moveTo>
                  <a:pt x="296" y="149513"/>
                </a:moveTo>
                <a:cubicBezTo>
                  <a:pt x="676" y="148752"/>
                  <a:pt x="803" y="147356"/>
                  <a:pt x="1057" y="146468"/>
                </a:cubicBezTo>
                <a:cubicBezTo>
                  <a:pt x="1311" y="145706"/>
                  <a:pt x="1438" y="144818"/>
                  <a:pt x="1692" y="144056"/>
                </a:cubicBezTo>
                <a:cubicBezTo>
                  <a:pt x="2199" y="142153"/>
                  <a:pt x="2707" y="140249"/>
                  <a:pt x="3214" y="138346"/>
                </a:cubicBezTo>
                <a:cubicBezTo>
                  <a:pt x="4357" y="134412"/>
                  <a:pt x="5753" y="130605"/>
                  <a:pt x="7148" y="126797"/>
                </a:cubicBezTo>
                <a:cubicBezTo>
                  <a:pt x="8545" y="122990"/>
                  <a:pt x="10194" y="119310"/>
                  <a:pt x="11844" y="115630"/>
                </a:cubicBezTo>
                <a:cubicBezTo>
                  <a:pt x="13621" y="111823"/>
                  <a:pt x="15905" y="108777"/>
                  <a:pt x="18062" y="105224"/>
                </a:cubicBezTo>
                <a:cubicBezTo>
                  <a:pt x="18316" y="104843"/>
                  <a:pt x="18697" y="104843"/>
                  <a:pt x="18950" y="104589"/>
                </a:cubicBezTo>
                <a:cubicBezTo>
                  <a:pt x="19077" y="104462"/>
                  <a:pt x="19331" y="104335"/>
                  <a:pt x="19458" y="104208"/>
                </a:cubicBezTo>
                <a:cubicBezTo>
                  <a:pt x="19712" y="104082"/>
                  <a:pt x="19966" y="103955"/>
                  <a:pt x="20220" y="103828"/>
                </a:cubicBezTo>
                <a:cubicBezTo>
                  <a:pt x="20473" y="103828"/>
                  <a:pt x="20727" y="103574"/>
                  <a:pt x="20981" y="103447"/>
                </a:cubicBezTo>
                <a:cubicBezTo>
                  <a:pt x="75169" y="93549"/>
                  <a:pt x="442555" y="43549"/>
                  <a:pt x="497123" y="37838"/>
                </a:cubicBezTo>
                <a:cubicBezTo>
                  <a:pt x="552199" y="32127"/>
                  <a:pt x="607403" y="27559"/>
                  <a:pt x="662478" y="23625"/>
                </a:cubicBezTo>
                <a:cubicBezTo>
                  <a:pt x="772504" y="15757"/>
                  <a:pt x="883037" y="13092"/>
                  <a:pt x="993316" y="17406"/>
                </a:cubicBezTo>
                <a:cubicBezTo>
                  <a:pt x="1003595" y="17787"/>
                  <a:pt x="1014001" y="18549"/>
                  <a:pt x="1024281" y="19056"/>
                </a:cubicBezTo>
                <a:cubicBezTo>
                  <a:pt x="1026438" y="18295"/>
                  <a:pt x="1028849" y="17914"/>
                  <a:pt x="1031133" y="17406"/>
                </a:cubicBezTo>
                <a:cubicBezTo>
                  <a:pt x="1036464" y="16137"/>
                  <a:pt x="1041793" y="14742"/>
                  <a:pt x="1047123" y="13726"/>
                </a:cubicBezTo>
                <a:cubicBezTo>
                  <a:pt x="1057149" y="11823"/>
                  <a:pt x="1067174" y="10427"/>
                  <a:pt x="1077199" y="8904"/>
                </a:cubicBezTo>
                <a:cubicBezTo>
                  <a:pt x="1098139" y="5858"/>
                  <a:pt x="1119078" y="3828"/>
                  <a:pt x="1139890" y="21"/>
                </a:cubicBezTo>
                <a:cubicBezTo>
                  <a:pt x="1141159" y="-233"/>
                  <a:pt x="1141666" y="1924"/>
                  <a:pt x="1140271" y="2178"/>
                </a:cubicBezTo>
                <a:cubicBezTo>
                  <a:pt x="1119331" y="6874"/>
                  <a:pt x="1098646" y="13092"/>
                  <a:pt x="1077707" y="17660"/>
                </a:cubicBezTo>
                <a:cubicBezTo>
                  <a:pt x="1071615" y="18929"/>
                  <a:pt x="1065651" y="20325"/>
                  <a:pt x="1059560" y="21467"/>
                </a:cubicBezTo>
                <a:cubicBezTo>
                  <a:pt x="1099915" y="24640"/>
                  <a:pt x="1140271" y="28955"/>
                  <a:pt x="1180499" y="33777"/>
                </a:cubicBezTo>
                <a:cubicBezTo>
                  <a:pt x="1181768" y="33904"/>
                  <a:pt x="1181768" y="36061"/>
                  <a:pt x="1180499" y="35934"/>
                </a:cubicBezTo>
                <a:cubicBezTo>
                  <a:pt x="1125676" y="31239"/>
                  <a:pt x="1070347" y="29589"/>
                  <a:pt x="1015397" y="29462"/>
                </a:cubicBezTo>
                <a:cubicBezTo>
                  <a:pt x="960829" y="29335"/>
                  <a:pt x="906133" y="29462"/>
                  <a:pt x="851565" y="31747"/>
                </a:cubicBezTo>
                <a:cubicBezTo>
                  <a:pt x="741159" y="36442"/>
                  <a:pt x="630752" y="44945"/>
                  <a:pt x="520600" y="55350"/>
                </a:cubicBezTo>
                <a:cubicBezTo>
                  <a:pt x="458798" y="61188"/>
                  <a:pt x="84179" y="113346"/>
                  <a:pt x="22123" y="114868"/>
                </a:cubicBezTo>
                <a:cubicBezTo>
                  <a:pt x="21869" y="114868"/>
                  <a:pt x="21616" y="114868"/>
                  <a:pt x="21362" y="114742"/>
                </a:cubicBezTo>
                <a:cubicBezTo>
                  <a:pt x="20854" y="116264"/>
                  <a:pt x="20347" y="117787"/>
                  <a:pt x="19585" y="119310"/>
                </a:cubicBezTo>
                <a:cubicBezTo>
                  <a:pt x="17808" y="122990"/>
                  <a:pt x="16032" y="126544"/>
                  <a:pt x="14128" y="130224"/>
                </a:cubicBezTo>
                <a:cubicBezTo>
                  <a:pt x="12225" y="133650"/>
                  <a:pt x="10448" y="137076"/>
                  <a:pt x="8418" y="140376"/>
                </a:cubicBezTo>
                <a:cubicBezTo>
                  <a:pt x="7402" y="142026"/>
                  <a:pt x="6387" y="143676"/>
                  <a:pt x="5245" y="145198"/>
                </a:cubicBezTo>
                <a:cubicBezTo>
                  <a:pt x="4737" y="145960"/>
                  <a:pt x="4230" y="146848"/>
                  <a:pt x="3595" y="147610"/>
                </a:cubicBezTo>
                <a:cubicBezTo>
                  <a:pt x="3087" y="148244"/>
                  <a:pt x="2199" y="149386"/>
                  <a:pt x="1945" y="150147"/>
                </a:cubicBezTo>
                <a:cubicBezTo>
                  <a:pt x="1438" y="151671"/>
                  <a:pt x="-592" y="150655"/>
                  <a:pt x="169" y="149259"/>
                </a:cubicBezTo>
                <a:close/>
              </a:path>
            </a:pathLst>
          </a:custGeom>
          <a:solidFill>
            <a:srgbClr val="263238"/>
          </a:solidFill>
          <a:ln w="12677">
            <a:noFill/>
            <a:prstDash val="solid"/>
          </a:ln>
        </p:spPr>
        <p:txBody>
          <a:bodyPr/>
          <a:lstStyle/>
          <a:p>
            <a:endParaRPr/>
          </a:p>
        </p:txBody>
      </p:sp>
      <p:sp>
        <p:nvSpPr>
          <p:cNvPr id="486" name="Freeform: Shape 485">
            <a:extLst>
              <a:ext uri="{FF2B5EF4-FFF2-40B4-BE49-F238E27FC236}">
                <a16:creationId xmlns:a16="http://schemas.microsoft.com/office/drawing/2014/main" id="{C139FF9B-C0A5-CCEC-171C-54456F19286A}"/>
              </a:ext>
            </a:extLst>
          </p:cNvPr>
          <p:cNvSpPr>
            <a:spLocks noGrp="1"/>
          </p:cNvSpPr>
          <p:nvPr/>
        </p:nvSpPr>
        <p:spPr>
          <a:xfrm>
            <a:off x="9800577" y="4734381"/>
            <a:ext cx="179919" cy="320710"/>
          </a:xfrm>
          <a:custGeom>
            <a:avLst/>
            <a:gdLst>
              <a:gd name="csX0" fmla="*/ 152 w 276861"/>
              <a:gd name="csY0" fmla="*/ 508620 h 510234"/>
              <a:gd name="csX1" fmla="*/ 52309 w 276861"/>
              <a:gd name="csY1" fmla="*/ 408112 h 510234"/>
              <a:gd name="csX2" fmla="*/ 104213 w 276861"/>
              <a:gd name="csY2" fmla="*/ 307478 h 510234"/>
              <a:gd name="csX3" fmla="*/ 274898 w 276861"/>
              <a:gd name="csY3" fmla="*/ 371 h 510234"/>
              <a:gd name="csX4" fmla="*/ 276802 w 276861"/>
              <a:gd name="csY4" fmla="*/ 1767 h 510234"/>
              <a:gd name="csX5" fmla="*/ 175532 w 276861"/>
              <a:gd name="csY5" fmla="*/ 201259 h 510234"/>
              <a:gd name="csX6" fmla="*/ 65634 w 276861"/>
              <a:gd name="csY6" fmla="*/ 398087 h 510234"/>
              <a:gd name="csX7" fmla="*/ 33527 w 276861"/>
              <a:gd name="csY7" fmla="*/ 453797 h 510234"/>
              <a:gd name="csX8" fmla="*/ 1675 w 276861"/>
              <a:gd name="csY8" fmla="*/ 509762 h 510234"/>
              <a:gd name="csX9" fmla="*/ 152 w 276861"/>
              <a:gd name="csY9" fmla="*/ 508620 h 510234"/>
            </a:gdLst>
            <a:ahLst/>
            <a:cxnLst/>
            <a:rect l="l" t="t" r="r" b="b"/>
            <a:pathLst>
              <a:path w="276861" h="510234">
                <a:moveTo>
                  <a:pt x="152" y="508620"/>
                </a:moveTo>
                <a:cubicBezTo>
                  <a:pt x="18933" y="476260"/>
                  <a:pt x="35050" y="441615"/>
                  <a:pt x="52309" y="408112"/>
                </a:cubicBezTo>
                <a:cubicBezTo>
                  <a:pt x="69568" y="374610"/>
                  <a:pt x="86954" y="340980"/>
                  <a:pt x="104213" y="307478"/>
                </a:cubicBezTo>
                <a:cubicBezTo>
                  <a:pt x="138857" y="240600"/>
                  <a:pt x="262715" y="15980"/>
                  <a:pt x="274898" y="371"/>
                </a:cubicBezTo>
                <a:cubicBezTo>
                  <a:pt x="275659" y="-644"/>
                  <a:pt x="277182" y="625"/>
                  <a:pt x="276802" y="1767"/>
                </a:cubicBezTo>
                <a:cubicBezTo>
                  <a:pt x="270837" y="19280"/>
                  <a:pt x="193299" y="168011"/>
                  <a:pt x="175532" y="201259"/>
                </a:cubicBezTo>
                <a:cubicBezTo>
                  <a:pt x="139872" y="267630"/>
                  <a:pt x="102563" y="332605"/>
                  <a:pt x="65634" y="398087"/>
                </a:cubicBezTo>
                <a:cubicBezTo>
                  <a:pt x="55101" y="416742"/>
                  <a:pt x="44187" y="435270"/>
                  <a:pt x="33527" y="453797"/>
                </a:cubicBezTo>
                <a:cubicBezTo>
                  <a:pt x="22867" y="472326"/>
                  <a:pt x="11573" y="490600"/>
                  <a:pt x="1675" y="509762"/>
                </a:cubicBezTo>
                <a:cubicBezTo>
                  <a:pt x="1040" y="510904"/>
                  <a:pt x="-483" y="509762"/>
                  <a:pt x="152" y="508620"/>
                </a:cubicBezTo>
                <a:close/>
              </a:path>
            </a:pathLst>
          </a:custGeom>
          <a:solidFill>
            <a:srgbClr val="263238"/>
          </a:solidFill>
          <a:ln w="12677">
            <a:noFill/>
            <a:prstDash val="solid"/>
          </a:ln>
        </p:spPr>
        <p:txBody>
          <a:bodyPr/>
          <a:lstStyle/>
          <a:p>
            <a:endParaRPr/>
          </a:p>
        </p:txBody>
      </p:sp>
      <p:sp>
        <p:nvSpPr>
          <p:cNvPr id="487" name="Freeform: Shape 486">
            <a:extLst>
              <a:ext uri="{FF2B5EF4-FFF2-40B4-BE49-F238E27FC236}">
                <a16:creationId xmlns:a16="http://schemas.microsoft.com/office/drawing/2014/main" id="{F8449884-75A2-2150-9AB8-0FE3859C902E}"/>
              </a:ext>
            </a:extLst>
          </p:cNvPr>
          <p:cNvSpPr>
            <a:spLocks noGrp="1"/>
          </p:cNvSpPr>
          <p:nvPr/>
        </p:nvSpPr>
        <p:spPr>
          <a:xfrm>
            <a:off x="9992702" y="4686675"/>
            <a:ext cx="665432" cy="87506"/>
          </a:xfrm>
          <a:custGeom>
            <a:avLst/>
            <a:gdLst>
              <a:gd name="csX0" fmla="*/ 700 w 1023972"/>
              <a:gd name="csY0" fmla="*/ 136802 h 139218"/>
              <a:gd name="csX1" fmla="*/ 99812 w 1023972"/>
              <a:gd name="csY1" fmla="*/ 117894 h 139218"/>
              <a:gd name="csX2" fmla="*/ 199050 w 1023972"/>
              <a:gd name="csY2" fmla="*/ 99492 h 139218"/>
              <a:gd name="csX3" fmla="*/ 397908 w 1023972"/>
              <a:gd name="csY3" fmla="*/ 64975 h 139218"/>
              <a:gd name="csX4" fmla="*/ 796640 w 1023972"/>
              <a:gd name="csY4" fmla="*/ 14467 h 139218"/>
              <a:gd name="csX5" fmla="*/ 1022782 w 1023972"/>
              <a:gd name="csY5" fmla="*/ 0 h 139218"/>
              <a:gd name="csX6" fmla="*/ 1022782 w 1023972"/>
              <a:gd name="csY6" fmla="*/ 2792 h 139218"/>
              <a:gd name="csX7" fmla="*/ 621005 w 1023972"/>
              <a:gd name="csY7" fmla="*/ 42005 h 139218"/>
              <a:gd name="csX8" fmla="*/ 225954 w 1023972"/>
              <a:gd name="csY8" fmla="*/ 101777 h 139218"/>
              <a:gd name="csX9" fmla="*/ 114660 w 1023972"/>
              <a:gd name="csY9" fmla="*/ 120305 h 139218"/>
              <a:gd name="csX10" fmla="*/ 1335 w 1023972"/>
              <a:gd name="csY10" fmla="*/ 139213 h 139218"/>
              <a:gd name="csX11" fmla="*/ 827 w 1023972"/>
              <a:gd name="csY11" fmla="*/ 136802 h 139218"/>
            </a:gdLst>
            <a:ahLst/>
            <a:cxnLst/>
            <a:rect l="l" t="t" r="r" b="b"/>
            <a:pathLst>
              <a:path w="1023972" h="139218">
                <a:moveTo>
                  <a:pt x="700" y="136802"/>
                </a:moveTo>
                <a:cubicBezTo>
                  <a:pt x="33441" y="128934"/>
                  <a:pt x="66817" y="123985"/>
                  <a:pt x="99812" y="117894"/>
                </a:cubicBezTo>
                <a:cubicBezTo>
                  <a:pt x="132934" y="111675"/>
                  <a:pt x="165929" y="105584"/>
                  <a:pt x="199050" y="99492"/>
                </a:cubicBezTo>
                <a:cubicBezTo>
                  <a:pt x="265294" y="87437"/>
                  <a:pt x="331538" y="75888"/>
                  <a:pt x="397908" y="64975"/>
                </a:cubicBezTo>
                <a:cubicBezTo>
                  <a:pt x="530269" y="43274"/>
                  <a:pt x="663137" y="25761"/>
                  <a:pt x="796640" y="14467"/>
                </a:cubicBezTo>
                <a:cubicBezTo>
                  <a:pt x="872020" y="8122"/>
                  <a:pt x="947401" y="4442"/>
                  <a:pt x="1022782" y="0"/>
                </a:cubicBezTo>
                <a:cubicBezTo>
                  <a:pt x="1024432" y="0"/>
                  <a:pt x="1024305" y="2665"/>
                  <a:pt x="1022782" y="2792"/>
                </a:cubicBezTo>
                <a:cubicBezTo>
                  <a:pt x="888518" y="6599"/>
                  <a:pt x="754253" y="23858"/>
                  <a:pt x="621005" y="42005"/>
                </a:cubicBezTo>
                <a:cubicBezTo>
                  <a:pt x="489025" y="60026"/>
                  <a:pt x="357426" y="80203"/>
                  <a:pt x="225954" y="101777"/>
                </a:cubicBezTo>
                <a:cubicBezTo>
                  <a:pt x="188771" y="107868"/>
                  <a:pt x="151716" y="114086"/>
                  <a:pt x="114660" y="120305"/>
                </a:cubicBezTo>
                <a:cubicBezTo>
                  <a:pt x="76969" y="126650"/>
                  <a:pt x="39279" y="134772"/>
                  <a:pt x="1335" y="139213"/>
                </a:cubicBezTo>
                <a:cubicBezTo>
                  <a:pt x="-61" y="139340"/>
                  <a:pt x="-569" y="137183"/>
                  <a:pt x="827" y="136802"/>
                </a:cubicBezTo>
                <a:close/>
              </a:path>
            </a:pathLst>
          </a:custGeom>
          <a:solidFill>
            <a:srgbClr val="263238"/>
          </a:solidFill>
          <a:ln w="12677">
            <a:noFill/>
            <a:prstDash val="solid"/>
          </a:ln>
        </p:spPr>
        <p:txBody>
          <a:bodyPr/>
          <a:lstStyle/>
          <a:p>
            <a:endParaRPr/>
          </a:p>
        </p:txBody>
      </p:sp>
      <p:sp>
        <p:nvSpPr>
          <p:cNvPr id="476" name="Freeform: Shape 475">
            <a:extLst>
              <a:ext uri="{FF2B5EF4-FFF2-40B4-BE49-F238E27FC236}">
                <a16:creationId xmlns:a16="http://schemas.microsoft.com/office/drawing/2014/main" id="{69F2A944-9968-87EA-E411-BC6ED547D505}"/>
              </a:ext>
            </a:extLst>
          </p:cNvPr>
          <p:cNvSpPr>
            <a:spLocks noGrp="1"/>
          </p:cNvSpPr>
          <p:nvPr/>
        </p:nvSpPr>
        <p:spPr>
          <a:xfrm>
            <a:off x="9878936" y="3733311"/>
            <a:ext cx="417665" cy="484370"/>
          </a:xfrm>
          <a:custGeom>
            <a:avLst/>
            <a:gdLst>
              <a:gd name="csX0" fmla="*/ 461045 w 642706"/>
              <a:gd name="csY0" fmla="*/ 66626 h 770609"/>
              <a:gd name="csX1" fmla="*/ 374624 w 642706"/>
              <a:gd name="csY1" fmla="*/ 2 h 770609"/>
              <a:gd name="csX2" fmla="*/ 281095 w 642706"/>
              <a:gd name="csY2" fmla="*/ 40738 h 770609"/>
              <a:gd name="csX3" fmla="*/ 147339 w 642706"/>
              <a:gd name="csY3" fmla="*/ 59392 h 770609"/>
              <a:gd name="csX4" fmla="*/ 101527 w 642706"/>
              <a:gd name="csY4" fmla="*/ 187565 h 770609"/>
              <a:gd name="csX5" fmla="*/ 18024 w 642706"/>
              <a:gd name="csY5" fmla="*/ 260281 h 770609"/>
              <a:gd name="csX6" fmla="*/ 27796 w 642706"/>
              <a:gd name="csY6" fmla="*/ 396702 h 770609"/>
              <a:gd name="csX7" fmla="*/ 6857 w 642706"/>
              <a:gd name="csY7" fmla="*/ 558758 h 770609"/>
              <a:gd name="csX8" fmla="*/ 115232 w 642706"/>
              <a:gd name="csY8" fmla="*/ 659265 h 770609"/>
              <a:gd name="csX9" fmla="*/ 221578 w 642706"/>
              <a:gd name="csY9" fmla="*/ 768910 h 770609"/>
              <a:gd name="csX10" fmla="*/ 362568 w 642706"/>
              <a:gd name="csY10" fmla="*/ 713454 h 770609"/>
              <a:gd name="csX11" fmla="*/ 515613 w 642706"/>
              <a:gd name="csY11" fmla="*/ 705586 h 770609"/>
              <a:gd name="csX12" fmla="*/ 567898 w 642706"/>
              <a:gd name="csY12" fmla="*/ 595052 h 770609"/>
              <a:gd name="csX13" fmla="*/ 637568 w 642706"/>
              <a:gd name="csY13" fmla="*/ 525129 h 770609"/>
              <a:gd name="csX14" fmla="*/ 619928 w 642706"/>
              <a:gd name="csY14" fmla="*/ 413326 h 770609"/>
              <a:gd name="csX15" fmla="*/ 634014 w 642706"/>
              <a:gd name="csY15" fmla="*/ 319037 h 770609"/>
              <a:gd name="csX16" fmla="*/ 575893 w 642706"/>
              <a:gd name="csY16" fmla="*/ 221702 h 770609"/>
              <a:gd name="csX17" fmla="*/ 547974 w 642706"/>
              <a:gd name="csY17" fmla="*/ 84392 h 770609"/>
              <a:gd name="csX18" fmla="*/ 461045 w 642706"/>
              <a:gd name="csY18" fmla="*/ 66753 h 770609"/>
            </a:gdLst>
            <a:ahLst/>
            <a:cxnLst/>
            <a:rect l="l" t="t" r="r" b="b"/>
            <a:pathLst>
              <a:path w="642706" h="770609">
                <a:moveTo>
                  <a:pt x="461045" y="66626"/>
                </a:moveTo>
                <a:cubicBezTo>
                  <a:pt x="461045" y="66626"/>
                  <a:pt x="426781" y="-379"/>
                  <a:pt x="374624" y="2"/>
                </a:cubicBezTo>
                <a:cubicBezTo>
                  <a:pt x="322593" y="382"/>
                  <a:pt x="313075" y="37692"/>
                  <a:pt x="281095" y="40738"/>
                </a:cubicBezTo>
                <a:cubicBezTo>
                  <a:pt x="249243" y="43656"/>
                  <a:pt x="183253" y="26524"/>
                  <a:pt x="147339" y="59392"/>
                </a:cubicBezTo>
                <a:cubicBezTo>
                  <a:pt x="111425" y="92260"/>
                  <a:pt x="118405" y="167007"/>
                  <a:pt x="101527" y="187565"/>
                </a:cubicBezTo>
                <a:cubicBezTo>
                  <a:pt x="84649" y="208123"/>
                  <a:pt x="33633" y="206601"/>
                  <a:pt x="18024" y="260281"/>
                </a:cubicBezTo>
                <a:cubicBezTo>
                  <a:pt x="4" y="322717"/>
                  <a:pt x="31730" y="363961"/>
                  <a:pt x="27796" y="396702"/>
                </a:cubicBezTo>
                <a:cubicBezTo>
                  <a:pt x="21324" y="451144"/>
                  <a:pt x="-14844" y="492387"/>
                  <a:pt x="6857" y="558758"/>
                </a:cubicBezTo>
                <a:cubicBezTo>
                  <a:pt x="30207" y="630205"/>
                  <a:pt x="82618" y="633631"/>
                  <a:pt x="115232" y="659265"/>
                </a:cubicBezTo>
                <a:cubicBezTo>
                  <a:pt x="146578" y="683758"/>
                  <a:pt x="148227" y="757108"/>
                  <a:pt x="221578" y="768910"/>
                </a:cubicBezTo>
                <a:cubicBezTo>
                  <a:pt x="295055" y="780585"/>
                  <a:pt x="318024" y="728809"/>
                  <a:pt x="362568" y="713454"/>
                </a:cubicBezTo>
                <a:cubicBezTo>
                  <a:pt x="407111" y="698225"/>
                  <a:pt x="466882" y="737184"/>
                  <a:pt x="515613" y="705586"/>
                </a:cubicBezTo>
                <a:cubicBezTo>
                  <a:pt x="564344" y="673986"/>
                  <a:pt x="553303" y="620941"/>
                  <a:pt x="567898" y="595052"/>
                </a:cubicBezTo>
                <a:cubicBezTo>
                  <a:pt x="582618" y="569164"/>
                  <a:pt x="619801" y="571575"/>
                  <a:pt x="637568" y="525129"/>
                </a:cubicBezTo>
                <a:cubicBezTo>
                  <a:pt x="655334" y="478809"/>
                  <a:pt x="621451" y="432362"/>
                  <a:pt x="619928" y="413326"/>
                </a:cubicBezTo>
                <a:cubicBezTo>
                  <a:pt x="617263" y="380839"/>
                  <a:pt x="637568" y="365230"/>
                  <a:pt x="634014" y="319037"/>
                </a:cubicBezTo>
                <a:cubicBezTo>
                  <a:pt x="630461" y="272844"/>
                  <a:pt x="584522" y="236423"/>
                  <a:pt x="575893" y="221702"/>
                </a:cubicBezTo>
                <a:cubicBezTo>
                  <a:pt x="555334" y="186169"/>
                  <a:pt x="582872" y="118402"/>
                  <a:pt x="547974" y="84392"/>
                </a:cubicBezTo>
                <a:cubicBezTo>
                  <a:pt x="503557" y="41372"/>
                  <a:pt x="461045" y="66753"/>
                  <a:pt x="461045" y="66753"/>
                </a:cubicBezTo>
                <a:close/>
              </a:path>
            </a:pathLst>
          </a:custGeom>
          <a:solidFill>
            <a:srgbClr val="263238"/>
          </a:solidFill>
          <a:ln w="12677">
            <a:noFill/>
            <a:prstDash val="solid"/>
          </a:ln>
        </p:spPr>
        <p:txBody>
          <a:bodyPr/>
          <a:lstStyle/>
          <a:p>
            <a:endParaRPr/>
          </a:p>
        </p:txBody>
      </p:sp>
      <p:sp>
        <p:nvSpPr>
          <p:cNvPr id="477" name="Freeform: Shape 476">
            <a:extLst>
              <a:ext uri="{FF2B5EF4-FFF2-40B4-BE49-F238E27FC236}">
                <a16:creationId xmlns:a16="http://schemas.microsoft.com/office/drawing/2014/main" id="{4F9B5B96-D0B5-5FBD-4C54-6FF36884ECF6}"/>
              </a:ext>
            </a:extLst>
          </p:cNvPr>
          <p:cNvSpPr>
            <a:spLocks noGrp="1"/>
          </p:cNvSpPr>
          <p:nvPr/>
        </p:nvSpPr>
        <p:spPr>
          <a:xfrm>
            <a:off x="9873405" y="3793934"/>
            <a:ext cx="87011" cy="290586"/>
          </a:xfrm>
          <a:custGeom>
            <a:avLst/>
            <a:gdLst>
              <a:gd name="csX0" fmla="*/ 133894 w 133894"/>
              <a:gd name="csY0" fmla="*/ 0 h 462309"/>
              <a:gd name="csX1" fmla="*/ 94808 w 133894"/>
              <a:gd name="csY1" fmla="*/ 88959 h 462309"/>
              <a:gd name="csX2" fmla="*/ 13463 w 133894"/>
              <a:gd name="csY2" fmla="*/ 208248 h 462309"/>
              <a:gd name="csX3" fmla="*/ 30214 w 133894"/>
              <a:gd name="csY3" fmla="*/ 270051 h 462309"/>
              <a:gd name="csX4" fmla="*/ 34021 w 133894"/>
              <a:gd name="csY4" fmla="*/ 304822 h 462309"/>
              <a:gd name="csX5" fmla="*/ 23107 w 133894"/>
              <a:gd name="csY5" fmla="*/ 336548 h 462309"/>
              <a:gd name="csX6" fmla="*/ 7244 w 133894"/>
              <a:gd name="csY6" fmla="*/ 398858 h 462309"/>
              <a:gd name="csX7" fmla="*/ 15493 w 133894"/>
              <a:gd name="csY7" fmla="*/ 462310 h 462309"/>
              <a:gd name="csX8" fmla="*/ 1280 w 133894"/>
              <a:gd name="csY8" fmla="*/ 398477 h 462309"/>
              <a:gd name="csX9" fmla="*/ 23234 w 133894"/>
              <a:gd name="csY9" fmla="*/ 303045 h 462309"/>
              <a:gd name="csX10" fmla="*/ 1026 w 133894"/>
              <a:gd name="csY10" fmla="*/ 209645 h 462309"/>
              <a:gd name="csX11" fmla="*/ 61306 w 133894"/>
              <a:gd name="csY11" fmla="*/ 95685 h 462309"/>
              <a:gd name="csX12" fmla="*/ 91128 w 133894"/>
              <a:gd name="csY12" fmla="*/ 81980 h 462309"/>
              <a:gd name="csX13" fmla="*/ 133894 w 133894"/>
              <a:gd name="csY13" fmla="*/ 127 h 462309"/>
              <a:gd name="csX14" fmla="*/ 133894 w 133894"/>
              <a:gd name="csY14" fmla="*/ 127 h 462309"/>
            </a:gdLst>
            <a:ahLst/>
            <a:cxnLst/>
            <a:rect l="l" t="t" r="r" b="b"/>
            <a:pathLst>
              <a:path w="133894" h="462309">
                <a:moveTo>
                  <a:pt x="133894" y="0"/>
                </a:moveTo>
                <a:cubicBezTo>
                  <a:pt x="128057" y="31726"/>
                  <a:pt x="126661" y="71193"/>
                  <a:pt x="94808" y="88959"/>
                </a:cubicBezTo>
                <a:cubicBezTo>
                  <a:pt x="43412" y="110660"/>
                  <a:pt x="5975" y="149365"/>
                  <a:pt x="13463" y="208248"/>
                </a:cubicBezTo>
                <a:cubicBezTo>
                  <a:pt x="15493" y="229061"/>
                  <a:pt x="23615" y="248731"/>
                  <a:pt x="30214" y="270051"/>
                </a:cubicBezTo>
                <a:cubicBezTo>
                  <a:pt x="33260" y="280711"/>
                  <a:pt x="36178" y="292386"/>
                  <a:pt x="34021" y="304822"/>
                </a:cubicBezTo>
                <a:cubicBezTo>
                  <a:pt x="31229" y="316878"/>
                  <a:pt x="26788" y="326142"/>
                  <a:pt x="23107" y="336548"/>
                </a:cubicBezTo>
                <a:cubicBezTo>
                  <a:pt x="15620" y="356853"/>
                  <a:pt x="9402" y="377538"/>
                  <a:pt x="7244" y="398858"/>
                </a:cubicBezTo>
                <a:cubicBezTo>
                  <a:pt x="4580" y="420178"/>
                  <a:pt x="7244" y="442005"/>
                  <a:pt x="15493" y="462310"/>
                </a:cubicBezTo>
                <a:cubicBezTo>
                  <a:pt x="4833" y="443147"/>
                  <a:pt x="519" y="420558"/>
                  <a:pt x="1280" y="398477"/>
                </a:cubicBezTo>
                <a:cubicBezTo>
                  <a:pt x="2041" y="365863"/>
                  <a:pt x="14985" y="333629"/>
                  <a:pt x="23234" y="303045"/>
                </a:cubicBezTo>
                <a:cubicBezTo>
                  <a:pt x="24884" y="271193"/>
                  <a:pt x="3056" y="242766"/>
                  <a:pt x="1026" y="209645"/>
                </a:cubicBezTo>
                <a:cubicBezTo>
                  <a:pt x="-5446" y="163832"/>
                  <a:pt x="19173" y="115228"/>
                  <a:pt x="61306" y="95685"/>
                </a:cubicBezTo>
                <a:cubicBezTo>
                  <a:pt x="71204" y="90355"/>
                  <a:pt x="81737" y="86421"/>
                  <a:pt x="91128" y="81980"/>
                </a:cubicBezTo>
                <a:cubicBezTo>
                  <a:pt x="121331" y="66624"/>
                  <a:pt x="124250" y="29695"/>
                  <a:pt x="133894" y="127"/>
                </a:cubicBezTo>
                <a:lnTo>
                  <a:pt x="133894" y="127"/>
                </a:lnTo>
                <a:close/>
              </a:path>
            </a:pathLst>
          </a:custGeom>
          <a:solidFill>
            <a:srgbClr val="263238"/>
          </a:solidFill>
          <a:ln w="12677">
            <a:noFill/>
            <a:prstDash val="solid"/>
          </a:ln>
        </p:spPr>
        <p:txBody>
          <a:bodyPr/>
          <a:lstStyle/>
          <a:p>
            <a:endParaRPr/>
          </a:p>
        </p:txBody>
      </p:sp>
      <p:sp>
        <p:nvSpPr>
          <p:cNvPr id="478" name="Freeform: Shape 477">
            <a:extLst>
              <a:ext uri="{FF2B5EF4-FFF2-40B4-BE49-F238E27FC236}">
                <a16:creationId xmlns:a16="http://schemas.microsoft.com/office/drawing/2014/main" id="{D1A7F7A2-560F-DB61-F296-54E343E224A3}"/>
              </a:ext>
            </a:extLst>
          </p:cNvPr>
          <p:cNvSpPr>
            <a:spLocks noGrp="1"/>
          </p:cNvSpPr>
          <p:nvPr/>
        </p:nvSpPr>
        <p:spPr>
          <a:xfrm>
            <a:off x="10187866" y="3999012"/>
            <a:ext cx="114887" cy="185825"/>
          </a:xfrm>
          <a:custGeom>
            <a:avLst/>
            <a:gdLst>
              <a:gd name="csX0" fmla="*/ 0 w 176790"/>
              <a:gd name="csY0" fmla="*/ 295304 h 295639"/>
              <a:gd name="csX1" fmla="*/ 89975 w 176790"/>
              <a:gd name="csY1" fmla="*/ 207868 h 295639"/>
              <a:gd name="csX2" fmla="*/ 99747 w 176790"/>
              <a:gd name="csY2" fmla="*/ 176777 h 295639"/>
              <a:gd name="csX3" fmla="*/ 150254 w 176790"/>
              <a:gd name="csY3" fmla="*/ 133375 h 295639"/>
              <a:gd name="csX4" fmla="*/ 162945 w 176790"/>
              <a:gd name="csY4" fmla="*/ 45558 h 295639"/>
              <a:gd name="csX5" fmla="*/ 146955 w 176790"/>
              <a:gd name="csY5" fmla="*/ 0 h 295639"/>
              <a:gd name="csX6" fmla="*/ 168782 w 176790"/>
              <a:gd name="csY6" fmla="*/ 43528 h 295639"/>
              <a:gd name="csX7" fmla="*/ 159772 w 176790"/>
              <a:gd name="csY7" fmla="*/ 140736 h 295639"/>
              <a:gd name="csX8" fmla="*/ 122082 w 176790"/>
              <a:gd name="csY8" fmla="*/ 173604 h 295639"/>
              <a:gd name="csX9" fmla="*/ 107742 w 176790"/>
              <a:gd name="csY9" fmla="*/ 188071 h 295639"/>
              <a:gd name="csX10" fmla="*/ 0 w 176790"/>
              <a:gd name="csY10" fmla="*/ 295432 h 295639"/>
              <a:gd name="csX11" fmla="*/ 0 w 176790"/>
              <a:gd name="csY11" fmla="*/ 295432 h 295639"/>
            </a:gdLst>
            <a:ahLst/>
            <a:cxnLst/>
            <a:rect l="l" t="t" r="r" b="b"/>
            <a:pathLst>
              <a:path w="176790" h="295639">
                <a:moveTo>
                  <a:pt x="0" y="295304"/>
                </a:moveTo>
                <a:cubicBezTo>
                  <a:pt x="60914" y="288959"/>
                  <a:pt x="81600" y="268528"/>
                  <a:pt x="89975" y="207868"/>
                </a:cubicBezTo>
                <a:cubicBezTo>
                  <a:pt x="92132" y="197716"/>
                  <a:pt x="93529" y="186294"/>
                  <a:pt x="99747" y="176777"/>
                </a:cubicBezTo>
                <a:cubicBezTo>
                  <a:pt x="114340" y="159772"/>
                  <a:pt x="137437" y="150888"/>
                  <a:pt x="150254" y="133375"/>
                </a:cubicBezTo>
                <a:cubicBezTo>
                  <a:pt x="168274" y="109644"/>
                  <a:pt x="172335" y="74365"/>
                  <a:pt x="162945" y="45558"/>
                </a:cubicBezTo>
                <a:cubicBezTo>
                  <a:pt x="158757" y="30203"/>
                  <a:pt x="152284" y="15228"/>
                  <a:pt x="146955" y="0"/>
                </a:cubicBezTo>
                <a:cubicBezTo>
                  <a:pt x="154950" y="14086"/>
                  <a:pt x="162437" y="28426"/>
                  <a:pt x="168782" y="43528"/>
                </a:cubicBezTo>
                <a:cubicBezTo>
                  <a:pt x="181346" y="73985"/>
                  <a:pt x="179696" y="113325"/>
                  <a:pt x="159772" y="140736"/>
                </a:cubicBezTo>
                <a:cubicBezTo>
                  <a:pt x="149239" y="154568"/>
                  <a:pt x="135026" y="164340"/>
                  <a:pt x="122082" y="173604"/>
                </a:cubicBezTo>
                <a:cubicBezTo>
                  <a:pt x="115610" y="178426"/>
                  <a:pt x="109645" y="182360"/>
                  <a:pt x="107742" y="188071"/>
                </a:cubicBezTo>
                <a:cubicBezTo>
                  <a:pt x="90990" y="256853"/>
                  <a:pt x="84011" y="298985"/>
                  <a:pt x="0" y="295432"/>
                </a:cubicBezTo>
                <a:lnTo>
                  <a:pt x="0" y="295432"/>
                </a:lnTo>
                <a:close/>
              </a:path>
            </a:pathLst>
          </a:custGeom>
          <a:solidFill>
            <a:srgbClr val="263238"/>
          </a:solidFill>
          <a:ln w="12677">
            <a:noFill/>
            <a:prstDash val="solid"/>
          </a:ln>
        </p:spPr>
        <p:txBody>
          <a:bodyPr/>
          <a:lstStyle/>
          <a:p>
            <a:endParaRPr/>
          </a:p>
        </p:txBody>
      </p:sp>
      <p:sp>
        <p:nvSpPr>
          <p:cNvPr id="465" name="Freeform: Shape 464">
            <a:extLst>
              <a:ext uri="{FF2B5EF4-FFF2-40B4-BE49-F238E27FC236}">
                <a16:creationId xmlns:a16="http://schemas.microsoft.com/office/drawing/2014/main" id="{64D04E9F-15B9-CBEF-45D3-F90E246B5FBE}"/>
              </a:ext>
            </a:extLst>
          </p:cNvPr>
          <p:cNvSpPr>
            <a:spLocks noGrp="1"/>
          </p:cNvSpPr>
          <p:nvPr/>
        </p:nvSpPr>
        <p:spPr>
          <a:xfrm>
            <a:off x="9313839" y="4078777"/>
            <a:ext cx="761941" cy="367948"/>
          </a:xfrm>
          <a:custGeom>
            <a:avLst/>
            <a:gdLst>
              <a:gd name="csX0" fmla="*/ 1091532 w 1172480"/>
              <a:gd name="csY0" fmla="*/ 178555 h 585388"/>
              <a:gd name="csX1" fmla="*/ 507649 w 1172480"/>
              <a:gd name="csY1" fmla="*/ 584774 h 585388"/>
              <a:gd name="csX2" fmla="*/ 3461 w 1172480"/>
              <a:gd name="csY2" fmla="*/ 316880 h 585388"/>
              <a:gd name="csX3" fmla="*/ 271227 w 1172480"/>
              <a:gd name="csY3" fmla="*/ 46068 h 585388"/>
              <a:gd name="csX4" fmla="*/ 579730 w 1172480"/>
              <a:gd name="csY4" fmla="*/ 231855 h 585388"/>
              <a:gd name="csX5" fmla="*/ 1003969 w 1172480"/>
              <a:gd name="csY5" fmla="*/ 33124 h 585388"/>
              <a:gd name="csX6" fmla="*/ 1091405 w 1172480"/>
              <a:gd name="csY6" fmla="*/ 178428 h 585388"/>
            </a:gdLst>
            <a:ahLst/>
            <a:cxnLst/>
            <a:rect l="l" t="t" r="r" b="b"/>
            <a:pathLst>
              <a:path w="1172480" h="585388">
                <a:moveTo>
                  <a:pt x="1091532" y="178555"/>
                </a:moveTo>
                <a:cubicBezTo>
                  <a:pt x="879476" y="384647"/>
                  <a:pt x="629222" y="598352"/>
                  <a:pt x="507649" y="584774"/>
                </a:cubicBezTo>
                <a:cubicBezTo>
                  <a:pt x="412979" y="574241"/>
                  <a:pt x="199781" y="475383"/>
                  <a:pt x="3461" y="316880"/>
                </a:cubicBezTo>
                <a:cubicBezTo>
                  <a:pt x="-33849" y="286677"/>
                  <a:pt x="242166" y="28936"/>
                  <a:pt x="271227" y="46068"/>
                </a:cubicBezTo>
                <a:cubicBezTo>
                  <a:pt x="348512" y="91880"/>
                  <a:pt x="564501" y="238327"/>
                  <a:pt x="579730" y="231855"/>
                </a:cubicBezTo>
                <a:cubicBezTo>
                  <a:pt x="599781" y="223352"/>
                  <a:pt x="840644" y="105078"/>
                  <a:pt x="1003969" y="33124"/>
                </a:cubicBezTo>
                <a:cubicBezTo>
                  <a:pt x="1223892" y="-63577"/>
                  <a:pt x="1201050" y="71829"/>
                  <a:pt x="1091405" y="178428"/>
                </a:cubicBezTo>
                <a:close/>
              </a:path>
            </a:pathLst>
          </a:custGeom>
          <a:solidFill>
            <a:srgbClr val="AD6359"/>
          </a:solidFill>
          <a:ln w="12677">
            <a:noFill/>
            <a:prstDash val="solid"/>
          </a:ln>
        </p:spPr>
        <p:txBody>
          <a:bodyPr/>
          <a:lstStyle/>
          <a:p>
            <a:endParaRPr/>
          </a:p>
        </p:txBody>
      </p:sp>
      <p:sp>
        <p:nvSpPr>
          <p:cNvPr id="471" name="Freeform: Shape 470">
            <a:extLst>
              <a:ext uri="{FF2B5EF4-FFF2-40B4-BE49-F238E27FC236}">
                <a16:creationId xmlns:a16="http://schemas.microsoft.com/office/drawing/2014/main" id="{0DEBA830-5F44-7EC8-F015-347A7E586DE7}"/>
              </a:ext>
            </a:extLst>
          </p:cNvPr>
          <p:cNvSpPr>
            <a:spLocks noGrp="1"/>
          </p:cNvSpPr>
          <p:nvPr/>
        </p:nvSpPr>
        <p:spPr>
          <a:xfrm>
            <a:off x="9107770" y="3975090"/>
            <a:ext cx="369050" cy="327670"/>
          </a:xfrm>
          <a:custGeom>
            <a:avLst/>
            <a:gdLst>
              <a:gd name="csX0" fmla="*/ 370055 w 567897"/>
              <a:gd name="csY0" fmla="*/ 521308 h 521307"/>
              <a:gd name="csX1" fmla="*/ 127922 w 567897"/>
              <a:gd name="csY1" fmla="*/ 379430 h 521307"/>
              <a:gd name="csX2" fmla="*/ 3430 w 567897"/>
              <a:gd name="csY2" fmla="*/ 200496 h 521307"/>
              <a:gd name="csX3" fmla="*/ 61679 w 567897"/>
              <a:gd name="csY3" fmla="*/ 196689 h 521307"/>
              <a:gd name="csX4" fmla="*/ 50512 w 567897"/>
              <a:gd name="csY4" fmla="*/ 111410 h 521307"/>
              <a:gd name="csX5" fmla="*/ 129446 w 567897"/>
              <a:gd name="csY5" fmla="*/ 127780 h 521307"/>
              <a:gd name="csX6" fmla="*/ 123481 w 567897"/>
              <a:gd name="csY6" fmla="*/ 40216 h 521307"/>
              <a:gd name="csX7" fmla="*/ 196831 w 567897"/>
              <a:gd name="csY7" fmla="*/ 67628 h 521307"/>
              <a:gd name="csX8" fmla="*/ 196451 w 567897"/>
              <a:gd name="csY8" fmla="*/ 1892 h 521307"/>
              <a:gd name="csX9" fmla="*/ 338582 w 567897"/>
              <a:gd name="csY9" fmla="*/ 122831 h 521307"/>
              <a:gd name="csX10" fmla="*/ 567897 w 567897"/>
              <a:gd name="csY10" fmla="*/ 271562 h 521307"/>
              <a:gd name="csX11" fmla="*/ 370055 w 567897"/>
              <a:gd name="csY11" fmla="*/ 521181 h 521307"/>
            </a:gdLst>
            <a:ahLst/>
            <a:cxnLst/>
            <a:rect l="l" t="t" r="r" b="b"/>
            <a:pathLst>
              <a:path w="567897" h="521307">
                <a:moveTo>
                  <a:pt x="370055" y="521308"/>
                </a:moveTo>
                <a:cubicBezTo>
                  <a:pt x="332745" y="504938"/>
                  <a:pt x="168151" y="414709"/>
                  <a:pt x="127922" y="379430"/>
                </a:cubicBezTo>
                <a:cubicBezTo>
                  <a:pt x="87694" y="344151"/>
                  <a:pt x="-20555" y="233998"/>
                  <a:pt x="3430" y="200496"/>
                </a:cubicBezTo>
                <a:cubicBezTo>
                  <a:pt x="27415" y="166993"/>
                  <a:pt x="61679" y="196689"/>
                  <a:pt x="61679" y="196689"/>
                </a:cubicBezTo>
                <a:cubicBezTo>
                  <a:pt x="61679" y="196689"/>
                  <a:pt x="23354" y="143008"/>
                  <a:pt x="50512" y="111410"/>
                </a:cubicBezTo>
                <a:cubicBezTo>
                  <a:pt x="77669" y="79811"/>
                  <a:pt x="129446" y="127780"/>
                  <a:pt x="129446" y="127780"/>
                </a:cubicBezTo>
                <a:cubicBezTo>
                  <a:pt x="129446" y="127780"/>
                  <a:pt x="94039" y="69785"/>
                  <a:pt x="123481" y="40216"/>
                </a:cubicBezTo>
                <a:cubicBezTo>
                  <a:pt x="152796" y="10648"/>
                  <a:pt x="196831" y="67628"/>
                  <a:pt x="196831" y="67628"/>
                </a:cubicBezTo>
                <a:cubicBezTo>
                  <a:pt x="196831" y="67628"/>
                  <a:pt x="162060" y="16105"/>
                  <a:pt x="196451" y="1892"/>
                </a:cubicBezTo>
                <a:cubicBezTo>
                  <a:pt x="237821" y="-15113"/>
                  <a:pt x="291248" y="87171"/>
                  <a:pt x="338582" y="122831"/>
                </a:cubicBezTo>
                <a:cubicBezTo>
                  <a:pt x="349369" y="130953"/>
                  <a:pt x="567897" y="271562"/>
                  <a:pt x="567897" y="271562"/>
                </a:cubicBezTo>
                <a:lnTo>
                  <a:pt x="370055" y="521181"/>
                </a:lnTo>
                <a:close/>
              </a:path>
            </a:pathLst>
          </a:custGeom>
          <a:solidFill>
            <a:srgbClr val="AD6359"/>
          </a:solidFill>
          <a:ln w="12677">
            <a:noFill/>
            <a:prstDash val="solid"/>
          </a:ln>
        </p:spPr>
        <p:txBody>
          <a:bodyPr/>
          <a:lstStyle/>
          <a:p>
            <a:endParaRPr/>
          </a:p>
        </p:txBody>
      </p:sp>
      <p:sp>
        <p:nvSpPr>
          <p:cNvPr id="473" name="Freeform: Shape 472">
            <a:extLst>
              <a:ext uri="{FF2B5EF4-FFF2-40B4-BE49-F238E27FC236}">
                <a16:creationId xmlns:a16="http://schemas.microsoft.com/office/drawing/2014/main" id="{F7224927-F7EB-5F97-B5F8-FB7EA0804B41}"/>
              </a:ext>
            </a:extLst>
          </p:cNvPr>
          <p:cNvSpPr>
            <a:spLocks noGrp="1"/>
          </p:cNvSpPr>
          <p:nvPr/>
        </p:nvSpPr>
        <p:spPr>
          <a:xfrm>
            <a:off x="9230597" y="4013340"/>
            <a:ext cx="95427" cy="92787"/>
          </a:xfrm>
          <a:custGeom>
            <a:avLst/>
            <a:gdLst>
              <a:gd name="csX0" fmla="*/ 4015 w 146844"/>
              <a:gd name="csY0" fmla="*/ 2079 h 147620"/>
              <a:gd name="csX1" fmla="*/ 146148 w 146844"/>
              <a:gd name="csY1" fmla="*/ 145099 h 147620"/>
              <a:gd name="csX2" fmla="*/ 145132 w 146844"/>
              <a:gd name="csY2" fmla="*/ 147511 h 147620"/>
              <a:gd name="csX3" fmla="*/ 336 w 146844"/>
              <a:gd name="csY3" fmla="*/ 3856 h 147620"/>
              <a:gd name="csX4" fmla="*/ 4015 w 146844"/>
              <a:gd name="csY4" fmla="*/ 2079 h 147620"/>
            </a:gdLst>
            <a:ahLst/>
            <a:cxnLst/>
            <a:rect l="l" t="t" r="r" b="b"/>
            <a:pathLst>
              <a:path w="146844" h="147620">
                <a:moveTo>
                  <a:pt x="4015" y="2079"/>
                </a:moveTo>
                <a:cubicBezTo>
                  <a:pt x="43483" y="77206"/>
                  <a:pt x="73812" y="103221"/>
                  <a:pt x="146148" y="145099"/>
                </a:cubicBezTo>
                <a:cubicBezTo>
                  <a:pt x="147543" y="145861"/>
                  <a:pt x="146655" y="148145"/>
                  <a:pt x="145132" y="147511"/>
                </a:cubicBezTo>
                <a:cubicBezTo>
                  <a:pt x="70513" y="112993"/>
                  <a:pt x="27873" y="85836"/>
                  <a:pt x="336" y="3856"/>
                </a:cubicBezTo>
                <a:cubicBezTo>
                  <a:pt x="-1061" y="-205"/>
                  <a:pt x="2239" y="-1474"/>
                  <a:pt x="4015" y="2079"/>
                </a:cubicBezTo>
                <a:close/>
              </a:path>
            </a:pathLst>
          </a:custGeom>
          <a:solidFill>
            <a:srgbClr val="263238"/>
          </a:solidFill>
          <a:ln w="12677">
            <a:noFill/>
            <a:prstDash val="solid"/>
          </a:ln>
        </p:spPr>
        <p:txBody>
          <a:bodyPr/>
          <a:lstStyle/>
          <a:p>
            <a:endParaRPr/>
          </a:p>
        </p:txBody>
      </p:sp>
      <p:sp>
        <p:nvSpPr>
          <p:cNvPr id="474" name="Freeform: Shape 473">
            <a:extLst>
              <a:ext uri="{FF2B5EF4-FFF2-40B4-BE49-F238E27FC236}">
                <a16:creationId xmlns:a16="http://schemas.microsoft.com/office/drawing/2014/main" id="{C24FD1DF-B072-E2F7-2FD5-B700CDFBB03B}"/>
              </a:ext>
            </a:extLst>
          </p:cNvPr>
          <p:cNvSpPr>
            <a:spLocks noGrp="1"/>
          </p:cNvSpPr>
          <p:nvPr/>
        </p:nvSpPr>
        <p:spPr>
          <a:xfrm>
            <a:off x="9187410" y="4050717"/>
            <a:ext cx="102228" cy="98020"/>
          </a:xfrm>
          <a:custGeom>
            <a:avLst/>
            <a:gdLst>
              <a:gd name="csX0" fmla="*/ 3974 w 157310"/>
              <a:gd name="csY0" fmla="*/ 1498 h 155946"/>
              <a:gd name="csX1" fmla="*/ 156893 w 157310"/>
              <a:gd name="csY1" fmla="*/ 153908 h 155946"/>
              <a:gd name="csX2" fmla="*/ 155751 w 157310"/>
              <a:gd name="csY2" fmla="*/ 155812 h 155946"/>
              <a:gd name="csX3" fmla="*/ 548 w 157310"/>
              <a:gd name="csY3" fmla="*/ 4543 h 155946"/>
              <a:gd name="csX4" fmla="*/ 3974 w 157310"/>
              <a:gd name="csY4" fmla="*/ 1498 h 155946"/>
            </a:gdLst>
            <a:ahLst/>
            <a:cxnLst/>
            <a:rect l="l" t="t" r="r" b="b"/>
            <a:pathLst>
              <a:path w="157310" h="155946">
                <a:moveTo>
                  <a:pt x="3974" y="1498"/>
                </a:moveTo>
                <a:cubicBezTo>
                  <a:pt x="51817" y="75990"/>
                  <a:pt x="84304" y="104543"/>
                  <a:pt x="156893" y="153908"/>
                </a:cubicBezTo>
                <a:cubicBezTo>
                  <a:pt x="157908" y="154670"/>
                  <a:pt x="156893" y="156447"/>
                  <a:pt x="155751" y="155812"/>
                </a:cubicBezTo>
                <a:cubicBezTo>
                  <a:pt x="80497" y="113300"/>
                  <a:pt x="38619" y="85254"/>
                  <a:pt x="548" y="4543"/>
                </a:cubicBezTo>
                <a:cubicBezTo>
                  <a:pt x="-1229" y="863"/>
                  <a:pt x="1690" y="-1802"/>
                  <a:pt x="3974" y="1498"/>
                </a:cubicBezTo>
                <a:close/>
              </a:path>
            </a:pathLst>
          </a:custGeom>
          <a:solidFill>
            <a:srgbClr val="263238"/>
          </a:solidFill>
          <a:ln w="12677">
            <a:noFill/>
            <a:prstDash val="solid"/>
          </a:ln>
        </p:spPr>
        <p:txBody>
          <a:bodyPr/>
          <a:lstStyle/>
          <a:p>
            <a:endParaRPr/>
          </a:p>
        </p:txBody>
      </p:sp>
      <p:sp>
        <p:nvSpPr>
          <p:cNvPr id="475" name="Freeform: Shape 474">
            <a:extLst>
              <a:ext uri="{FF2B5EF4-FFF2-40B4-BE49-F238E27FC236}">
                <a16:creationId xmlns:a16="http://schemas.microsoft.com/office/drawing/2014/main" id="{BE241C91-1AAB-8686-17B9-0F9EE4AFC005}"/>
              </a:ext>
            </a:extLst>
          </p:cNvPr>
          <p:cNvSpPr>
            <a:spLocks noGrp="1"/>
          </p:cNvSpPr>
          <p:nvPr/>
        </p:nvSpPr>
        <p:spPr>
          <a:xfrm>
            <a:off x="9148211" y="4098605"/>
            <a:ext cx="108249" cy="91847"/>
          </a:xfrm>
          <a:custGeom>
            <a:avLst/>
            <a:gdLst>
              <a:gd name="csX0" fmla="*/ 3254 w 166575"/>
              <a:gd name="csY0" fmla="*/ 2594 h 146124"/>
              <a:gd name="csX1" fmla="*/ 165690 w 166575"/>
              <a:gd name="csY1" fmla="*/ 143076 h 146124"/>
              <a:gd name="csX2" fmla="*/ 164421 w 166575"/>
              <a:gd name="csY2" fmla="*/ 145995 h 146124"/>
              <a:gd name="csX3" fmla="*/ 1350 w 166575"/>
              <a:gd name="csY3" fmla="*/ 4370 h 146124"/>
              <a:gd name="csX4" fmla="*/ 3254 w 166575"/>
              <a:gd name="csY4" fmla="*/ 2594 h 146124"/>
            </a:gdLst>
            <a:ahLst/>
            <a:cxnLst/>
            <a:rect l="l" t="t" r="r" b="b"/>
            <a:pathLst>
              <a:path w="166575" h="146124">
                <a:moveTo>
                  <a:pt x="3254" y="2594"/>
                </a:moveTo>
                <a:cubicBezTo>
                  <a:pt x="54777" y="71375"/>
                  <a:pt x="89167" y="104117"/>
                  <a:pt x="165690" y="143076"/>
                </a:cubicBezTo>
                <a:cubicBezTo>
                  <a:pt x="167467" y="143964"/>
                  <a:pt x="166325" y="146756"/>
                  <a:pt x="164421" y="145995"/>
                </a:cubicBezTo>
                <a:cubicBezTo>
                  <a:pt x="82441" y="113888"/>
                  <a:pt x="39294" y="73279"/>
                  <a:pt x="1350" y="4370"/>
                </a:cubicBezTo>
                <a:cubicBezTo>
                  <a:pt x="-1188" y="-325"/>
                  <a:pt x="81" y="-1721"/>
                  <a:pt x="3254" y="2594"/>
                </a:cubicBezTo>
                <a:close/>
              </a:path>
            </a:pathLst>
          </a:custGeom>
          <a:solidFill>
            <a:srgbClr val="263238"/>
          </a:solidFill>
          <a:ln w="12677">
            <a:noFill/>
            <a:prstDash val="solid"/>
          </a:ln>
        </p:spPr>
        <p:txBody>
          <a:bodyPr/>
          <a:lstStyle/>
          <a:p>
            <a:endParaRPr/>
          </a:p>
        </p:txBody>
      </p:sp>
      <p:sp>
        <p:nvSpPr>
          <p:cNvPr id="469" name="Freeform: Shape 468">
            <a:extLst>
              <a:ext uri="{FF2B5EF4-FFF2-40B4-BE49-F238E27FC236}">
                <a16:creationId xmlns:a16="http://schemas.microsoft.com/office/drawing/2014/main" id="{F85884FA-2659-3A52-0C66-40071B8B6395}"/>
              </a:ext>
            </a:extLst>
          </p:cNvPr>
          <p:cNvSpPr>
            <a:spLocks noGrp="1"/>
          </p:cNvSpPr>
          <p:nvPr/>
        </p:nvSpPr>
        <p:spPr>
          <a:xfrm>
            <a:off x="9329342" y="3985135"/>
            <a:ext cx="185248" cy="218803"/>
          </a:xfrm>
          <a:custGeom>
            <a:avLst/>
            <a:gdLst>
              <a:gd name="csX0" fmla="*/ 285062 w 285061"/>
              <a:gd name="csY0" fmla="*/ 258245 h 348105"/>
              <a:gd name="csX1" fmla="*/ 216661 w 285061"/>
              <a:gd name="csY1" fmla="*/ 120936 h 348105"/>
              <a:gd name="csX2" fmla="*/ 7778 w 285061"/>
              <a:gd name="csY2" fmla="*/ 5961 h 348105"/>
              <a:gd name="csX3" fmla="*/ 96230 w 285061"/>
              <a:gd name="csY3" fmla="*/ 162306 h 348105"/>
              <a:gd name="csX4" fmla="*/ 63996 w 285061"/>
              <a:gd name="csY4" fmla="*/ 328677 h 348105"/>
              <a:gd name="csX5" fmla="*/ 285062 w 285061"/>
              <a:gd name="csY5" fmla="*/ 258245 h 348105"/>
            </a:gdLst>
            <a:ahLst/>
            <a:cxnLst/>
            <a:rect l="l" t="t" r="r" b="b"/>
            <a:pathLst>
              <a:path w="285061" h="348105">
                <a:moveTo>
                  <a:pt x="285062" y="258245"/>
                </a:moveTo>
                <a:cubicBezTo>
                  <a:pt x="285062" y="258245"/>
                  <a:pt x="244199" y="160022"/>
                  <a:pt x="216661" y="120936"/>
                </a:cubicBezTo>
                <a:cubicBezTo>
                  <a:pt x="189123" y="81722"/>
                  <a:pt x="33031" y="-26400"/>
                  <a:pt x="7778" y="5961"/>
                </a:cubicBezTo>
                <a:cubicBezTo>
                  <a:pt x="-24837" y="47839"/>
                  <a:pt x="52955" y="128042"/>
                  <a:pt x="96230" y="162306"/>
                </a:cubicBezTo>
                <a:cubicBezTo>
                  <a:pt x="96230" y="162306"/>
                  <a:pt x="20595" y="259006"/>
                  <a:pt x="63996" y="328677"/>
                </a:cubicBezTo>
                <a:cubicBezTo>
                  <a:pt x="107397" y="398347"/>
                  <a:pt x="285062" y="258245"/>
                  <a:pt x="285062" y="258245"/>
                </a:cubicBezTo>
                <a:close/>
              </a:path>
            </a:pathLst>
          </a:custGeom>
          <a:solidFill>
            <a:srgbClr val="AD6359"/>
          </a:solidFill>
          <a:ln w="12677">
            <a:noFill/>
            <a:prstDash val="solid"/>
          </a:ln>
        </p:spPr>
        <p:txBody>
          <a:bodyPr/>
          <a:lstStyle/>
          <a:p>
            <a:endParaRPr/>
          </a:p>
        </p:txBody>
      </p:sp>
      <p:sp>
        <p:nvSpPr>
          <p:cNvPr id="470" name="Freeform: Shape 469">
            <a:extLst>
              <a:ext uri="{FF2B5EF4-FFF2-40B4-BE49-F238E27FC236}">
                <a16:creationId xmlns:a16="http://schemas.microsoft.com/office/drawing/2014/main" id="{77909891-5B74-DB82-B0B5-B89FDD30433B}"/>
              </a:ext>
            </a:extLst>
          </p:cNvPr>
          <p:cNvSpPr>
            <a:spLocks noGrp="1"/>
          </p:cNvSpPr>
          <p:nvPr/>
        </p:nvSpPr>
        <p:spPr>
          <a:xfrm>
            <a:off x="9329270" y="3997796"/>
            <a:ext cx="65907" cy="194586"/>
          </a:xfrm>
          <a:custGeom>
            <a:avLst/>
            <a:gdLst>
              <a:gd name="csX0" fmla="*/ 2685 w 101419"/>
              <a:gd name="csY0" fmla="*/ 286 h 309577"/>
              <a:gd name="csX1" fmla="*/ 99639 w 101419"/>
              <a:gd name="csY1" fmla="*/ 137722 h 309577"/>
              <a:gd name="csX2" fmla="*/ 98877 w 101419"/>
              <a:gd name="csY2" fmla="*/ 145717 h 309577"/>
              <a:gd name="csX3" fmla="*/ 60806 w 101419"/>
              <a:gd name="csY3" fmla="*/ 307773 h 309577"/>
              <a:gd name="csX4" fmla="*/ 58522 w 101419"/>
              <a:gd name="csY4" fmla="*/ 308915 h 309577"/>
              <a:gd name="csX5" fmla="*/ 87456 w 101419"/>
              <a:gd name="csY5" fmla="*/ 142925 h 309577"/>
              <a:gd name="csX6" fmla="*/ 2050 w 101419"/>
              <a:gd name="csY6" fmla="*/ 286 h 309577"/>
              <a:gd name="csX7" fmla="*/ 2558 w 101419"/>
              <a:gd name="csY7" fmla="*/ 286 h 309577"/>
            </a:gdLst>
            <a:ahLst/>
            <a:cxnLst/>
            <a:rect l="l" t="t" r="r" b="b"/>
            <a:pathLst>
              <a:path w="101419" h="309577">
                <a:moveTo>
                  <a:pt x="2685" y="286"/>
                </a:moveTo>
                <a:cubicBezTo>
                  <a:pt x="401" y="59930"/>
                  <a:pt x="60172" y="101301"/>
                  <a:pt x="99639" y="137722"/>
                </a:cubicBezTo>
                <a:cubicBezTo>
                  <a:pt x="102685" y="140514"/>
                  <a:pt x="101416" y="143940"/>
                  <a:pt x="98877" y="145717"/>
                </a:cubicBezTo>
                <a:cubicBezTo>
                  <a:pt x="69943" y="188357"/>
                  <a:pt x="41390" y="257012"/>
                  <a:pt x="60806" y="307773"/>
                </a:cubicBezTo>
                <a:cubicBezTo>
                  <a:pt x="61441" y="309296"/>
                  <a:pt x="59284" y="310311"/>
                  <a:pt x="58522" y="308915"/>
                </a:cubicBezTo>
                <a:cubicBezTo>
                  <a:pt x="30223" y="257265"/>
                  <a:pt x="52685" y="187595"/>
                  <a:pt x="87456" y="142925"/>
                </a:cubicBezTo>
                <a:cubicBezTo>
                  <a:pt x="46340" y="106250"/>
                  <a:pt x="-11655" y="62088"/>
                  <a:pt x="2050" y="286"/>
                </a:cubicBezTo>
                <a:cubicBezTo>
                  <a:pt x="2050" y="-95"/>
                  <a:pt x="2685" y="-95"/>
                  <a:pt x="2558" y="286"/>
                </a:cubicBezTo>
                <a:close/>
              </a:path>
            </a:pathLst>
          </a:custGeom>
          <a:solidFill>
            <a:srgbClr val="263238"/>
          </a:solidFill>
          <a:ln w="12677">
            <a:noFill/>
            <a:prstDash val="solid"/>
          </a:ln>
        </p:spPr>
        <p:txBody>
          <a:bodyPr/>
          <a:lstStyle/>
          <a:p>
            <a:endParaRPr/>
          </a:p>
        </p:txBody>
      </p:sp>
      <p:sp>
        <p:nvSpPr>
          <p:cNvPr id="462" name="Freeform: Shape 461">
            <a:extLst>
              <a:ext uri="{FF2B5EF4-FFF2-40B4-BE49-F238E27FC236}">
                <a16:creationId xmlns:a16="http://schemas.microsoft.com/office/drawing/2014/main" id="{18945F8F-6FBD-4EB7-1919-5CB4A9360288}"/>
              </a:ext>
            </a:extLst>
          </p:cNvPr>
          <p:cNvSpPr>
            <a:spLocks noGrp="1"/>
          </p:cNvSpPr>
          <p:nvPr/>
        </p:nvSpPr>
        <p:spPr>
          <a:xfrm>
            <a:off x="9353446" y="4075978"/>
            <a:ext cx="727670" cy="378169"/>
          </a:xfrm>
          <a:custGeom>
            <a:avLst/>
            <a:gdLst>
              <a:gd name="csX0" fmla="*/ 277919 w 1119744"/>
              <a:gd name="csY0" fmla="*/ 79583 h 601649"/>
              <a:gd name="csX1" fmla="*/ 0 w 1119744"/>
              <a:gd name="csY1" fmla="*/ 402172 h 601649"/>
              <a:gd name="csX2" fmla="*/ 468401 w 1119744"/>
              <a:gd name="csY2" fmla="*/ 601283 h 601649"/>
              <a:gd name="csX3" fmla="*/ 1053426 w 1119744"/>
              <a:gd name="csY3" fmla="*/ 165877 h 601649"/>
              <a:gd name="csX4" fmla="*/ 948858 w 1119744"/>
              <a:gd name="csY4" fmla="*/ 30344 h 601649"/>
              <a:gd name="csX5" fmla="*/ 517639 w 1119744"/>
              <a:gd name="csY5" fmla="*/ 226157 h 601649"/>
              <a:gd name="csX6" fmla="*/ 278046 w 1119744"/>
              <a:gd name="csY6" fmla="*/ 79710 h 601649"/>
            </a:gdLst>
            <a:ahLst/>
            <a:cxnLst/>
            <a:rect l="l" t="t" r="r" b="b"/>
            <a:pathLst>
              <a:path w="1119744" h="601649">
                <a:moveTo>
                  <a:pt x="277919" y="79583"/>
                </a:moveTo>
                <a:lnTo>
                  <a:pt x="0" y="402172"/>
                </a:lnTo>
                <a:cubicBezTo>
                  <a:pt x="0" y="402172"/>
                  <a:pt x="337437" y="611563"/>
                  <a:pt x="468401" y="601283"/>
                </a:cubicBezTo>
                <a:cubicBezTo>
                  <a:pt x="599492" y="590877"/>
                  <a:pt x="904949" y="342020"/>
                  <a:pt x="1053426" y="165877"/>
                </a:cubicBezTo>
                <a:cubicBezTo>
                  <a:pt x="1205330" y="-14326"/>
                  <a:pt x="1064340" y="-26889"/>
                  <a:pt x="948858" y="30344"/>
                </a:cubicBezTo>
                <a:cubicBezTo>
                  <a:pt x="833503" y="87451"/>
                  <a:pt x="526269" y="226537"/>
                  <a:pt x="517639" y="226157"/>
                </a:cubicBezTo>
                <a:cubicBezTo>
                  <a:pt x="509010" y="225649"/>
                  <a:pt x="278046" y="79710"/>
                  <a:pt x="278046" y="79710"/>
                </a:cubicBezTo>
                <a:close/>
              </a:path>
            </a:pathLst>
          </a:custGeom>
          <a:solidFill>
            <a:srgbClr val="DBDBDB"/>
          </a:solidFill>
          <a:ln w="12677">
            <a:noFill/>
            <a:prstDash val="solid"/>
          </a:ln>
        </p:spPr>
        <p:txBody>
          <a:bodyPr/>
          <a:lstStyle/>
          <a:p>
            <a:endParaRPr/>
          </a:p>
        </p:txBody>
      </p:sp>
      <p:sp>
        <p:nvSpPr>
          <p:cNvPr id="463" name="Freeform: Shape 462">
            <a:extLst>
              <a:ext uri="{FF2B5EF4-FFF2-40B4-BE49-F238E27FC236}">
                <a16:creationId xmlns:a16="http://schemas.microsoft.com/office/drawing/2014/main" id="{8F3B328C-3106-12E8-9F82-14394A39F1E1}"/>
              </a:ext>
            </a:extLst>
          </p:cNvPr>
          <p:cNvSpPr>
            <a:spLocks noGrp="1"/>
          </p:cNvSpPr>
          <p:nvPr/>
        </p:nvSpPr>
        <p:spPr>
          <a:xfrm>
            <a:off x="9429794" y="4168861"/>
            <a:ext cx="144624" cy="171406"/>
          </a:xfrm>
          <a:custGeom>
            <a:avLst/>
            <a:gdLst>
              <a:gd name="csX0" fmla="*/ 107516 w 222549"/>
              <a:gd name="csY0" fmla="*/ 133079 h 272699"/>
              <a:gd name="csX1" fmla="*/ 163481 w 222549"/>
              <a:gd name="csY1" fmla="*/ 66201 h 272699"/>
              <a:gd name="csX2" fmla="*/ 220461 w 222549"/>
              <a:gd name="csY2" fmla="*/ 338 h 272699"/>
              <a:gd name="csX3" fmla="*/ 222364 w 222549"/>
              <a:gd name="csY3" fmla="*/ 1607 h 272699"/>
              <a:gd name="csX4" fmla="*/ 171222 w 222549"/>
              <a:gd name="csY4" fmla="*/ 68486 h 272699"/>
              <a:gd name="csX5" fmla="*/ 115892 w 222549"/>
              <a:gd name="csY5" fmla="*/ 138282 h 272699"/>
              <a:gd name="csX6" fmla="*/ 1806 w 222549"/>
              <a:gd name="csY6" fmla="*/ 272293 h 272699"/>
              <a:gd name="csX7" fmla="*/ 283 w 222549"/>
              <a:gd name="csY7" fmla="*/ 270896 h 272699"/>
              <a:gd name="csX8" fmla="*/ 107516 w 222549"/>
              <a:gd name="csY8" fmla="*/ 133079 h 272699"/>
            </a:gdLst>
            <a:ahLst/>
            <a:cxnLst/>
            <a:rect l="l" t="t" r="r" b="b"/>
            <a:pathLst>
              <a:path w="222549" h="272699">
                <a:moveTo>
                  <a:pt x="107516" y="133079"/>
                </a:moveTo>
                <a:cubicBezTo>
                  <a:pt x="126045" y="110744"/>
                  <a:pt x="144699" y="88409"/>
                  <a:pt x="163481" y="66201"/>
                </a:cubicBezTo>
                <a:cubicBezTo>
                  <a:pt x="182136" y="44120"/>
                  <a:pt x="200283" y="21023"/>
                  <a:pt x="220461" y="338"/>
                </a:cubicBezTo>
                <a:cubicBezTo>
                  <a:pt x="221349" y="-550"/>
                  <a:pt x="223126" y="465"/>
                  <a:pt x="222364" y="1607"/>
                </a:cubicBezTo>
                <a:cubicBezTo>
                  <a:pt x="206755" y="24704"/>
                  <a:pt x="188481" y="46531"/>
                  <a:pt x="171222" y="68486"/>
                </a:cubicBezTo>
                <a:cubicBezTo>
                  <a:pt x="152948" y="91836"/>
                  <a:pt x="134420" y="115059"/>
                  <a:pt x="115892" y="138282"/>
                </a:cubicBezTo>
                <a:cubicBezTo>
                  <a:pt x="79217" y="184094"/>
                  <a:pt x="40892" y="228384"/>
                  <a:pt x="1806" y="272293"/>
                </a:cubicBezTo>
                <a:cubicBezTo>
                  <a:pt x="790" y="273435"/>
                  <a:pt x="-605" y="271912"/>
                  <a:pt x="283" y="270896"/>
                </a:cubicBezTo>
                <a:cubicBezTo>
                  <a:pt x="35055" y="224069"/>
                  <a:pt x="70334" y="178003"/>
                  <a:pt x="107516" y="133079"/>
                </a:cubicBezTo>
                <a:close/>
              </a:path>
            </a:pathLst>
          </a:custGeom>
          <a:solidFill>
            <a:srgbClr val="263238"/>
          </a:solidFill>
          <a:ln w="12677">
            <a:noFill/>
            <a:prstDash val="solid"/>
          </a:ln>
        </p:spPr>
        <p:txBody>
          <a:bodyPr/>
          <a:lstStyle/>
          <a:p>
            <a:endParaRPr/>
          </a:p>
        </p:txBody>
      </p:sp>
      <p:sp>
        <p:nvSpPr>
          <p:cNvPr id="464" name="Freeform: Shape 463">
            <a:extLst>
              <a:ext uri="{FF2B5EF4-FFF2-40B4-BE49-F238E27FC236}">
                <a16:creationId xmlns:a16="http://schemas.microsoft.com/office/drawing/2014/main" id="{EC280451-5884-C86B-AA77-8E93400F0570}"/>
              </a:ext>
            </a:extLst>
          </p:cNvPr>
          <p:cNvSpPr>
            <a:spLocks noGrp="1"/>
          </p:cNvSpPr>
          <p:nvPr/>
        </p:nvSpPr>
        <p:spPr>
          <a:xfrm>
            <a:off x="9476820" y="4076306"/>
            <a:ext cx="604226" cy="377842"/>
          </a:xfrm>
          <a:custGeom>
            <a:avLst/>
            <a:gdLst>
              <a:gd name="csX0" fmla="*/ 863579 w 929788"/>
              <a:gd name="csY0" fmla="*/ 165355 h 601129"/>
              <a:gd name="csX1" fmla="*/ 278554 w 929788"/>
              <a:gd name="csY1" fmla="*/ 600762 h 601129"/>
              <a:gd name="csX2" fmla="*/ 0 w 929788"/>
              <a:gd name="csY2" fmla="*/ 507487 h 601129"/>
              <a:gd name="csX3" fmla="*/ 880330 w 929788"/>
              <a:gd name="csY3" fmla="*/ 0 h 601129"/>
              <a:gd name="csX4" fmla="*/ 863579 w 929788"/>
              <a:gd name="csY4" fmla="*/ 165482 h 601129"/>
            </a:gdLst>
            <a:ahLst/>
            <a:cxnLst/>
            <a:rect l="l" t="t" r="r" b="b"/>
            <a:pathLst>
              <a:path w="929788" h="601129">
                <a:moveTo>
                  <a:pt x="863579" y="165355"/>
                </a:moveTo>
                <a:cubicBezTo>
                  <a:pt x="715102" y="341498"/>
                  <a:pt x="409645" y="590355"/>
                  <a:pt x="278554" y="600762"/>
                </a:cubicBezTo>
                <a:cubicBezTo>
                  <a:pt x="214086" y="605838"/>
                  <a:pt x="99619" y="557614"/>
                  <a:pt x="0" y="507487"/>
                </a:cubicBezTo>
                <a:lnTo>
                  <a:pt x="880330" y="0"/>
                </a:lnTo>
                <a:cubicBezTo>
                  <a:pt x="938325" y="4188"/>
                  <a:pt x="959772" y="51015"/>
                  <a:pt x="863579" y="165482"/>
                </a:cubicBezTo>
                <a:close/>
              </a:path>
            </a:pathLst>
          </a:custGeom>
          <a:solidFill>
            <a:srgbClr val="000000">
              <a:alpha val="10000"/>
            </a:srgbClr>
          </a:solidFill>
          <a:ln w="12677">
            <a:noFill/>
            <a:prstDash val="solid"/>
          </a:ln>
        </p:spPr>
        <p:txBody>
          <a:bodyPr/>
          <a:lstStyle/>
          <a:p>
            <a:endParaRPr/>
          </a:p>
        </p:txBody>
      </p:sp>
      <p:sp>
        <p:nvSpPr>
          <p:cNvPr id="456" name="Freeform: Shape 455">
            <a:extLst>
              <a:ext uri="{FF2B5EF4-FFF2-40B4-BE49-F238E27FC236}">
                <a16:creationId xmlns:a16="http://schemas.microsoft.com/office/drawing/2014/main" id="{036ACBD4-A040-9FAF-F663-3AFFD972A41F}"/>
              </a:ext>
            </a:extLst>
          </p:cNvPr>
          <p:cNvSpPr>
            <a:spLocks noGrp="1"/>
          </p:cNvSpPr>
          <p:nvPr/>
        </p:nvSpPr>
        <p:spPr>
          <a:xfrm>
            <a:off x="9775357" y="4079347"/>
            <a:ext cx="506852" cy="540005"/>
          </a:xfrm>
          <a:custGeom>
            <a:avLst/>
            <a:gdLst>
              <a:gd name="csX0" fmla="*/ 69289 w 779948"/>
              <a:gd name="csY0" fmla="*/ 541862 h 859121"/>
              <a:gd name="csX1" fmla="*/ 0 w 779948"/>
              <a:gd name="csY1" fmla="*/ 773715 h 859121"/>
              <a:gd name="csX2" fmla="*/ 128299 w 779948"/>
              <a:gd name="csY2" fmla="*/ 789832 h 859121"/>
              <a:gd name="csX3" fmla="*/ 137309 w 779948"/>
              <a:gd name="csY3" fmla="*/ 790847 h 859121"/>
              <a:gd name="csX4" fmla="*/ 779949 w 779948"/>
              <a:gd name="csY4" fmla="*/ 859121 h 859121"/>
              <a:gd name="csX5" fmla="*/ 560406 w 779948"/>
              <a:gd name="csY5" fmla="*/ 94019 h 859121"/>
              <a:gd name="csX6" fmla="*/ 291117 w 779948"/>
              <a:gd name="csY6" fmla="*/ 40466 h 859121"/>
              <a:gd name="csX7" fmla="*/ 37563 w 779948"/>
              <a:gd name="csY7" fmla="*/ 382725 h 859121"/>
              <a:gd name="csX8" fmla="*/ 69416 w 779948"/>
              <a:gd name="csY8" fmla="*/ 541989 h 859121"/>
            </a:gdLst>
            <a:ahLst/>
            <a:cxnLst/>
            <a:rect l="l" t="t" r="r" b="b"/>
            <a:pathLst>
              <a:path w="779948" h="859121">
                <a:moveTo>
                  <a:pt x="69289" y="541862"/>
                </a:moveTo>
                <a:lnTo>
                  <a:pt x="0" y="773715"/>
                </a:lnTo>
                <a:cubicBezTo>
                  <a:pt x="0" y="773715"/>
                  <a:pt x="29822" y="777649"/>
                  <a:pt x="128299" y="789832"/>
                </a:cubicBezTo>
                <a:lnTo>
                  <a:pt x="137309" y="790847"/>
                </a:lnTo>
                <a:lnTo>
                  <a:pt x="779949" y="859121"/>
                </a:lnTo>
                <a:cubicBezTo>
                  <a:pt x="779949" y="859121"/>
                  <a:pt x="663198" y="234375"/>
                  <a:pt x="560406" y="94019"/>
                </a:cubicBezTo>
                <a:cubicBezTo>
                  <a:pt x="478807" y="-17529"/>
                  <a:pt x="368655" y="-22351"/>
                  <a:pt x="291117" y="40466"/>
                </a:cubicBezTo>
                <a:cubicBezTo>
                  <a:pt x="271447" y="56329"/>
                  <a:pt x="77411" y="281075"/>
                  <a:pt x="37563" y="382725"/>
                </a:cubicBezTo>
                <a:cubicBezTo>
                  <a:pt x="14340" y="441862"/>
                  <a:pt x="69416" y="541989"/>
                  <a:pt x="69416" y="541989"/>
                </a:cubicBezTo>
                <a:close/>
              </a:path>
            </a:pathLst>
          </a:custGeom>
          <a:solidFill>
            <a:srgbClr val="DBDBDB"/>
          </a:solidFill>
          <a:ln w="12677">
            <a:noFill/>
            <a:prstDash val="solid"/>
          </a:ln>
        </p:spPr>
        <p:txBody>
          <a:bodyPr/>
          <a:lstStyle/>
          <a:p>
            <a:endParaRPr/>
          </a:p>
        </p:txBody>
      </p:sp>
      <p:sp>
        <p:nvSpPr>
          <p:cNvPr id="458" name="Freeform: Shape 457">
            <a:extLst>
              <a:ext uri="{FF2B5EF4-FFF2-40B4-BE49-F238E27FC236}">
                <a16:creationId xmlns:a16="http://schemas.microsoft.com/office/drawing/2014/main" id="{D681EB2D-E420-04FA-2FBF-2CFE85506E99}"/>
              </a:ext>
            </a:extLst>
          </p:cNvPr>
          <p:cNvSpPr>
            <a:spLocks noGrp="1"/>
          </p:cNvSpPr>
          <p:nvPr/>
        </p:nvSpPr>
        <p:spPr>
          <a:xfrm>
            <a:off x="9840103" y="4405990"/>
            <a:ext cx="113614" cy="13822"/>
          </a:xfrm>
          <a:custGeom>
            <a:avLst/>
            <a:gdLst>
              <a:gd name="csX0" fmla="*/ 173972 w 174830"/>
              <a:gd name="csY0" fmla="*/ 616 h 21991"/>
              <a:gd name="csX1" fmla="*/ 87424 w 174830"/>
              <a:gd name="csY1" fmla="*/ 3789 h 21991"/>
              <a:gd name="csX2" fmla="*/ 44530 w 174830"/>
              <a:gd name="csY2" fmla="*/ 12037 h 21991"/>
              <a:gd name="csX3" fmla="*/ 23083 w 174830"/>
              <a:gd name="csY3" fmla="*/ 16225 h 21991"/>
              <a:gd name="csX4" fmla="*/ 622 w 174830"/>
              <a:gd name="csY4" fmla="*/ 17621 h 21991"/>
              <a:gd name="csX5" fmla="*/ 367 w 174830"/>
              <a:gd name="csY5" fmla="*/ 18890 h 21991"/>
              <a:gd name="csX6" fmla="*/ 21180 w 174830"/>
              <a:gd name="csY6" fmla="*/ 21936 h 21991"/>
              <a:gd name="csX7" fmla="*/ 41738 w 174830"/>
              <a:gd name="csY7" fmla="*/ 20540 h 21991"/>
              <a:gd name="csX8" fmla="*/ 85520 w 174830"/>
              <a:gd name="csY8" fmla="*/ 13687 h 21991"/>
              <a:gd name="csX9" fmla="*/ 173718 w 174830"/>
              <a:gd name="csY9" fmla="*/ 3535 h 21991"/>
              <a:gd name="csX10" fmla="*/ 173845 w 174830"/>
              <a:gd name="csY10" fmla="*/ 616 h 21991"/>
            </a:gdLst>
            <a:ahLst/>
            <a:cxnLst/>
            <a:rect l="l" t="t" r="r" b="b"/>
            <a:pathLst>
              <a:path w="174830" h="21991">
                <a:moveTo>
                  <a:pt x="173972" y="616"/>
                </a:moveTo>
                <a:cubicBezTo>
                  <a:pt x="145292" y="-526"/>
                  <a:pt x="116230" y="-399"/>
                  <a:pt x="87424" y="3789"/>
                </a:cubicBezTo>
                <a:cubicBezTo>
                  <a:pt x="73083" y="5819"/>
                  <a:pt x="58743" y="8738"/>
                  <a:pt x="44530" y="12037"/>
                </a:cubicBezTo>
                <a:cubicBezTo>
                  <a:pt x="37423" y="13687"/>
                  <a:pt x="30317" y="14956"/>
                  <a:pt x="23083" y="16225"/>
                </a:cubicBezTo>
                <a:cubicBezTo>
                  <a:pt x="15723" y="17494"/>
                  <a:pt x="7982" y="18636"/>
                  <a:pt x="622" y="17621"/>
                </a:cubicBezTo>
                <a:cubicBezTo>
                  <a:pt x="-13" y="17621"/>
                  <a:pt x="-267" y="18763"/>
                  <a:pt x="367" y="18890"/>
                </a:cubicBezTo>
                <a:cubicBezTo>
                  <a:pt x="7347" y="20286"/>
                  <a:pt x="14073" y="21682"/>
                  <a:pt x="21180" y="21936"/>
                </a:cubicBezTo>
                <a:cubicBezTo>
                  <a:pt x="28033" y="22189"/>
                  <a:pt x="34885" y="21555"/>
                  <a:pt x="41738" y="20540"/>
                </a:cubicBezTo>
                <a:cubicBezTo>
                  <a:pt x="56332" y="18636"/>
                  <a:pt x="70926" y="15844"/>
                  <a:pt x="85520" y="13687"/>
                </a:cubicBezTo>
                <a:cubicBezTo>
                  <a:pt x="114961" y="9372"/>
                  <a:pt x="144276" y="5184"/>
                  <a:pt x="173718" y="3535"/>
                </a:cubicBezTo>
                <a:cubicBezTo>
                  <a:pt x="175114" y="3535"/>
                  <a:pt x="175241" y="616"/>
                  <a:pt x="173845" y="616"/>
                </a:cubicBezTo>
                <a:close/>
              </a:path>
            </a:pathLst>
          </a:custGeom>
          <a:solidFill>
            <a:srgbClr val="263238"/>
          </a:solidFill>
          <a:ln w="12677">
            <a:noFill/>
            <a:prstDash val="solid"/>
          </a:ln>
        </p:spPr>
        <p:txBody>
          <a:bodyPr/>
          <a:lstStyle/>
          <a:p>
            <a:endParaRPr/>
          </a:p>
        </p:txBody>
      </p:sp>
      <p:sp>
        <p:nvSpPr>
          <p:cNvPr id="459" name="Freeform: Shape 458">
            <a:extLst>
              <a:ext uri="{FF2B5EF4-FFF2-40B4-BE49-F238E27FC236}">
                <a16:creationId xmlns:a16="http://schemas.microsoft.com/office/drawing/2014/main" id="{F708FC8F-022F-5F5F-BFCE-4FFBE8836536}"/>
              </a:ext>
            </a:extLst>
          </p:cNvPr>
          <p:cNvSpPr>
            <a:spLocks noGrp="1"/>
          </p:cNvSpPr>
          <p:nvPr/>
        </p:nvSpPr>
        <p:spPr>
          <a:xfrm>
            <a:off x="9903357" y="4421054"/>
            <a:ext cx="91923" cy="13970"/>
          </a:xfrm>
          <a:custGeom>
            <a:avLst/>
            <a:gdLst>
              <a:gd name="csX0" fmla="*/ 140850 w 141452"/>
              <a:gd name="csY0" fmla="*/ 19670 h 22227"/>
              <a:gd name="csX1" fmla="*/ 71687 w 141452"/>
              <a:gd name="csY1" fmla="*/ 3680 h 22227"/>
              <a:gd name="csX2" fmla="*/ 36408 w 141452"/>
              <a:gd name="csY2" fmla="*/ 381 h 22227"/>
              <a:gd name="csX3" fmla="*/ 19403 w 141452"/>
              <a:gd name="csY3" fmla="*/ 0 h 22227"/>
              <a:gd name="csX4" fmla="*/ 621 w 141452"/>
              <a:gd name="csY4" fmla="*/ 761 h 22227"/>
              <a:gd name="csX5" fmla="*/ 367 w 141452"/>
              <a:gd name="csY5" fmla="*/ 2031 h 22227"/>
              <a:gd name="csX6" fmla="*/ 17753 w 141452"/>
              <a:gd name="csY6" fmla="*/ 4822 h 22227"/>
              <a:gd name="csX7" fmla="*/ 35266 w 141452"/>
              <a:gd name="csY7" fmla="*/ 7233 h 22227"/>
              <a:gd name="csX8" fmla="*/ 70291 w 141452"/>
              <a:gd name="csY8" fmla="*/ 12056 h 22227"/>
              <a:gd name="csX9" fmla="*/ 140342 w 141452"/>
              <a:gd name="csY9" fmla="*/ 22208 h 22227"/>
              <a:gd name="csX10" fmla="*/ 140723 w 141452"/>
              <a:gd name="csY10" fmla="*/ 19797 h 22227"/>
            </a:gdLst>
            <a:ahLst/>
            <a:cxnLst/>
            <a:rect l="l" t="t" r="r" b="b"/>
            <a:pathLst>
              <a:path w="141452" h="22227">
                <a:moveTo>
                  <a:pt x="140850" y="19670"/>
                </a:moveTo>
                <a:cubicBezTo>
                  <a:pt x="118261" y="12817"/>
                  <a:pt x="95037" y="7233"/>
                  <a:pt x="71687" y="3680"/>
                </a:cubicBezTo>
                <a:cubicBezTo>
                  <a:pt x="60012" y="1903"/>
                  <a:pt x="48210" y="1015"/>
                  <a:pt x="36408" y="381"/>
                </a:cubicBezTo>
                <a:cubicBezTo>
                  <a:pt x="30698" y="127"/>
                  <a:pt x="25114" y="0"/>
                  <a:pt x="19403" y="0"/>
                </a:cubicBezTo>
                <a:cubicBezTo>
                  <a:pt x="13185" y="0"/>
                  <a:pt x="6840" y="888"/>
                  <a:pt x="621" y="761"/>
                </a:cubicBezTo>
                <a:cubicBezTo>
                  <a:pt x="-13" y="761"/>
                  <a:pt x="-267" y="2031"/>
                  <a:pt x="367" y="2031"/>
                </a:cubicBezTo>
                <a:cubicBezTo>
                  <a:pt x="6205" y="2411"/>
                  <a:pt x="12043" y="3934"/>
                  <a:pt x="17753" y="4822"/>
                </a:cubicBezTo>
                <a:cubicBezTo>
                  <a:pt x="23591" y="5584"/>
                  <a:pt x="29429" y="6345"/>
                  <a:pt x="35266" y="7233"/>
                </a:cubicBezTo>
                <a:cubicBezTo>
                  <a:pt x="46941" y="8883"/>
                  <a:pt x="58616" y="10660"/>
                  <a:pt x="70291" y="12056"/>
                </a:cubicBezTo>
                <a:cubicBezTo>
                  <a:pt x="93768" y="14975"/>
                  <a:pt x="117119" y="18147"/>
                  <a:pt x="140342" y="22208"/>
                </a:cubicBezTo>
                <a:cubicBezTo>
                  <a:pt x="141611" y="22462"/>
                  <a:pt x="141865" y="20178"/>
                  <a:pt x="140723" y="19797"/>
                </a:cubicBezTo>
                <a:close/>
              </a:path>
            </a:pathLst>
          </a:custGeom>
          <a:solidFill>
            <a:srgbClr val="263238"/>
          </a:solidFill>
          <a:ln w="12677">
            <a:noFill/>
            <a:prstDash val="solid"/>
          </a:ln>
        </p:spPr>
        <p:txBody>
          <a:bodyPr/>
          <a:lstStyle/>
          <a:p>
            <a:endParaRPr/>
          </a:p>
        </p:txBody>
      </p:sp>
      <p:sp>
        <p:nvSpPr>
          <p:cNvPr id="454" name="Freeform: Shape 453">
            <a:extLst>
              <a:ext uri="{FF2B5EF4-FFF2-40B4-BE49-F238E27FC236}">
                <a16:creationId xmlns:a16="http://schemas.microsoft.com/office/drawing/2014/main" id="{ED70B245-334B-0475-95CC-66BAE307D3F1}"/>
              </a:ext>
            </a:extLst>
          </p:cNvPr>
          <p:cNvSpPr>
            <a:spLocks noGrp="1"/>
          </p:cNvSpPr>
          <p:nvPr/>
        </p:nvSpPr>
        <p:spPr>
          <a:xfrm>
            <a:off x="9972457" y="3950275"/>
            <a:ext cx="111909" cy="204968"/>
          </a:xfrm>
          <a:custGeom>
            <a:avLst/>
            <a:gdLst>
              <a:gd name="csX0" fmla="*/ 162944 w 172207"/>
              <a:gd name="csY0" fmla="*/ 241625 h 326095"/>
              <a:gd name="csX1" fmla="*/ 16371 w 172207"/>
              <a:gd name="csY1" fmla="*/ 325000 h 326095"/>
              <a:gd name="csX2" fmla="*/ 11294 w 172207"/>
              <a:gd name="csY2" fmla="*/ 208122 h 326095"/>
              <a:gd name="csX3" fmla="*/ 10533 w 172207"/>
              <a:gd name="csY3" fmla="*/ 199492 h 326095"/>
              <a:gd name="csX4" fmla="*/ 0 w 172207"/>
              <a:gd name="csY4" fmla="*/ 78934 h 326095"/>
              <a:gd name="csX5" fmla="*/ 149238 w 172207"/>
              <a:gd name="csY5" fmla="*/ 9010 h 326095"/>
              <a:gd name="csX6" fmla="*/ 170685 w 172207"/>
              <a:gd name="csY6" fmla="*/ 0 h 326095"/>
              <a:gd name="csX7" fmla="*/ 171828 w 172207"/>
              <a:gd name="csY7" fmla="*/ 74492 h 326095"/>
              <a:gd name="csX8" fmla="*/ 171828 w 172207"/>
              <a:gd name="csY8" fmla="*/ 80330 h 326095"/>
              <a:gd name="csX9" fmla="*/ 171955 w 172207"/>
              <a:gd name="csY9" fmla="*/ 87056 h 326095"/>
              <a:gd name="csX10" fmla="*/ 172208 w 172207"/>
              <a:gd name="csY10" fmla="*/ 105838 h 326095"/>
              <a:gd name="csX11" fmla="*/ 172208 w 172207"/>
              <a:gd name="csY11" fmla="*/ 120305 h 326095"/>
              <a:gd name="csX12" fmla="*/ 171955 w 172207"/>
              <a:gd name="csY12" fmla="*/ 135279 h 326095"/>
              <a:gd name="csX13" fmla="*/ 162817 w 172207"/>
              <a:gd name="csY13" fmla="*/ 241625 h 326095"/>
            </a:gdLst>
            <a:ahLst/>
            <a:cxnLst/>
            <a:rect l="l" t="t" r="r" b="b"/>
            <a:pathLst>
              <a:path w="172207" h="326095">
                <a:moveTo>
                  <a:pt x="162944" y="241625"/>
                </a:moveTo>
                <a:cubicBezTo>
                  <a:pt x="157868" y="255076"/>
                  <a:pt x="79441" y="336422"/>
                  <a:pt x="16371" y="325000"/>
                </a:cubicBezTo>
                <a:cubicBezTo>
                  <a:pt x="-4188" y="321193"/>
                  <a:pt x="11294" y="208122"/>
                  <a:pt x="11294" y="208122"/>
                </a:cubicBezTo>
                <a:lnTo>
                  <a:pt x="10533" y="199492"/>
                </a:lnTo>
                <a:lnTo>
                  <a:pt x="0" y="78934"/>
                </a:lnTo>
                <a:lnTo>
                  <a:pt x="149238" y="9010"/>
                </a:lnTo>
                <a:lnTo>
                  <a:pt x="170685" y="0"/>
                </a:lnTo>
                <a:cubicBezTo>
                  <a:pt x="170685" y="0"/>
                  <a:pt x="171446" y="33122"/>
                  <a:pt x="171828" y="74492"/>
                </a:cubicBezTo>
                <a:cubicBezTo>
                  <a:pt x="171828" y="76396"/>
                  <a:pt x="171828" y="78300"/>
                  <a:pt x="171828" y="80330"/>
                </a:cubicBezTo>
                <a:cubicBezTo>
                  <a:pt x="171828" y="82614"/>
                  <a:pt x="172081" y="84899"/>
                  <a:pt x="171955" y="87056"/>
                </a:cubicBezTo>
                <a:cubicBezTo>
                  <a:pt x="172081" y="93274"/>
                  <a:pt x="172208" y="99492"/>
                  <a:pt x="172208" y="105838"/>
                </a:cubicBezTo>
                <a:cubicBezTo>
                  <a:pt x="172208" y="110660"/>
                  <a:pt x="172208" y="115229"/>
                  <a:pt x="172208" y="120305"/>
                </a:cubicBezTo>
                <a:cubicBezTo>
                  <a:pt x="172208" y="125381"/>
                  <a:pt x="172081" y="130203"/>
                  <a:pt x="171955" y="135279"/>
                </a:cubicBezTo>
                <a:cubicBezTo>
                  <a:pt x="170558" y="184899"/>
                  <a:pt x="164848" y="235914"/>
                  <a:pt x="162817" y="241625"/>
                </a:cubicBezTo>
                <a:close/>
              </a:path>
            </a:pathLst>
          </a:custGeom>
          <a:solidFill>
            <a:srgbClr val="AD6359"/>
          </a:solidFill>
          <a:ln w="12677">
            <a:noFill/>
            <a:prstDash val="solid"/>
          </a:ln>
        </p:spPr>
        <p:txBody>
          <a:bodyPr/>
          <a:lstStyle/>
          <a:p>
            <a:endParaRPr/>
          </a:p>
        </p:txBody>
      </p:sp>
      <p:sp>
        <p:nvSpPr>
          <p:cNvPr id="455" name="Freeform: Shape 454">
            <a:extLst>
              <a:ext uri="{FF2B5EF4-FFF2-40B4-BE49-F238E27FC236}">
                <a16:creationId xmlns:a16="http://schemas.microsoft.com/office/drawing/2014/main" id="{1A36E8B2-05CB-95C6-8B2E-4413DB7B29DA}"/>
              </a:ext>
            </a:extLst>
          </p:cNvPr>
          <p:cNvSpPr>
            <a:spLocks noGrp="1"/>
          </p:cNvSpPr>
          <p:nvPr/>
        </p:nvSpPr>
        <p:spPr>
          <a:xfrm>
            <a:off x="9972540" y="3950355"/>
            <a:ext cx="111662" cy="125391"/>
          </a:xfrm>
          <a:custGeom>
            <a:avLst/>
            <a:gdLst>
              <a:gd name="csX0" fmla="*/ 171828 w 171827"/>
              <a:gd name="csY0" fmla="*/ 74492 h 199492"/>
              <a:gd name="csX1" fmla="*/ 10533 w 171827"/>
              <a:gd name="csY1" fmla="*/ 199492 h 199492"/>
              <a:gd name="csX2" fmla="*/ 0 w 171827"/>
              <a:gd name="csY2" fmla="*/ 78934 h 199492"/>
              <a:gd name="csX3" fmla="*/ 149239 w 171827"/>
              <a:gd name="csY3" fmla="*/ 9010 h 199492"/>
              <a:gd name="csX4" fmla="*/ 170685 w 171827"/>
              <a:gd name="csY4" fmla="*/ 0 h 199492"/>
              <a:gd name="csX5" fmla="*/ 171828 w 171827"/>
              <a:gd name="csY5" fmla="*/ 74492 h 199492"/>
            </a:gdLst>
            <a:ahLst/>
            <a:cxnLst/>
            <a:rect l="l" t="t" r="r" b="b"/>
            <a:pathLst>
              <a:path w="171827" h="199492">
                <a:moveTo>
                  <a:pt x="171828" y="74492"/>
                </a:moveTo>
                <a:cubicBezTo>
                  <a:pt x="125889" y="163198"/>
                  <a:pt x="46447" y="191244"/>
                  <a:pt x="10533" y="199492"/>
                </a:cubicBezTo>
                <a:lnTo>
                  <a:pt x="0" y="78934"/>
                </a:lnTo>
                <a:lnTo>
                  <a:pt x="149239" y="9010"/>
                </a:lnTo>
                <a:lnTo>
                  <a:pt x="170685" y="0"/>
                </a:lnTo>
                <a:cubicBezTo>
                  <a:pt x="170685" y="0"/>
                  <a:pt x="171447" y="33122"/>
                  <a:pt x="171828" y="74492"/>
                </a:cubicBezTo>
                <a:close/>
              </a:path>
            </a:pathLst>
          </a:custGeom>
          <a:solidFill>
            <a:srgbClr val="263238"/>
          </a:solidFill>
          <a:ln w="12677">
            <a:noFill/>
            <a:prstDash val="solid"/>
          </a:ln>
        </p:spPr>
        <p:txBody>
          <a:bodyPr/>
          <a:lstStyle/>
          <a:p>
            <a:endParaRPr/>
          </a:p>
        </p:txBody>
      </p:sp>
      <p:sp>
        <p:nvSpPr>
          <p:cNvPr id="429" name="Freeform: Shape 428">
            <a:extLst>
              <a:ext uri="{FF2B5EF4-FFF2-40B4-BE49-F238E27FC236}">
                <a16:creationId xmlns:a16="http://schemas.microsoft.com/office/drawing/2014/main" id="{A086B53C-ED3E-40E4-0BD9-B9D7044FBB28}"/>
              </a:ext>
            </a:extLst>
          </p:cNvPr>
          <p:cNvSpPr>
            <a:spLocks noGrp="1"/>
          </p:cNvSpPr>
          <p:nvPr/>
        </p:nvSpPr>
        <p:spPr>
          <a:xfrm>
            <a:off x="9883558" y="3741860"/>
            <a:ext cx="290024" cy="298142"/>
          </a:xfrm>
          <a:custGeom>
            <a:avLst/>
            <a:gdLst>
              <a:gd name="csX0" fmla="*/ 55073 w 446292"/>
              <a:gd name="csY0" fmla="*/ 147061 h 474329"/>
              <a:gd name="csX1" fmla="*/ 72966 w 446292"/>
              <a:gd name="csY1" fmla="*/ 439447 h 474329"/>
              <a:gd name="csX2" fmla="*/ 362688 w 446292"/>
              <a:gd name="csY2" fmla="*/ 367873 h 474329"/>
              <a:gd name="csX3" fmla="*/ 371190 w 446292"/>
              <a:gd name="csY3" fmla="*/ 36655 h 474329"/>
              <a:gd name="csX4" fmla="*/ 55200 w 446292"/>
              <a:gd name="csY4" fmla="*/ 147061 h 474329"/>
            </a:gdLst>
            <a:ahLst/>
            <a:cxnLst/>
            <a:rect l="l" t="t" r="r" b="b"/>
            <a:pathLst>
              <a:path w="446292" h="474329">
                <a:moveTo>
                  <a:pt x="55073" y="147061"/>
                </a:moveTo>
                <a:cubicBezTo>
                  <a:pt x="-59648" y="325741"/>
                  <a:pt x="34388" y="414701"/>
                  <a:pt x="72966" y="439447"/>
                </a:cubicBezTo>
                <a:cubicBezTo>
                  <a:pt x="107992" y="461909"/>
                  <a:pt x="229946" y="533863"/>
                  <a:pt x="362688" y="367873"/>
                </a:cubicBezTo>
                <a:cubicBezTo>
                  <a:pt x="495301" y="202010"/>
                  <a:pt x="448474" y="92112"/>
                  <a:pt x="371190" y="36655"/>
                </a:cubicBezTo>
                <a:cubicBezTo>
                  <a:pt x="293905" y="-18929"/>
                  <a:pt x="169921" y="-31619"/>
                  <a:pt x="55200" y="147061"/>
                </a:cubicBezTo>
                <a:close/>
              </a:path>
            </a:pathLst>
          </a:custGeom>
          <a:solidFill>
            <a:srgbClr val="AD6359"/>
          </a:solidFill>
          <a:ln w="12677">
            <a:noFill/>
            <a:prstDash val="solid"/>
          </a:ln>
        </p:spPr>
        <p:txBody>
          <a:bodyPr/>
          <a:lstStyle/>
          <a:p>
            <a:endParaRPr/>
          </a:p>
        </p:txBody>
      </p:sp>
      <p:sp>
        <p:nvSpPr>
          <p:cNvPr id="437" name="Freeform: Shape 436">
            <a:extLst>
              <a:ext uri="{FF2B5EF4-FFF2-40B4-BE49-F238E27FC236}">
                <a16:creationId xmlns:a16="http://schemas.microsoft.com/office/drawing/2014/main" id="{6E2304F5-5C10-EA7C-0766-06DBADC5C54E}"/>
              </a:ext>
            </a:extLst>
          </p:cNvPr>
          <p:cNvSpPr>
            <a:spLocks noGrp="1"/>
          </p:cNvSpPr>
          <p:nvPr/>
        </p:nvSpPr>
        <p:spPr>
          <a:xfrm>
            <a:off x="9947736" y="3815668"/>
            <a:ext cx="25094" cy="15398"/>
          </a:xfrm>
          <a:custGeom>
            <a:avLst/>
            <a:gdLst>
              <a:gd name="csX0" fmla="*/ 4539 w 38616"/>
              <a:gd name="csY0" fmla="*/ 16184 h 24498"/>
              <a:gd name="csX1" fmla="*/ 18371 w 38616"/>
              <a:gd name="csY1" fmla="*/ 21387 h 24498"/>
              <a:gd name="csX2" fmla="*/ 33600 w 38616"/>
              <a:gd name="csY2" fmla="*/ 24052 h 24498"/>
              <a:gd name="csX3" fmla="*/ 38549 w 38616"/>
              <a:gd name="csY3" fmla="*/ 16184 h 24498"/>
              <a:gd name="csX4" fmla="*/ 25224 w 38616"/>
              <a:gd name="csY4" fmla="*/ 2478 h 24498"/>
              <a:gd name="csX5" fmla="*/ 5173 w 38616"/>
              <a:gd name="csY5" fmla="*/ 1336 h 24498"/>
              <a:gd name="csX6" fmla="*/ 4539 w 38616"/>
              <a:gd name="csY6" fmla="*/ 16184 h 24498"/>
            </a:gdLst>
            <a:ahLst/>
            <a:cxnLst/>
            <a:rect l="l" t="t" r="r" b="b"/>
            <a:pathLst>
              <a:path w="38616" h="24498">
                <a:moveTo>
                  <a:pt x="4539" y="16184"/>
                </a:moveTo>
                <a:cubicBezTo>
                  <a:pt x="9107" y="18341"/>
                  <a:pt x="13676" y="19738"/>
                  <a:pt x="18371" y="21387"/>
                </a:cubicBezTo>
                <a:cubicBezTo>
                  <a:pt x="23701" y="23291"/>
                  <a:pt x="27762" y="25448"/>
                  <a:pt x="33600" y="24052"/>
                </a:cubicBezTo>
                <a:cubicBezTo>
                  <a:pt x="36645" y="23291"/>
                  <a:pt x="39056" y="19230"/>
                  <a:pt x="38549" y="16184"/>
                </a:cubicBezTo>
                <a:cubicBezTo>
                  <a:pt x="37534" y="9077"/>
                  <a:pt x="31569" y="5017"/>
                  <a:pt x="25224" y="2478"/>
                </a:cubicBezTo>
                <a:cubicBezTo>
                  <a:pt x="18371" y="-313"/>
                  <a:pt x="12280" y="-821"/>
                  <a:pt x="5173" y="1336"/>
                </a:cubicBezTo>
                <a:cubicBezTo>
                  <a:pt x="-1680" y="3367"/>
                  <a:pt x="-1553" y="13265"/>
                  <a:pt x="4539" y="16184"/>
                </a:cubicBezTo>
                <a:close/>
              </a:path>
            </a:pathLst>
          </a:custGeom>
          <a:solidFill>
            <a:srgbClr val="263238"/>
          </a:solidFill>
          <a:ln w="12677">
            <a:noFill/>
            <a:prstDash val="solid"/>
          </a:ln>
        </p:spPr>
        <p:txBody>
          <a:bodyPr/>
          <a:lstStyle/>
          <a:p>
            <a:endParaRPr/>
          </a:p>
        </p:txBody>
      </p:sp>
      <p:sp>
        <p:nvSpPr>
          <p:cNvPr id="438" name="Freeform: Shape 437">
            <a:extLst>
              <a:ext uri="{FF2B5EF4-FFF2-40B4-BE49-F238E27FC236}">
                <a16:creationId xmlns:a16="http://schemas.microsoft.com/office/drawing/2014/main" id="{7B3A9462-DB71-204E-CF74-5E84F7F9D04C}"/>
              </a:ext>
            </a:extLst>
          </p:cNvPr>
          <p:cNvSpPr>
            <a:spLocks noGrp="1"/>
          </p:cNvSpPr>
          <p:nvPr/>
        </p:nvSpPr>
        <p:spPr>
          <a:xfrm>
            <a:off x="10019898" y="3853400"/>
            <a:ext cx="21306" cy="20855"/>
          </a:xfrm>
          <a:custGeom>
            <a:avLst/>
            <a:gdLst>
              <a:gd name="csX0" fmla="*/ 19384 w 32787"/>
              <a:gd name="csY0" fmla="*/ 31535 h 33180"/>
              <a:gd name="csX1" fmla="*/ 8851 w 32787"/>
              <a:gd name="csY1" fmla="*/ 21130 h 33180"/>
              <a:gd name="csX2" fmla="*/ 94 w 32787"/>
              <a:gd name="csY2" fmla="*/ 8439 h 33180"/>
              <a:gd name="csX3" fmla="*/ 5171 w 32787"/>
              <a:gd name="csY3" fmla="*/ 571 h 33180"/>
              <a:gd name="csX4" fmla="*/ 23318 w 32787"/>
              <a:gd name="csY4" fmla="*/ 6916 h 33180"/>
              <a:gd name="csX5" fmla="*/ 32709 w 32787"/>
              <a:gd name="csY5" fmla="*/ 24556 h 33180"/>
              <a:gd name="csX6" fmla="*/ 19511 w 32787"/>
              <a:gd name="csY6" fmla="*/ 31409 h 33180"/>
            </a:gdLst>
            <a:ahLst/>
            <a:cxnLst/>
            <a:rect l="l" t="t" r="r" b="b"/>
            <a:pathLst>
              <a:path w="32787" h="33180">
                <a:moveTo>
                  <a:pt x="19384" y="31535"/>
                </a:moveTo>
                <a:cubicBezTo>
                  <a:pt x="15450" y="28363"/>
                  <a:pt x="12404" y="24683"/>
                  <a:pt x="8851" y="21130"/>
                </a:cubicBezTo>
                <a:cubicBezTo>
                  <a:pt x="4790" y="17069"/>
                  <a:pt x="1237" y="14277"/>
                  <a:pt x="94" y="8439"/>
                </a:cubicBezTo>
                <a:cubicBezTo>
                  <a:pt x="-540" y="5267"/>
                  <a:pt x="2125" y="1459"/>
                  <a:pt x="5171" y="571"/>
                </a:cubicBezTo>
                <a:cubicBezTo>
                  <a:pt x="12150" y="-1459"/>
                  <a:pt x="18242" y="2221"/>
                  <a:pt x="23318" y="6916"/>
                </a:cubicBezTo>
                <a:cubicBezTo>
                  <a:pt x="28775" y="11993"/>
                  <a:pt x="31694" y="17196"/>
                  <a:pt x="32709" y="24556"/>
                </a:cubicBezTo>
                <a:cubicBezTo>
                  <a:pt x="33724" y="31662"/>
                  <a:pt x="24714" y="35723"/>
                  <a:pt x="19511" y="31409"/>
                </a:cubicBezTo>
                <a:close/>
              </a:path>
            </a:pathLst>
          </a:custGeom>
          <a:solidFill>
            <a:srgbClr val="263238"/>
          </a:solidFill>
          <a:ln w="12677">
            <a:noFill/>
            <a:prstDash val="solid"/>
          </a:ln>
        </p:spPr>
        <p:txBody>
          <a:bodyPr/>
          <a:lstStyle/>
          <a:p>
            <a:endParaRPr/>
          </a:p>
        </p:txBody>
      </p:sp>
      <p:sp>
        <p:nvSpPr>
          <p:cNvPr id="452" name="Freeform: Shape 451">
            <a:extLst>
              <a:ext uri="{FF2B5EF4-FFF2-40B4-BE49-F238E27FC236}">
                <a16:creationId xmlns:a16="http://schemas.microsoft.com/office/drawing/2014/main" id="{6CC009C3-35E4-5B5B-7CE6-F67F89905E5C}"/>
              </a:ext>
            </a:extLst>
          </p:cNvPr>
          <p:cNvSpPr>
            <a:spLocks noGrp="1"/>
          </p:cNvSpPr>
          <p:nvPr/>
        </p:nvSpPr>
        <p:spPr>
          <a:xfrm>
            <a:off x="9991267" y="3884787"/>
            <a:ext cx="9816" cy="25408"/>
          </a:xfrm>
          <a:custGeom>
            <a:avLst/>
            <a:gdLst>
              <a:gd name="csX0" fmla="*/ 14837 w 15105"/>
              <a:gd name="csY0" fmla="*/ 0 h 40423"/>
              <a:gd name="csX1" fmla="*/ 14964 w 15105"/>
              <a:gd name="csY1" fmla="*/ 1650 h 40423"/>
              <a:gd name="csX2" fmla="*/ 5700 w 15105"/>
              <a:gd name="csY2" fmla="*/ 39721 h 40423"/>
              <a:gd name="csX3" fmla="*/ 5065 w 15105"/>
              <a:gd name="csY3" fmla="*/ 40355 h 40423"/>
              <a:gd name="csX4" fmla="*/ 14710 w 15105"/>
              <a:gd name="csY4" fmla="*/ 0 h 40423"/>
            </a:gdLst>
            <a:ahLst/>
            <a:cxnLst/>
            <a:rect l="l" t="t" r="r" b="b"/>
            <a:pathLst>
              <a:path w="15105" h="40423">
                <a:moveTo>
                  <a:pt x="14837" y="0"/>
                </a:moveTo>
                <a:cubicBezTo>
                  <a:pt x="14837" y="0"/>
                  <a:pt x="15345" y="1269"/>
                  <a:pt x="14964" y="1650"/>
                </a:cubicBezTo>
                <a:cubicBezTo>
                  <a:pt x="6081" y="13198"/>
                  <a:pt x="-2168" y="28046"/>
                  <a:pt x="5700" y="39721"/>
                </a:cubicBezTo>
                <a:cubicBezTo>
                  <a:pt x="5954" y="40102"/>
                  <a:pt x="5446" y="40609"/>
                  <a:pt x="5065" y="40355"/>
                </a:cubicBezTo>
                <a:cubicBezTo>
                  <a:pt x="-6736" y="29061"/>
                  <a:pt x="4431" y="9645"/>
                  <a:pt x="14710" y="0"/>
                </a:cubicBezTo>
                <a:close/>
              </a:path>
            </a:pathLst>
          </a:custGeom>
          <a:solidFill>
            <a:srgbClr val="263238"/>
          </a:solidFill>
          <a:ln w="12677">
            <a:noFill/>
            <a:prstDash val="solid"/>
          </a:ln>
        </p:spPr>
        <p:txBody>
          <a:bodyPr/>
          <a:lstStyle/>
          <a:p>
            <a:endParaRPr/>
          </a:p>
        </p:txBody>
      </p:sp>
      <p:sp>
        <p:nvSpPr>
          <p:cNvPr id="453" name="Freeform: Shape 452">
            <a:extLst>
              <a:ext uri="{FF2B5EF4-FFF2-40B4-BE49-F238E27FC236}">
                <a16:creationId xmlns:a16="http://schemas.microsoft.com/office/drawing/2014/main" id="{007AA32E-36E0-B1B4-1FF8-940349B03599}"/>
              </a:ext>
            </a:extLst>
          </p:cNvPr>
          <p:cNvSpPr>
            <a:spLocks noGrp="1"/>
          </p:cNvSpPr>
          <p:nvPr/>
        </p:nvSpPr>
        <p:spPr>
          <a:xfrm>
            <a:off x="9993589" y="3880714"/>
            <a:ext cx="24771" cy="27673"/>
          </a:xfrm>
          <a:custGeom>
            <a:avLst/>
            <a:gdLst>
              <a:gd name="csX0" fmla="*/ 30807 w 38119"/>
              <a:gd name="csY0" fmla="*/ 1658 h 44027"/>
              <a:gd name="csX1" fmla="*/ 6315 w 38119"/>
              <a:gd name="csY1" fmla="*/ 42013 h 44027"/>
              <a:gd name="csX2" fmla="*/ 30807 w 38119"/>
              <a:gd name="csY2" fmla="*/ 1658 h 44027"/>
            </a:gdLst>
            <a:ahLst/>
            <a:cxnLst/>
            <a:rect l="l" t="t" r="r" b="b"/>
            <a:pathLst>
              <a:path w="38119" h="44027">
                <a:moveTo>
                  <a:pt x="30807" y="1658"/>
                </a:moveTo>
                <a:cubicBezTo>
                  <a:pt x="50985" y="13967"/>
                  <a:pt x="24969" y="53308"/>
                  <a:pt x="6315" y="42013"/>
                </a:cubicBezTo>
                <a:cubicBezTo>
                  <a:pt x="-12087" y="30846"/>
                  <a:pt x="13929" y="-8494"/>
                  <a:pt x="30807" y="1658"/>
                </a:cubicBezTo>
                <a:close/>
              </a:path>
            </a:pathLst>
          </a:custGeom>
          <a:solidFill>
            <a:srgbClr val="263238"/>
          </a:solidFill>
          <a:ln w="12677">
            <a:noFill/>
            <a:prstDash val="solid"/>
          </a:ln>
        </p:spPr>
        <p:txBody>
          <a:bodyPr/>
          <a:lstStyle/>
          <a:p>
            <a:endParaRPr/>
          </a:p>
        </p:txBody>
      </p:sp>
      <p:sp>
        <p:nvSpPr>
          <p:cNvPr id="451" name="Freeform: Shape 450">
            <a:extLst>
              <a:ext uri="{FF2B5EF4-FFF2-40B4-BE49-F238E27FC236}">
                <a16:creationId xmlns:a16="http://schemas.microsoft.com/office/drawing/2014/main" id="{E1D45D29-B886-6E0B-7D9E-02786BF0A9DA}"/>
              </a:ext>
            </a:extLst>
          </p:cNvPr>
          <p:cNvSpPr>
            <a:spLocks noGrp="1"/>
          </p:cNvSpPr>
          <p:nvPr/>
        </p:nvSpPr>
        <p:spPr>
          <a:xfrm>
            <a:off x="10014070" y="3885682"/>
            <a:ext cx="19141" cy="16495"/>
          </a:xfrm>
          <a:custGeom>
            <a:avLst/>
            <a:gdLst>
              <a:gd name="csX0" fmla="*/ 5637 w 29455"/>
              <a:gd name="csY0" fmla="*/ 861 h 26244"/>
              <a:gd name="csX1" fmla="*/ 12236 w 29455"/>
              <a:gd name="csY1" fmla="*/ 14693 h 26244"/>
              <a:gd name="csX2" fmla="*/ 28861 w 29455"/>
              <a:gd name="csY2" fmla="*/ 14693 h 26244"/>
              <a:gd name="csX3" fmla="*/ 29242 w 29455"/>
              <a:gd name="csY3" fmla="*/ 15581 h 26244"/>
              <a:gd name="csX4" fmla="*/ 7541 w 29455"/>
              <a:gd name="csY4" fmla="*/ 24846 h 26244"/>
              <a:gd name="csX5" fmla="*/ 1703 w 29455"/>
              <a:gd name="csY5" fmla="*/ 2003 h 26244"/>
              <a:gd name="csX6" fmla="*/ 5637 w 29455"/>
              <a:gd name="csY6" fmla="*/ 861 h 26244"/>
            </a:gdLst>
            <a:ahLst/>
            <a:cxnLst/>
            <a:rect l="l" t="t" r="r" b="b"/>
            <a:pathLst>
              <a:path w="29455" h="26244">
                <a:moveTo>
                  <a:pt x="5637" y="861"/>
                </a:moveTo>
                <a:cubicBezTo>
                  <a:pt x="7668" y="5302"/>
                  <a:pt x="8429" y="11520"/>
                  <a:pt x="12236" y="14693"/>
                </a:cubicBezTo>
                <a:cubicBezTo>
                  <a:pt x="16678" y="18373"/>
                  <a:pt x="23023" y="16597"/>
                  <a:pt x="28861" y="14693"/>
                </a:cubicBezTo>
                <a:cubicBezTo>
                  <a:pt x="29495" y="14439"/>
                  <a:pt x="29622" y="15074"/>
                  <a:pt x="29242" y="15581"/>
                </a:cubicBezTo>
                <a:cubicBezTo>
                  <a:pt x="24419" y="23196"/>
                  <a:pt x="16424" y="29033"/>
                  <a:pt x="7541" y="24846"/>
                </a:cubicBezTo>
                <a:cubicBezTo>
                  <a:pt x="-581" y="21038"/>
                  <a:pt x="-1469" y="10886"/>
                  <a:pt x="1703" y="2003"/>
                </a:cubicBezTo>
                <a:cubicBezTo>
                  <a:pt x="2338" y="353"/>
                  <a:pt x="4876" y="-916"/>
                  <a:pt x="5637" y="861"/>
                </a:cubicBezTo>
                <a:close/>
              </a:path>
            </a:pathLst>
          </a:custGeom>
          <a:solidFill>
            <a:srgbClr val="263238"/>
          </a:solidFill>
          <a:ln w="12677">
            <a:noFill/>
            <a:prstDash val="solid"/>
          </a:ln>
        </p:spPr>
        <p:txBody>
          <a:bodyPr/>
          <a:lstStyle/>
          <a:p>
            <a:endParaRPr/>
          </a:p>
        </p:txBody>
      </p:sp>
      <p:sp>
        <p:nvSpPr>
          <p:cNvPr id="448" name="Freeform: Shape 447">
            <a:extLst>
              <a:ext uri="{FF2B5EF4-FFF2-40B4-BE49-F238E27FC236}">
                <a16:creationId xmlns:a16="http://schemas.microsoft.com/office/drawing/2014/main" id="{EA9AC03C-CE2C-D3F6-9075-3FFDFAF73B09}"/>
              </a:ext>
            </a:extLst>
          </p:cNvPr>
          <p:cNvSpPr>
            <a:spLocks noGrp="1"/>
          </p:cNvSpPr>
          <p:nvPr/>
        </p:nvSpPr>
        <p:spPr>
          <a:xfrm>
            <a:off x="9935105" y="3852243"/>
            <a:ext cx="21765" cy="16383"/>
          </a:xfrm>
          <a:custGeom>
            <a:avLst/>
            <a:gdLst>
              <a:gd name="csX0" fmla="*/ 33493 w 33493"/>
              <a:gd name="csY0" fmla="*/ 0 h 26065"/>
              <a:gd name="csX1" fmla="*/ 31844 w 33493"/>
              <a:gd name="csY1" fmla="*/ 507 h 26065"/>
              <a:gd name="csX2" fmla="*/ 498 w 33493"/>
              <a:gd name="csY2" fmla="*/ 23985 h 26065"/>
              <a:gd name="csX3" fmla="*/ 245 w 33493"/>
              <a:gd name="csY3" fmla="*/ 24746 h 26065"/>
              <a:gd name="csX4" fmla="*/ 33493 w 33493"/>
              <a:gd name="csY4" fmla="*/ 0 h 26065"/>
            </a:gdLst>
            <a:ahLst/>
            <a:cxnLst/>
            <a:rect l="l" t="t" r="r" b="b"/>
            <a:pathLst>
              <a:path w="33493" h="26065">
                <a:moveTo>
                  <a:pt x="33493" y="0"/>
                </a:moveTo>
                <a:cubicBezTo>
                  <a:pt x="33493" y="0"/>
                  <a:pt x="32098" y="0"/>
                  <a:pt x="31844" y="507"/>
                </a:cubicBezTo>
                <a:cubicBezTo>
                  <a:pt x="24737" y="13198"/>
                  <a:pt x="14331" y="26649"/>
                  <a:pt x="498" y="23985"/>
                </a:cubicBezTo>
                <a:cubicBezTo>
                  <a:pt x="118" y="23985"/>
                  <a:pt x="-263" y="24492"/>
                  <a:pt x="245" y="24746"/>
                </a:cubicBezTo>
                <a:cubicBezTo>
                  <a:pt x="15219" y="31091"/>
                  <a:pt x="28798" y="13198"/>
                  <a:pt x="33493" y="0"/>
                </a:cubicBezTo>
                <a:close/>
              </a:path>
            </a:pathLst>
          </a:custGeom>
          <a:solidFill>
            <a:srgbClr val="263238"/>
          </a:solidFill>
          <a:ln w="12677">
            <a:noFill/>
            <a:prstDash val="solid"/>
          </a:ln>
        </p:spPr>
        <p:txBody>
          <a:bodyPr/>
          <a:lstStyle/>
          <a:p>
            <a:endParaRPr/>
          </a:p>
        </p:txBody>
      </p:sp>
      <p:sp>
        <p:nvSpPr>
          <p:cNvPr id="449" name="Freeform: Shape 448">
            <a:extLst>
              <a:ext uri="{FF2B5EF4-FFF2-40B4-BE49-F238E27FC236}">
                <a16:creationId xmlns:a16="http://schemas.microsoft.com/office/drawing/2014/main" id="{0EF473E1-B48D-58B3-6436-513F66EE9A98}"/>
              </a:ext>
            </a:extLst>
          </p:cNvPr>
          <p:cNvSpPr>
            <a:spLocks noGrp="1"/>
          </p:cNvSpPr>
          <p:nvPr/>
        </p:nvSpPr>
        <p:spPr>
          <a:xfrm>
            <a:off x="9933061" y="3837927"/>
            <a:ext cx="24953" cy="27391"/>
          </a:xfrm>
          <a:custGeom>
            <a:avLst/>
            <a:gdLst>
              <a:gd name="csX0" fmla="*/ 33340 w 38398"/>
              <a:gd name="csY0" fmla="*/ 2852 h 43579"/>
              <a:gd name="csX1" fmla="*/ 5929 w 38398"/>
              <a:gd name="csY1" fmla="*/ 41177 h 43579"/>
              <a:gd name="csX2" fmla="*/ 33340 w 38398"/>
              <a:gd name="csY2" fmla="*/ 2852 h 43579"/>
            </a:gdLst>
            <a:ahLst/>
            <a:cxnLst/>
            <a:rect l="l" t="t" r="r" b="b"/>
            <a:pathLst>
              <a:path w="38398" h="43579">
                <a:moveTo>
                  <a:pt x="33340" y="2852"/>
                </a:moveTo>
                <a:cubicBezTo>
                  <a:pt x="14178" y="-10854"/>
                  <a:pt x="-11837" y="28614"/>
                  <a:pt x="5929" y="41177"/>
                </a:cubicBezTo>
                <a:cubicBezTo>
                  <a:pt x="23442" y="53614"/>
                  <a:pt x="49457" y="14274"/>
                  <a:pt x="33340" y="2852"/>
                </a:cubicBezTo>
                <a:close/>
              </a:path>
            </a:pathLst>
          </a:custGeom>
          <a:solidFill>
            <a:srgbClr val="263238"/>
          </a:solidFill>
          <a:ln w="12677">
            <a:noFill/>
            <a:prstDash val="solid"/>
          </a:ln>
        </p:spPr>
        <p:txBody>
          <a:bodyPr/>
          <a:lstStyle/>
          <a:p>
            <a:endParaRPr/>
          </a:p>
        </p:txBody>
      </p:sp>
      <p:sp>
        <p:nvSpPr>
          <p:cNvPr id="447" name="Freeform: Shape 446">
            <a:extLst>
              <a:ext uri="{FF2B5EF4-FFF2-40B4-BE49-F238E27FC236}">
                <a16:creationId xmlns:a16="http://schemas.microsoft.com/office/drawing/2014/main" id="{E446047B-BEB0-2A8A-5CF0-797E99FF5A3B}"/>
              </a:ext>
            </a:extLst>
          </p:cNvPr>
          <p:cNvSpPr>
            <a:spLocks noGrp="1"/>
          </p:cNvSpPr>
          <p:nvPr/>
        </p:nvSpPr>
        <p:spPr>
          <a:xfrm>
            <a:off x="9932031" y="3828123"/>
            <a:ext cx="17087" cy="16636"/>
          </a:xfrm>
          <a:custGeom>
            <a:avLst/>
            <a:gdLst>
              <a:gd name="csX0" fmla="*/ 25027 w 26295"/>
              <a:gd name="csY0" fmla="*/ 15658 h 26468"/>
              <a:gd name="csX1" fmla="*/ 11068 w 26295"/>
              <a:gd name="csY1" fmla="*/ 15277 h 26468"/>
              <a:gd name="csX2" fmla="*/ 6118 w 26295"/>
              <a:gd name="csY2" fmla="*/ 429 h 26468"/>
              <a:gd name="csX3" fmla="*/ 5230 w 26295"/>
              <a:gd name="csY3" fmla="*/ 429 h 26468"/>
              <a:gd name="csX4" fmla="*/ 3707 w 26295"/>
              <a:gd name="csY4" fmla="*/ 23526 h 26468"/>
              <a:gd name="csX5" fmla="*/ 25281 w 26295"/>
              <a:gd name="csY5" fmla="*/ 19592 h 26468"/>
              <a:gd name="csX6" fmla="*/ 25027 w 26295"/>
              <a:gd name="csY6" fmla="*/ 15658 h 26468"/>
            </a:gdLst>
            <a:ahLst/>
            <a:cxnLst/>
            <a:rect l="l" t="t" r="r" b="b"/>
            <a:pathLst>
              <a:path w="26295" h="26468">
                <a:moveTo>
                  <a:pt x="25027" y="15658"/>
                </a:moveTo>
                <a:cubicBezTo>
                  <a:pt x="20585" y="15658"/>
                  <a:pt x="15002" y="17434"/>
                  <a:pt x="11068" y="15277"/>
                </a:cubicBezTo>
                <a:cubicBezTo>
                  <a:pt x="6626" y="12739"/>
                  <a:pt x="6245" y="6394"/>
                  <a:pt x="6118" y="429"/>
                </a:cubicBezTo>
                <a:cubicBezTo>
                  <a:pt x="6118" y="-205"/>
                  <a:pt x="5611" y="-78"/>
                  <a:pt x="5230" y="429"/>
                </a:cubicBezTo>
                <a:cubicBezTo>
                  <a:pt x="27" y="7790"/>
                  <a:pt x="-2638" y="17308"/>
                  <a:pt x="3707" y="23526"/>
                </a:cubicBezTo>
                <a:cubicBezTo>
                  <a:pt x="9418" y="29237"/>
                  <a:pt x="18555" y="25937"/>
                  <a:pt x="25281" y="19592"/>
                </a:cubicBezTo>
                <a:cubicBezTo>
                  <a:pt x="26550" y="18450"/>
                  <a:pt x="26804" y="15658"/>
                  <a:pt x="25027" y="15658"/>
                </a:cubicBezTo>
                <a:close/>
              </a:path>
            </a:pathLst>
          </a:custGeom>
          <a:solidFill>
            <a:srgbClr val="263238"/>
          </a:solidFill>
          <a:ln w="12677">
            <a:noFill/>
            <a:prstDash val="solid"/>
          </a:ln>
        </p:spPr>
        <p:txBody>
          <a:bodyPr/>
          <a:lstStyle/>
          <a:p>
            <a:endParaRPr/>
          </a:p>
        </p:txBody>
      </p:sp>
      <p:sp>
        <p:nvSpPr>
          <p:cNvPr id="441" name="Freeform: Shape 440">
            <a:extLst>
              <a:ext uri="{FF2B5EF4-FFF2-40B4-BE49-F238E27FC236}">
                <a16:creationId xmlns:a16="http://schemas.microsoft.com/office/drawing/2014/main" id="{C414FA00-44E4-941D-0020-8130A1718490}"/>
              </a:ext>
            </a:extLst>
          </p:cNvPr>
          <p:cNvSpPr>
            <a:spLocks noGrp="1"/>
          </p:cNvSpPr>
          <p:nvPr/>
        </p:nvSpPr>
        <p:spPr>
          <a:xfrm>
            <a:off x="9937480" y="3942343"/>
            <a:ext cx="18872" cy="10821"/>
          </a:xfrm>
          <a:custGeom>
            <a:avLst/>
            <a:gdLst>
              <a:gd name="csX0" fmla="*/ 27808 w 29041"/>
              <a:gd name="csY0" fmla="*/ 9447 h 17216"/>
              <a:gd name="csX1" fmla="*/ 12834 w 29041"/>
              <a:gd name="csY1" fmla="*/ 10970 h 17216"/>
              <a:gd name="csX2" fmla="*/ 905 w 29041"/>
              <a:gd name="csY2" fmla="*/ 183 h 17216"/>
              <a:gd name="csX3" fmla="*/ 16 w 29041"/>
              <a:gd name="csY3" fmla="*/ 564 h 17216"/>
              <a:gd name="csX4" fmla="*/ 12453 w 29041"/>
              <a:gd name="csY4" fmla="*/ 16554 h 17216"/>
              <a:gd name="csX5" fmla="*/ 28824 w 29041"/>
              <a:gd name="csY5" fmla="*/ 10843 h 17216"/>
              <a:gd name="csX6" fmla="*/ 27935 w 29041"/>
              <a:gd name="csY6" fmla="*/ 9574 h 17216"/>
            </a:gdLst>
            <a:ahLst/>
            <a:cxnLst/>
            <a:rect l="l" t="t" r="r" b="b"/>
            <a:pathLst>
              <a:path w="29041" h="17216">
                <a:moveTo>
                  <a:pt x="27808" y="9447"/>
                </a:moveTo>
                <a:cubicBezTo>
                  <a:pt x="23113" y="10716"/>
                  <a:pt x="17783" y="13127"/>
                  <a:pt x="12834" y="10970"/>
                </a:cubicBezTo>
                <a:cubicBezTo>
                  <a:pt x="8138" y="8813"/>
                  <a:pt x="4077" y="3990"/>
                  <a:pt x="905" y="183"/>
                </a:cubicBezTo>
                <a:cubicBezTo>
                  <a:pt x="524" y="-197"/>
                  <a:pt x="-110" y="56"/>
                  <a:pt x="16" y="564"/>
                </a:cubicBezTo>
                <a:cubicBezTo>
                  <a:pt x="651" y="7290"/>
                  <a:pt x="5854" y="14269"/>
                  <a:pt x="12453" y="16554"/>
                </a:cubicBezTo>
                <a:cubicBezTo>
                  <a:pt x="18798" y="18711"/>
                  <a:pt x="24382" y="15285"/>
                  <a:pt x="28824" y="10843"/>
                </a:cubicBezTo>
                <a:cubicBezTo>
                  <a:pt x="29458" y="10208"/>
                  <a:pt x="28570" y="9447"/>
                  <a:pt x="27935" y="9574"/>
                </a:cubicBezTo>
                <a:close/>
              </a:path>
            </a:pathLst>
          </a:custGeom>
          <a:solidFill>
            <a:srgbClr val="263238"/>
          </a:solidFill>
          <a:ln w="12677">
            <a:noFill/>
            <a:prstDash val="solid"/>
          </a:ln>
        </p:spPr>
        <p:txBody>
          <a:bodyPr/>
          <a:lstStyle/>
          <a:p>
            <a:endParaRPr/>
          </a:p>
        </p:txBody>
      </p:sp>
      <p:sp>
        <p:nvSpPr>
          <p:cNvPr id="442" name="Freeform: Shape 441">
            <a:extLst>
              <a:ext uri="{FF2B5EF4-FFF2-40B4-BE49-F238E27FC236}">
                <a16:creationId xmlns:a16="http://schemas.microsoft.com/office/drawing/2014/main" id="{7F694736-38D3-0933-8AA0-9ECA80F8E5BD}"/>
              </a:ext>
            </a:extLst>
          </p:cNvPr>
          <p:cNvSpPr>
            <a:spLocks noGrp="1"/>
          </p:cNvSpPr>
          <p:nvPr/>
        </p:nvSpPr>
        <p:spPr>
          <a:xfrm>
            <a:off x="9925411" y="3825762"/>
            <a:ext cx="68189" cy="101104"/>
          </a:xfrm>
          <a:custGeom>
            <a:avLst/>
            <a:gdLst>
              <a:gd name="csX0" fmla="*/ 22903 w 104931"/>
              <a:gd name="csY0" fmla="*/ 117511 h 160852"/>
              <a:gd name="csX1" fmla="*/ 3233 w 104931"/>
              <a:gd name="csY1" fmla="*/ 143018 h 160852"/>
              <a:gd name="csX2" fmla="*/ 7421 w 104931"/>
              <a:gd name="csY2" fmla="*/ 147587 h 160852"/>
              <a:gd name="csX3" fmla="*/ 7802 w 104931"/>
              <a:gd name="csY3" fmla="*/ 147841 h 160852"/>
              <a:gd name="csX4" fmla="*/ 57802 w 104931"/>
              <a:gd name="csY4" fmla="*/ 157739 h 160852"/>
              <a:gd name="csX5" fmla="*/ 57294 w 104931"/>
              <a:gd name="csY5" fmla="*/ 155709 h 160852"/>
              <a:gd name="csX6" fmla="*/ 12624 w 104931"/>
              <a:gd name="csY6" fmla="*/ 142638 h 160852"/>
              <a:gd name="csX7" fmla="*/ 36609 w 104931"/>
              <a:gd name="csY7" fmla="*/ 113577 h 160852"/>
              <a:gd name="csX8" fmla="*/ 14020 w 104931"/>
              <a:gd name="csY8" fmla="*/ 105582 h 160852"/>
              <a:gd name="csX9" fmla="*/ 104629 w 104931"/>
              <a:gd name="csY9" fmla="*/ 2282 h 160852"/>
              <a:gd name="csX10" fmla="*/ 102726 w 104931"/>
              <a:gd name="csY10" fmla="*/ 252 h 160852"/>
              <a:gd name="csX11" fmla="*/ 441 w 104931"/>
              <a:gd name="csY11" fmla="*/ 107359 h 160852"/>
              <a:gd name="csX12" fmla="*/ 23030 w 104931"/>
              <a:gd name="csY12" fmla="*/ 117384 h 160852"/>
            </a:gdLst>
            <a:ahLst/>
            <a:cxnLst/>
            <a:rect l="l" t="t" r="r" b="b"/>
            <a:pathLst>
              <a:path w="104931" h="160852">
                <a:moveTo>
                  <a:pt x="22903" y="117511"/>
                </a:moveTo>
                <a:cubicBezTo>
                  <a:pt x="22903" y="117511"/>
                  <a:pt x="8690" y="134389"/>
                  <a:pt x="3233" y="143018"/>
                </a:cubicBezTo>
                <a:cubicBezTo>
                  <a:pt x="2725" y="143780"/>
                  <a:pt x="4629" y="145557"/>
                  <a:pt x="7421" y="147587"/>
                </a:cubicBezTo>
                <a:cubicBezTo>
                  <a:pt x="7421" y="147714"/>
                  <a:pt x="7548" y="147841"/>
                  <a:pt x="7802" y="147841"/>
                </a:cubicBezTo>
                <a:cubicBezTo>
                  <a:pt x="21634" y="159897"/>
                  <a:pt x="40543" y="164465"/>
                  <a:pt x="57802" y="157739"/>
                </a:cubicBezTo>
                <a:cubicBezTo>
                  <a:pt x="58944" y="157232"/>
                  <a:pt x="58436" y="155709"/>
                  <a:pt x="57294" y="155709"/>
                </a:cubicBezTo>
                <a:cubicBezTo>
                  <a:pt x="40543" y="156851"/>
                  <a:pt x="26457" y="151013"/>
                  <a:pt x="12624" y="142638"/>
                </a:cubicBezTo>
                <a:cubicBezTo>
                  <a:pt x="13512" y="139846"/>
                  <a:pt x="37878" y="114592"/>
                  <a:pt x="36609" y="113577"/>
                </a:cubicBezTo>
                <a:cubicBezTo>
                  <a:pt x="32167" y="110150"/>
                  <a:pt x="20746" y="107486"/>
                  <a:pt x="14020" y="105582"/>
                </a:cubicBezTo>
                <a:cubicBezTo>
                  <a:pt x="42573" y="69668"/>
                  <a:pt x="76710" y="38577"/>
                  <a:pt x="104629" y="2282"/>
                </a:cubicBezTo>
                <a:cubicBezTo>
                  <a:pt x="105644" y="1013"/>
                  <a:pt x="103868" y="-637"/>
                  <a:pt x="102726" y="252"/>
                </a:cubicBezTo>
                <a:cubicBezTo>
                  <a:pt x="64654" y="30328"/>
                  <a:pt x="30898" y="70937"/>
                  <a:pt x="441" y="107359"/>
                </a:cubicBezTo>
                <a:cubicBezTo>
                  <a:pt x="-3366" y="111800"/>
                  <a:pt x="18588" y="116623"/>
                  <a:pt x="23030" y="117384"/>
                </a:cubicBezTo>
                <a:close/>
              </a:path>
            </a:pathLst>
          </a:custGeom>
          <a:solidFill>
            <a:srgbClr val="263238"/>
          </a:solidFill>
          <a:ln w="12677">
            <a:noFill/>
            <a:prstDash val="solid"/>
          </a:ln>
        </p:spPr>
        <p:txBody>
          <a:bodyPr/>
          <a:lstStyle/>
          <a:p>
            <a:endParaRPr/>
          </a:p>
        </p:txBody>
      </p:sp>
      <p:sp>
        <p:nvSpPr>
          <p:cNvPr id="444" name="Freeform: Shape 443">
            <a:extLst>
              <a:ext uri="{FF2B5EF4-FFF2-40B4-BE49-F238E27FC236}">
                <a16:creationId xmlns:a16="http://schemas.microsoft.com/office/drawing/2014/main" id="{0AEDC4EE-61EF-DA11-0319-5B93F0083604}"/>
              </a:ext>
            </a:extLst>
          </p:cNvPr>
          <p:cNvSpPr>
            <a:spLocks noGrp="1"/>
          </p:cNvSpPr>
          <p:nvPr/>
        </p:nvSpPr>
        <p:spPr>
          <a:xfrm>
            <a:off x="9932130" y="3916933"/>
            <a:ext cx="30183" cy="25295"/>
          </a:xfrm>
          <a:custGeom>
            <a:avLst/>
            <a:gdLst>
              <a:gd name="csX0" fmla="*/ 0 w 46446"/>
              <a:gd name="csY0" fmla="*/ 0 h 40244"/>
              <a:gd name="csX1" fmla="*/ 8503 w 46446"/>
              <a:gd name="csY1" fmla="*/ 28807 h 40244"/>
              <a:gd name="csX2" fmla="*/ 21066 w 46446"/>
              <a:gd name="csY2" fmla="*/ 39087 h 40244"/>
              <a:gd name="csX3" fmla="*/ 42513 w 46446"/>
              <a:gd name="csY3" fmla="*/ 26142 h 40244"/>
              <a:gd name="csX4" fmla="*/ 46447 w 46446"/>
              <a:gd name="csY4" fmla="*/ 11675 h 40244"/>
              <a:gd name="csX5" fmla="*/ 0 w 46446"/>
              <a:gd name="csY5" fmla="*/ 127 h 40244"/>
            </a:gdLst>
            <a:ahLst/>
            <a:cxnLst/>
            <a:rect l="l" t="t" r="r" b="b"/>
            <a:pathLst>
              <a:path w="46446" h="40244">
                <a:moveTo>
                  <a:pt x="0" y="0"/>
                </a:moveTo>
                <a:cubicBezTo>
                  <a:pt x="0" y="0"/>
                  <a:pt x="254" y="16878"/>
                  <a:pt x="8503" y="28807"/>
                </a:cubicBezTo>
                <a:cubicBezTo>
                  <a:pt x="11548" y="33249"/>
                  <a:pt x="15482" y="36929"/>
                  <a:pt x="21066" y="39087"/>
                </a:cubicBezTo>
                <a:cubicBezTo>
                  <a:pt x="32361" y="43401"/>
                  <a:pt x="38832" y="34898"/>
                  <a:pt x="42513" y="26142"/>
                </a:cubicBezTo>
                <a:cubicBezTo>
                  <a:pt x="45558" y="19036"/>
                  <a:pt x="46447" y="11675"/>
                  <a:pt x="46447" y="11675"/>
                </a:cubicBezTo>
                <a:cubicBezTo>
                  <a:pt x="46447" y="11675"/>
                  <a:pt x="23224" y="14721"/>
                  <a:pt x="0" y="127"/>
                </a:cubicBezTo>
                <a:close/>
              </a:path>
            </a:pathLst>
          </a:custGeom>
          <a:solidFill>
            <a:srgbClr val="263238"/>
          </a:solidFill>
          <a:ln w="12677">
            <a:noFill/>
            <a:prstDash val="solid"/>
          </a:ln>
        </p:spPr>
        <p:txBody>
          <a:bodyPr/>
          <a:lstStyle/>
          <a:p>
            <a:endParaRPr/>
          </a:p>
        </p:txBody>
      </p:sp>
      <p:sp>
        <p:nvSpPr>
          <p:cNvPr id="445" name="Freeform: Shape 444">
            <a:extLst>
              <a:ext uri="{FF2B5EF4-FFF2-40B4-BE49-F238E27FC236}">
                <a16:creationId xmlns:a16="http://schemas.microsoft.com/office/drawing/2014/main" id="{7B519C70-868C-677C-7C0C-B4A955CDBC41}"/>
              </a:ext>
            </a:extLst>
          </p:cNvPr>
          <p:cNvSpPr>
            <a:spLocks noGrp="1"/>
          </p:cNvSpPr>
          <p:nvPr/>
        </p:nvSpPr>
        <p:spPr>
          <a:xfrm>
            <a:off x="9937656" y="3930533"/>
            <a:ext cx="22101" cy="11695"/>
          </a:xfrm>
          <a:custGeom>
            <a:avLst/>
            <a:gdLst>
              <a:gd name="csX0" fmla="*/ 0 w 34010"/>
              <a:gd name="csY0" fmla="*/ 7170 h 18607"/>
              <a:gd name="csX1" fmla="*/ 12563 w 34010"/>
              <a:gd name="csY1" fmla="*/ 17449 h 18607"/>
              <a:gd name="csX2" fmla="*/ 34010 w 34010"/>
              <a:gd name="csY2" fmla="*/ 4505 h 18607"/>
              <a:gd name="csX3" fmla="*/ 0 w 34010"/>
              <a:gd name="csY3" fmla="*/ 7170 h 18607"/>
            </a:gdLst>
            <a:ahLst/>
            <a:cxnLst/>
            <a:rect l="l" t="t" r="r" b="b"/>
            <a:pathLst>
              <a:path w="34010" h="18607">
                <a:moveTo>
                  <a:pt x="0" y="7170"/>
                </a:moveTo>
                <a:cubicBezTo>
                  <a:pt x="3046" y="11612"/>
                  <a:pt x="6980" y="15292"/>
                  <a:pt x="12563" y="17449"/>
                </a:cubicBezTo>
                <a:cubicBezTo>
                  <a:pt x="23858" y="21764"/>
                  <a:pt x="30330" y="13261"/>
                  <a:pt x="34010" y="4505"/>
                </a:cubicBezTo>
                <a:cubicBezTo>
                  <a:pt x="23097" y="-1713"/>
                  <a:pt x="7995" y="-2094"/>
                  <a:pt x="0" y="7170"/>
                </a:cubicBezTo>
                <a:close/>
              </a:path>
            </a:pathLst>
          </a:custGeom>
          <a:solidFill>
            <a:srgbClr val="FF9CBD"/>
          </a:solidFill>
          <a:ln w="12677">
            <a:noFill/>
            <a:prstDash val="solid"/>
          </a:ln>
        </p:spPr>
        <p:txBody>
          <a:bodyPr/>
          <a:lstStyle/>
          <a:p>
            <a:endParaRPr/>
          </a:p>
        </p:txBody>
      </p:sp>
      <p:sp>
        <p:nvSpPr>
          <p:cNvPr id="435" name="Freeform: Shape 434">
            <a:extLst>
              <a:ext uri="{FF2B5EF4-FFF2-40B4-BE49-F238E27FC236}">
                <a16:creationId xmlns:a16="http://schemas.microsoft.com/office/drawing/2014/main" id="{A84880F2-7929-7BDC-97EB-6E59A4E7A76C}"/>
              </a:ext>
            </a:extLst>
          </p:cNvPr>
          <p:cNvSpPr>
            <a:spLocks noGrp="1"/>
          </p:cNvSpPr>
          <p:nvPr/>
        </p:nvSpPr>
        <p:spPr>
          <a:xfrm>
            <a:off x="9944666" y="3736116"/>
            <a:ext cx="239669" cy="239374"/>
          </a:xfrm>
          <a:custGeom>
            <a:avLst/>
            <a:gdLst>
              <a:gd name="csX0" fmla="*/ 244289 w 368805"/>
              <a:gd name="csY0" fmla="*/ 379929 h 380833"/>
              <a:gd name="csX1" fmla="*/ 242639 w 368805"/>
              <a:gd name="csY1" fmla="*/ 281071 h 380833"/>
              <a:gd name="csX2" fmla="*/ 164086 w 368805"/>
              <a:gd name="csY2" fmla="*/ 47314 h 380833"/>
              <a:gd name="csX3" fmla="*/ 0 w 368805"/>
              <a:gd name="csY3" fmla="*/ 100995 h 380833"/>
              <a:gd name="csX4" fmla="*/ 196700 w 368805"/>
              <a:gd name="csY4" fmla="*/ 5309 h 380833"/>
              <a:gd name="csX5" fmla="*/ 367386 w 368805"/>
              <a:gd name="csY5" fmla="*/ 173457 h 380833"/>
              <a:gd name="csX6" fmla="*/ 244289 w 368805"/>
              <a:gd name="csY6" fmla="*/ 379929 h 380833"/>
            </a:gdLst>
            <a:ahLst/>
            <a:cxnLst/>
            <a:rect l="l" t="t" r="r" b="b"/>
            <a:pathLst>
              <a:path w="368805" h="380833">
                <a:moveTo>
                  <a:pt x="244289" y="379929"/>
                </a:moveTo>
                <a:cubicBezTo>
                  <a:pt x="207360" y="364954"/>
                  <a:pt x="242639" y="281071"/>
                  <a:pt x="242639" y="281071"/>
                </a:cubicBezTo>
                <a:cubicBezTo>
                  <a:pt x="242639" y="281071"/>
                  <a:pt x="109644" y="173964"/>
                  <a:pt x="164086" y="47314"/>
                </a:cubicBezTo>
                <a:cubicBezTo>
                  <a:pt x="164086" y="47314"/>
                  <a:pt x="96193" y="109497"/>
                  <a:pt x="0" y="100995"/>
                </a:cubicBezTo>
                <a:cubicBezTo>
                  <a:pt x="0" y="100995"/>
                  <a:pt x="78553" y="-27305"/>
                  <a:pt x="196700" y="5309"/>
                </a:cubicBezTo>
                <a:cubicBezTo>
                  <a:pt x="196700" y="5309"/>
                  <a:pt x="352030" y="30563"/>
                  <a:pt x="367386" y="173457"/>
                </a:cubicBezTo>
                <a:cubicBezTo>
                  <a:pt x="382741" y="316350"/>
                  <a:pt x="269035" y="389954"/>
                  <a:pt x="244289" y="379929"/>
                </a:cubicBezTo>
                <a:close/>
              </a:path>
            </a:pathLst>
          </a:custGeom>
          <a:solidFill>
            <a:srgbClr val="263238"/>
          </a:solidFill>
          <a:ln w="12677">
            <a:noFill/>
            <a:prstDash val="solid"/>
          </a:ln>
        </p:spPr>
        <p:txBody>
          <a:bodyPr/>
          <a:lstStyle/>
          <a:p>
            <a:endParaRPr/>
          </a:p>
        </p:txBody>
      </p:sp>
      <p:sp>
        <p:nvSpPr>
          <p:cNvPr id="436" name="Freeform: Shape 435">
            <a:extLst>
              <a:ext uri="{FF2B5EF4-FFF2-40B4-BE49-F238E27FC236}">
                <a16:creationId xmlns:a16="http://schemas.microsoft.com/office/drawing/2014/main" id="{D926A954-1CBB-703B-ABFC-7F318C8C9383}"/>
              </a:ext>
            </a:extLst>
          </p:cNvPr>
          <p:cNvSpPr>
            <a:spLocks noGrp="1"/>
          </p:cNvSpPr>
          <p:nvPr/>
        </p:nvSpPr>
        <p:spPr>
          <a:xfrm>
            <a:off x="10036676" y="3760034"/>
            <a:ext cx="46866" cy="142541"/>
          </a:xfrm>
          <a:custGeom>
            <a:avLst/>
            <a:gdLst>
              <a:gd name="csX0" fmla="*/ 26942 w 72119"/>
              <a:gd name="csY0" fmla="*/ 127 h 226776"/>
              <a:gd name="csX1" fmla="*/ 2957 w 72119"/>
              <a:gd name="csY1" fmla="*/ 58375 h 226776"/>
              <a:gd name="csX2" fmla="*/ 3718 w 72119"/>
              <a:gd name="csY2" fmla="*/ 122208 h 226776"/>
              <a:gd name="csX3" fmla="*/ 8033 w 72119"/>
              <a:gd name="csY3" fmla="*/ 137690 h 226776"/>
              <a:gd name="csX4" fmla="*/ 10444 w 72119"/>
              <a:gd name="csY4" fmla="*/ 145304 h 226776"/>
              <a:gd name="csX5" fmla="*/ 13744 w 72119"/>
              <a:gd name="csY5" fmla="*/ 152665 h 226776"/>
              <a:gd name="csX6" fmla="*/ 20596 w 72119"/>
              <a:gd name="csY6" fmla="*/ 167132 h 226776"/>
              <a:gd name="csX7" fmla="*/ 29226 w 72119"/>
              <a:gd name="csY7" fmla="*/ 180584 h 226776"/>
              <a:gd name="csX8" fmla="*/ 33667 w 72119"/>
              <a:gd name="csY8" fmla="*/ 187183 h 226776"/>
              <a:gd name="csX9" fmla="*/ 38744 w 72119"/>
              <a:gd name="csY9" fmla="*/ 193274 h 226776"/>
              <a:gd name="csX10" fmla="*/ 48896 w 72119"/>
              <a:gd name="csY10" fmla="*/ 205457 h 226776"/>
              <a:gd name="csX11" fmla="*/ 72119 w 72119"/>
              <a:gd name="csY11" fmla="*/ 226777 h 226776"/>
              <a:gd name="csX12" fmla="*/ 52449 w 72119"/>
              <a:gd name="csY12" fmla="*/ 202411 h 226776"/>
              <a:gd name="csX13" fmla="*/ 43566 w 72119"/>
              <a:gd name="csY13" fmla="*/ 189721 h 226776"/>
              <a:gd name="csX14" fmla="*/ 39124 w 72119"/>
              <a:gd name="csY14" fmla="*/ 183375 h 226776"/>
              <a:gd name="csX15" fmla="*/ 35444 w 72119"/>
              <a:gd name="csY15" fmla="*/ 176650 h 226776"/>
              <a:gd name="csX16" fmla="*/ 28084 w 72119"/>
              <a:gd name="csY16" fmla="*/ 163198 h 226776"/>
              <a:gd name="csX17" fmla="*/ 22119 w 72119"/>
              <a:gd name="csY17" fmla="*/ 149112 h 226776"/>
              <a:gd name="csX18" fmla="*/ 19200 w 72119"/>
              <a:gd name="csY18" fmla="*/ 142132 h 226776"/>
              <a:gd name="csX19" fmla="*/ 17043 w 72119"/>
              <a:gd name="csY19" fmla="*/ 134772 h 226776"/>
              <a:gd name="csX20" fmla="*/ 13109 w 72119"/>
              <a:gd name="csY20" fmla="*/ 120051 h 226776"/>
              <a:gd name="csX21" fmla="*/ 10317 w 72119"/>
              <a:gd name="csY21" fmla="*/ 59391 h 226776"/>
              <a:gd name="csX22" fmla="*/ 16408 w 72119"/>
              <a:gd name="csY22" fmla="*/ 29188 h 226776"/>
              <a:gd name="csX23" fmla="*/ 27068 w 72119"/>
              <a:gd name="csY23" fmla="*/ 0 h 226776"/>
            </a:gdLst>
            <a:ahLst/>
            <a:cxnLst/>
            <a:rect l="l" t="t" r="r" b="b"/>
            <a:pathLst>
              <a:path w="72119" h="226776">
                <a:moveTo>
                  <a:pt x="26942" y="127"/>
                </a:moveTo>
                <a:cubicBezTo>
                  <a:pt x="14759" y="17259"/>
                  <a:pt x="7018" y="37563"/>
                  <a:pt x="2957" y="58375"/>
                </a:cubicBezTo>
                <a:cubicBezTo>
                  <a:pt x="-1104" y="79315"/>
                  <a:pt x="-1104" y="101269"/>
                  <a:pt x="3718" y="122208"/>
                </a:cubicBezTo>
                <a:cubicBezTo>
                  <a:pt x="4479" y="127538"/>
                  <a:pt x="6637" y="132487"/>
                  <a:pt x="8033" y="137690"/>
                </a:cubicBezTo>
                <a:lnTo>
                  <a:pt x="10444" y="145304"/>
                </a:lnTo>
                <a:cubicBezTo>
                  <a:pt x="11459" y="147843"/>
                  <a:pt x="12602" y="150254"/>
                  <a:pt x="13744" y="152665"/>
                </a:cubicBezTo>
                <a:cubicBezTo>
                  <a:pt x="16028" y="157487"/>
                  <a:pt x="18185" y="162436"/>
                  <a:pt x="20596" y="167132"/>
                </a:cubicBezTo>
                <a:cubicBezTo>
                  <a:pt x="23388" y="171701"/>
                  <a:pt x="26307" y="176142"/>
                  <a:pt x="29226" y="180584"/>
                </a:cubicBezTo>
                <a:cubicBezTo>
                  <a:pt x="30749" y="182741"/>
                  <a:pt x="32017" y="185025"/>
                  <a:pt x="33667" y="187183"/>
                </a:cubicBezTo>
                <a:lnTo>
                  <a:pt x="38744" y="193274"/>
                </a:lnTo>
                <a:lnTo>
                  <a:pt x="48896" y="205457"/>
                </a:lnTo>
                <a:cubicBezTo>
                  <a:pt x="56383" y="212944"/>
                  <a:pt x="64251" y="219924"/>
                  <a:pt x="72119" y="226777"/>
                </a:cubicBezTo>
                <a:cubicBezTo>
                  <a:pt x="65774" y="218401"/>
                  <a:pt x="58668" y="210787"/>
                  <a:pt x="52449" y="202411"/>
                </a:cubicBezTo>
                <a:lnTo>
                  <a:pt x="43566" y="189721"/>
                </a:lnTo>
                <a:lnTo>
                  <a:pt x="39124" y="183375"/>
                </a:lnTo>
                <a:cubicBezTo>
                  <a:pt x="37855" y="181218"/>
                  <a:pt x="36713" y="178807"/>
                  <a:pt x="35444" y="176650"/>
                </a:cubicBezTo>
                <a:cubicBezTo>
                  <a:pt x="33033" y="172081"/>
                  <a:pt x="30622" y="167640"/>
                  <a:pt x="28084" y="163198"/>
                </a:cubicBezTo>
                <a:cubicBezTo>
                  <a:pt x="25926" y="158629"/>
                  <a:pt x="24150" y="153807"/>
                  <a:pt x="22119" y="149112"/>
                </a:cubicBezTo>
                <a:lnTo>
                  <a:pt x="19200" y="142132"/>
                </a:lnTo>
                <a:lnTo>
                  <a:pt x="17043" y="134772"/>
                </a:lnTo>
                <a:cubicBezTo>
                  <a:pt x="15774" y="129822"/>
                  <a:pt x="13744" y="125127"/>
                  <a:pt x="13109" y="120051"/>
                </a:cubicBezTo>
                <a:cubicBezTo>
                  <a:pt x="8287" y="100254"/>
                  <a:pt x="8160" y="79695"/>
                  <a:pt x="10317" y="59391"/>
                </a:cubicBezTo>
                <a:cubicBezTo>
                  <a:pt x="11459" y="49238"/>
                  <a:pt x="13617" y="39086"/>
                  <a:pt x="16408" y="29188"/>
                </a:cubicBezTo>
                <a:cubicBezTo>
                  <a:pt x="19074" y="19162"/>
                  <a:pt x="22754" y="9518"/>
                  <a:pt x="27068" y="0"/>
                </a:cubicBezTo>
                <a:close/>
              </a:path>
            </a:pathLst>
          </a:custGeom>
          <a:solidFill>
            <a:srgbClr val="263238"/>
          </a:solidFill>
          <a:ln w="12677">
            <a:noFill/>
            <a:prstDash val="solid"/>
          </a:ln>
        </p:spPr>
        <p:txBody>
          <a:bodyPr/>
          <a:lstStyle/>
          <a:p>
            <a:endParaRPr/>
          </a:p>
        </p:txBody>
      </p:sp>
      <p:sp>
        <p:nvSpPr>
          <p:cNvPr id="433" name="Freeform: Shape 432">
            <a:extLst>
              <a:ext uri="{FF2B5EF4-FFF2-40B4-BE49-F238E27FC236}">
                <a16:creationId xmlns:a16="http://schemas.microsoft.com/office/drawing/2014/main" id="{672989D3-4123-66F4-99FA-B8E19FAE9834}"/>
              </a:ext>
            </a:extLst>
          </p:cNvPr>
          <p:cNvSpPr>
            <a:spLocks noGrp="1"/>
          </p:cNvSpPr>
          <p:nvPr/>
        </p:nvSpPr>
        <p:spPr>
          <a:xfrm>
            <a:off x="10065906" y="3949305"/>
            <a:ext cx="84974" cy="65173"/>
          </a:xfrm>
          <a:custGeom>
            <a:avLst/>
            <a:gdLst>
              <a:gd name="csX0" fmla="*/ 36911 w 130759"/>
              <a:gd name="csY0" fmla="*/ 19310 h 103688"/>
              <a:gd name="csX1" fmla="*/ 127774 w 130759"/>
              <a:gd name="csY1" fmla="*/ 10808 h 103688"/>
              <a:gd name="csX2" fmla="*/ 33738 w 130759"/>
              <a:gd name="csY2" fmla="*/ 103447 h 103688"/>
              <a:gd name="csX3" fmla="*/ 109 w 130759"/>
              <a:gd name="csY3" fmla="*/ 63980 h 103688"/>
              <a:gd name="csX4" fmla="*/ 36911 w 130759"/>
              <a:gd name="csY4" fmla="*/ 19310 h 103688"/>
            </a:gdLst>
            <a:ahLst/>
            <a:cxnLst/>
            <a:rect l="l" t="t" r="r" b="b"/>
            <a:pathLst>
              <a:path w="130759" h="103688">
                <a:moveTo>
                  <a:pt x="36911" y="19310"/>
                </a:moveTo>
                <a:cubicBezTo>
                  <a:pt x="36911" y="19310"/>
                  <a:pt x="108865" y="-17746"/>
                  <a:pt x="127774" y="10808"/>
                </a:cubicBezTo>
                <a:cubicBezTo>
                  <a:pt x="146682" y="39488"/>
                  <a:pt x="71048" y="108269"/>
                  <a:pt x="33738" y="103447"/>
                </a:cubicBezTo>
                <a:cubicBezTo>
                  <a:pt x="-3698" y="98625"/>
                  <a:pt x="109" y="63980"/>
                  <a:pt x="109" y="63980"/>
                </a:cubicBezTo>
                <a:lnTo>
                  <a:pt x="36911" y="19310"/>
                </a:lnTo>
                <a:close/>
              </a:path>
            </a:pathLst>
          </a:custGeom>
          <a:solidFill>
            <a:srgbClr val="AD6359"/>
          </a:solidFill>
          <a:ln w="12677">
            <a:noFill/>
            <a:prstDash val="solid"/>
          </a:ln>
        </p:spPr>
        <p:txBody>
          <a:bodyPr/>
          <a:lstStyle/>
          <a:p>
            <a:endParaRPr/>
          </a:p>
        </p:txBody>
      </p:sp>
      <p:sp>
        <p:nvSpPr>
          <p:cNvPr id="434" name="Freeform: Shape 433">
            <a:extLst>
              <a:ext uri="{FF2B5EF4-FFF2-40B4-BE49-F238E27FC236}">
                <a16:creationId xmlns:a16="http://schemas.microsoft.com/office/drawing/2014/main" id="{0E3132F4-11FA-7BC4-2D29-1755897738AD}"/>
              </a:ext>
            </a:extLst>
          </p:cNvPr>
          <p:cNvSpPr>
            <a:spLocks noGrp="1"/>
          </p:cNvSpPr>
          <p:nvPr/>
        </p:nvSpPr>
        <p:spPr>
          <a:xfrm>
            <a:off x="10076638" y="3966241"/>
            <a:ext cx="57912" cy="31565"/>
          </a:xfrm>
          <a:custGeom>
            <a:avLst/>
            <a:gdLst>
              <a:gd name="csX0" fmla="*/ 89053 w 89116"/>
              <a:gd name="csY0" fmla="*/ 3153 h 50219"/>
              <a:gd name="csX1" fmla="*/ 88799 w 89116"/>
              <a:gd name="csY1" fmla="*/ 4041 h 50219"/>
              <a:gd name="csX2" fmla="*/ 20779 w 89116"/>
              <a:gd name="csY2" fmla="*/ 32467 h 50219"/>
              <a:gd name="csX3" fmla="*/ 49586 w 89116"/>
              <a:gd name="csY3" fmla="*/ 41478 h 50219"/>
              <a:gd name="csX4" fmla="*/ 48317 w 89116"/>
              <a:gd name="csY4" fmla="*/ 42366 h 50219"/>
              <a:gd name="csX5" fmla="*/ 23190 w 89116"/>
              <a:gd name="csY5" fmla="*/ 37924 h 50219"/>
              <a:gd name="csX6" fmla="*/ 3774 w 89116"/>
              <a:gd name="csY6" fmla="*/ 49853 h 50219"/>
              <a:gd name="csX7" fmla="*/ 601 w 89116"/>
              <a:gd name="csY7" fmla="*/ 46554 h 50219"/>
              <a:gd name="csX8" fmla="*/ 1109 w 89116"/>
              <a:gd name="csY8" fmla="*/ 46173 h 50219"/>
              <a:gd name="csX9" fmla="*/ 89053 w 89116"/>
              <a:gd name="csY9" fmla="*/ 3280 h 50219"/>
            </a:gdLst>
            <a:ahLst/>
            <a:cxnLst/>
            <a:rect l="l" t="t" r="r" b="b"/>
            <a:pathLst>
              <a:path w="89116" h="50219">
                <a:moveTo>
                  <a:pt x="89053" y="3153"/>
                </a:moveTo>
                <a:cubicBezTo>
                  <a:pt x="89053" y="3153"/>
                  <a:pt x="89307" y="4168"/>
                  <a:pt x="88799" y="4041"/>
                </a:cubicBezTo>
                <a:cubicBezTo>
                  <a:pt x="62276" y="1376"/>
                  <a:pt x="39941" y="15589"/>
                  <a:pt x="20779" y="32467"/>
                </a:cubicBezTo>
                <a:cubicBezTo>
                  <a:pt x="31565" y="27772"/>
                  <a:pt x="42733" y="28026"/>
                  <a:pt x="49586" y="41478"/>
                </a:cubicBezTo>
                <a:cubicBezTo>
                  <a:pt x="49966" y="42239"/>
                  <a:pt x="48952" y="42746"/>
                  <a:pt x="48317" y="42366"/>
                </a:cubicBezTo>
                <a:cubicBezTo>
                  <a:pt x="40322" y="35767"/>
                  <a:pt x="33089" y="33863"/>
                  <a:pt x="23190" y="37924"/>
                </a:cubicBezTo>
                <a:cubicBezTo>
                  <a:pt x="16210" y="40716"/>
                  <a:pt x="9865" y="45665"/>
                  <a:pt x="3774" y="49853"/>
                </a:cubicBezTo>
                <a:cubicBezTo>
                  <a:pt x="1743" y="51249"/>
                  <a:pt x="-1302" y="48330"/>
                  <a:pt x="601" y="46554"/>
                </a:cubicBezTo>
                <a:cubicBezTo>
                  <a:pt x="728" y="46427"/>
                  <a:pt x="855" y="46300"/>
                  <a:pt x="1109" y="46173"/>
                </a:cubicBezTo>
                <a:cubicBezTo>
                  <a:pt x="15195" y="18000"/>
                  <a:pt x="57581" y="-9664"/>
                  <a:pt x="89053" y="3280"/>
                </a:cubicBezTo>
                <a:close/>
              </a:path>
            </a:pathLst>
          </a:custGeom>
          <a:solidFill>
            <a:srgbClr val="263238"/>
          </a:solidFill>
          <a:ln w="12677">
            <a:noFill/>
            <a:prstDash val="solid"/>
          </a:ln>
        </p:spPr>
        <p:txBody>
          <a:bodyPr/>
          <a:lstStyle/>
          <a:p>
            <a:endParaRPr/>
          </a:p>
        </p:txBody>
      </p:sp>
      <p:sp>
        <p:nvSpPr>
          <p:cNvPr id="426" name="Freeform: Shape 425">
            <a:extLst>
              <a:ext uri="{FF2B5EF4-FFF2-40B4-BE49-F238E27FC236}">
                <a16:creationId xmlns:a16="http://schemas.microsoft.com/office/drawing/2014/main" id="{04F87725-4B86-256E-6ABB-B62BFF43FAB3}"/>
              </a:ext>
            </a:extLst>
          </p:cNvPr>
          <p:cNvSpPr>
            <a:spLocks noGrp="1"/>
          </p:cNvSpPr>
          <p:nvPr/>
        </p:nvSpPr>
        <p:spPr>
          <a:xfrm>
            <a:off x="9876106" y="4095290"/>
            <a:ext cx="202323" cy="163450"/>
          </a:xfrm>
          <a:custGeom>
            <a:avLst/>
            <a:gdLst>
              <a:gd name="csX0" fmla="*/ 155246 w 311337"/>
              <a:gd name="csY0" fmla="*/ 0 h 260042"/>
              <a:gd name="csX1" fmla="*/ 43 w 311337"/>
              <a:gd name="csY1" fmla="*/ 229188 h 260042"/>
              <a:gd name="csX2" fmla="*/ 144840 w 311337"/>
              <a:gd name="csY2" fmla="*/ 259264 h 260042"/>
              <a:gd name="csX3" fmla="*/ 311338 w 311337"/>
              <a:gd name="csY3" fmla="*/ 11041 h 260042"/>
              <a:gd name="csX4" fmla="*/ 155373 w 311337"/>
              <a:gd name="csY4" fmla="*/ 127 h 260042"/>
            </a:gdLst>
            <a:ahLst/>
            <a:cxnLst/>
            <a:rect l="l" t="t" r="r" b="b"/>
            <a:pathLst>
              <a:path w="311337" h="260042">
                <a:moveTo>
                  <a:pt x="155246" y="0"/>
                </a:moveTo>
                <a:cubicBezTo>
                  <a:pt x="155246" y="0"/>
                  <a:pt x="-3003" y="215863"/>
                  <a:pt x="43" y="229188"/>
                </a:cubicBezTo>
                <a:cubicBezTo>
                  <a:pt x="3089" y="242386"/>
                  <a:pt x="128089" y="264467"/>
                  <a:pt x="144840" y="259264"/>
                </a:cubicBezTo>
                <a:cubicBezTo>
                  <a:pt x="161591" y="253934"/>
                  <a:pt x="311338" y="11041"/>
                  <a:pt x="311338" y="11041"/>
                </a:cubicBezTo>
                <a:lnTo>
                  <a:pt x="155373" y="127"/>
                </a:lnTo>
                <a:close/>
              </a:path>
            </a:pathLst>
          </a:custGeom>
          <a:solidFill>
            <a:srgbClr val="AD6359"/>
          </a:solidFill>
          <a:ln w="12677">
            <a:noFill/>
            <a:prstDash val="solid"/>
          </a:ln>
        </p:spPr>
        <p:txBody>
          <a:bodyPr/>
          <a:lstStyle/>
          <a:p>
            <a:endParaRPr/>
          </a:p>
        </p:txBody>
      </p:sp>
      <p:sp>
        <p:nvSpPr>
          <p:cNvPr id="404" name="Freeform: Shape 403">
            <a:extLst>
              <a:ext uri="{FF2B5EF4-FFF2-40B4-BE49-F238E27FC236}">
                <a16:creationId xmlns:a16="http://schemas.microsoft.com/office/drawing/2014/main" id="{EACBC93C-B0E0-5A09-152A-F73EB2092516}"/>
              </a:ext>
            </a:extLst>
          </p:cNvPr>
          <p:cNvSpPr>
            <a:spLocks noGrp="1"/>
          </p:cNvSpPr>
          <p:nvPr/>
        </p:nvSpPr>
        <p:spPr>
          <a:xfrm>
            <a:off x="9094771" y="3309596"/>
            <a:ext cx="774846" cy="1193880"/>
          </a:xfrm>
          <a:custGeom>
            <a:avLst/>
            <a:gdLst>
              <a:gd name="csX0" fmla="*/ 98559 w 1192339"/>
              <a:gd name="csY0" fmla="*/ 1701395 h 1899404"/>
              <a:gd name="csX1" fmla="*/ 6046 w 1192339"/>
              <a:gd name="csY1" fmla="*/ 1294035 h 1899404"/>
              <a:gd name="csX2" fmla="*/ 164041 w 1192339"/>
              <a:gd name="csY2" fmla="*/ 27537 h 1899404"/>
              <a:gd name="csX3" fmla="*/ 175843 w 1192339"/>
              <a:gd name="csY3" fmla="*/ 6598 h 1899404"/>
              <a:gd name="csX4" fmla="*/ 198940 w 1192339"/>
              <a:gd name="csY4" fmla="*/ 253 h 1899404"/>
              <a:gd name="csX5" fmla="*/ 501985 w 1192339"/>
              <a:gd name="csY5" fmla="*/ 38070 h 1899404"/>
              <a:gd name="csX6" fmla="*/ 522797 w 1192339"/>
              <a:gd name="csY6" fmla="*/ 49872 h 1899404"/>
              <a:gd name="csX7" fmla="*/ 529143 w 1192339"/>
              <a:gd name="csY7" fmla="*/ 72968 h 1899404"/>
              <a:gd name="csX8" fmla="*/ 366579 w 1192339"/>
              <a:gd name="csY8" fmla="*/ 1375634 h 1899404"/>
              <a:gd name="csX9" fmla="*/ 391198 w 1192339"/>
              <a:gd name="csY9" fmla="*/ 1515481 h 1899404"/>
              <a:gd name="csX10" fmla="*/ 493483 w 1192339"/>
              <a:gd name="csY10" fmla="*/ 1580837 h 1899404"/>
              <a:gd name="csX11" fmla="*/ 607442 w 1192339"/>
              <a:gd name="csY11" fmla="*/ 1542385 h 1899404"/>
              <a:gd name="csX12" fmla="*/ 664422 w 1192339"/>
              <a:gd name="csY12" fmla="*/ 1412689 h 1899404"/>
              <a:gd name="csX13" fmla="*/ 826985 w 1192339"/>
              <a:gd name="csY13" fmla="*/ 110024 h 1899404"/>
              <a:gd name="csX14" fmla="*/ 838787 w 1192339"/>
              <a:gd name="csY14" fmla="*/ 89085 h 1899404"/>
              <a:gd name="csX15" fmla="*/ 861884 w 1192339"/>
              <a:gd name="csY15" fmla="*/ 82740 h 1899404"/>
              <a:gd name="csX16" fmla="*/ 1164930 w 1192339"/>
              <a:gd name="csY16" fmla="*/ 120557 h 1899404"/>
              <a:gd name="csX17" fmla="*/ 1185742 w 1192339"/>
              <a:gd name="csY17" fmla="*/ 132359 h 1899404"/>
              <a:gd name="csX18" fmla="*/ 1192087 w 1192339"/>
              <a:gd name="csY18" fmla="*/ 155456 h 1899404"/>
              <a:gd name="csX19" fmla="*/ 1034092 w 1192339"/>
              <a:gd name="csY19" fmla="*/ 1421953 h 1899404"/>
              <a:gd name="csX20" fmla="*/ 844371 w 1192339"/>
              <a:gd name="csY20" fmla="*/ 1794161 h 1899404"/>
              <a:gd name="csX21" fmla="*/ 454523 w 1192339"/>
              <a:gd name="csY21" fmla="*/ 1894162 h 1899404"/>
              <a:gd name="csX22" fmla="*/ 98559 w 1192339"/>
              <a:gd name="csY22" fmla="*/ 1701141 h 1899404"/>
            </a:gdLst>
            <a:ahLst/>
            <a:cxnLst/>
            <a:rect l="l" t="t" r="r" b="b"/>
            <a:pathLst>
              <a:path w="1192339" h="1899404">
                <a:moveTo>
                  <a:pt x="98559" y="1701395"/>
                </a:moveTo>
                <a:cubicBezTo>
                  <a:pt x="16579" y="1592131"/>
                  <a:pt x="-14259" y="1456344"/>
                  <a:pt x="6046" y="1294035"/>
                </a:cubicBezTo>
                <a:lnTo>
                  <a:pt x="164041" y="27537"/>
                </a:lnTo>
                <a:cubicBezTo>
                  <a:pt x="165056" y="18907"/>
                  <a:pt x="168990" y="11928"/>
                  <a:pt x="175843" y="6598"/>
                </a:cubicBezTo>
                <a:cubicBezTo>
                  <a:pt x="182569" y="1268"/>
                  <a:pt x="190310" y="-763"/>
                  <a:pt x="198940" y="253"/>
                </a:cubicBezTo>
                <a:lnTo>
                  <a:pt x="501985" y="38070"/>
                </a:lnTo>
                <a:cubicBezTo>
                  <a:pt x="510615" y="39085"/>
                  <a:pt x="517594" y="43146"/>
                  <a:pt x="522797" y="49872"/>
                </a:cubicBezTo>
                <a:cubicBezTo>
                  <a:pt x="528128" y="56725"/>
                  <a:pt x="530158" y="64339"/>
                  <a:pt x="529143" y="72968"/>
                </a:cubicBezTo>
                <a:lnTo>
                  <a:pt x="366579" y="1375634"/>
                </a:lnTo>
                <a:cubicBezTo>
                  <a:pt x="359726" y="1430964"/>
                  <a:pt x="367848" y="1477537"/>
                  <a:pt x="391198" y="1515481"/>
                </a:cubicBezTo>
                <a:cubicBezTo>
                  <a:pt x="414549" y="1553425"/>
                  <a:pt x="448559" y="1575253"/>
                  <a:pt x="493483" y="1580837"/>
                </a:cubicBezTo>
                <a:cubicBezTo>
                  <a:pt x="538407" y="1586420"/>
                  <a:pt x="576351" y="1573603"/>
                  <a:pt x="607442" y="1542385"/>
                </a:cubicBezTo>
                <a:cubicBezTo>
                  <a:pt x="638533" y="1511167"/>
                  <a:pt x="657442" y="1468020"/>
                  <a:pt x="664422" y="1412689"/>
                </a:cubicBezTo>
                <a:lnTo>
                  <a:pt x="826985" y="110024"/>
                </a:lnTo>
                <a:cubicBezTo>
                  <a:pt x="828001" y="101395"/>
                  <a:pt x="831935" y="94415"/>
                  <a:pt x="838787" y="89085"/>
                </a:cubicBezTo>
                <a:cubicBezTo>
                  <a:pt x="845513" y="83755"/>
                  <a:pt x="853254" y="81725"/>
                  <a:pt x="861884" y="82740"/>
                </a:cubicBezTo>
                <a:lnTo>
                  <a:pt x="1164930" y="120557"/>
                </a:lnTo>
                <a:cubicBezTo>
                  <a:pt x="1173559" y="121572"/>
                  <a:pt x="1180539" y="125633"/>
                  <a:pt x="1185742" y="132359"/>
                </a:cubicBezTo>
                <a:cubicBezTo>
                  <a:pt x="1191072" y="139212"/>
                  <a:pt x="1193102" y="146826"/>
                  <a:pt x="1192087" y="155456"/>
                </a:cubicBezTo>
                <a:lnTo>
                  <a:pt x="1034092" y="1421953"/>
                </a:lnTo>
                <a:cubicBezTo>
                  <a:pt x="1013787" y="1584263"/>
                  <a:pt x="950589" y="1708375"/>
                  <a:pt x="844371" y="1794161"/>
                </a:cubicBezTo>
                <a:cubicBezTo>
                  <a:pt x="738026" y="1879948"/>
                  <a:pt x="608077" y="1913324"/>
                  <a:pt x="454523" y="1894162"/>
                </a:cubicBezTo>
                <a:cubicBezTo>
                  <a:pt x="299193" y="1874745"/>
                  <a:pt x="180412" y="1810405"/>
                  <a:pt x="98559" y="1701141"/>
                </a:cubicBezTo>
                <a:close/>
              </a:path>
            </a:pathLst>
          </a:custGeom>
          <a:solidFill>
            <a:srgbClr val="4B5565"/>
          </a:solidFill>
          <a:ln w="12677">
            <a:noFill/>
            <a:prstDash val="solid"/>
          </a:ln>
        </p:spPr>
        <p:txBody>
          <a:bodyPr/>
          <a:lstStyle/>
          <a:p>
            <a:endParaRPr/>
          </a:p>
        </p:txBody>
      </p:sp>
      <p:sp>
        <p:nvSpPr>
          <p:cNvPr id="417" name="Freeform: Shape 416">
            <a:extLst>
              <a:ext uri="{FF2B5EF4-FFF2-40B4-BE49-F238E27FC236}">
                <a16:creationId xmlns:a16="http://schemas.microsoft.com/office/drawing/2014/main" id="{0BE760DA-FB72-917F-3F14-2A5927A321F6}"/>
              </a:ext>
            </a:extLst>
          </p:cNvPr>
          <p:cNvSpPr>
            <a:spLocks noGrp="1"/>
          </p:cNvSpPr>
          <p:nvPr/>
        </p:nvSpPr>
        <p:spPr>
          <a:xfrm>
            <a:off x="9515323" y="3829686"/>
            <a:ext cx="632266" cy="417653"/>
          </a:xfrm>
          <a:custGeom>
            <a:avLst/>
            <a:gdLst>
              <a:gd name="csX0" fmla="*/ 858010 w 972935"/>
              <a:gd name="csY0" fmla="*/ 658856 h 664466"/>
              <a:gd name="csX1" fmla="*/ 159279 w 972935"/>
              <a:gd name="csY1" fmla="*/ 592486 h 664466"/>
              <a:gd name="csX2" fmla="*/ 142 w 972935"/>
              <a:gd name="csY2" fmla="*/ 94389 h 664466"/>
              <a:gd name="csX3" fmla="*/ 354076 w 972935"/>
              <a:gd name="csY3" fmla="*/ 18501 h 664466"/>
              <a:gd name="csX4" fmla="*/ 410929 w 972935"/>
              <a:gd name="csY4" fmla="*/ 343374 h 664466"/>
              <a:gd name="csX5" fmla="*/ 883771 w 972935"/>
              <a:gd name="csY5" fmla="*/ 513805 h 664466"/>
              <a:gd name="csX6" fmla="*/ 858010 w 972935"/>
              <a:gd name="csY6" fmla="*/ 658856 h 664466"/>
            </a:gdLst>
            <a:ahLst/>
            <a:cxnLst/>
            <a:rect l="l" t="t" r="r" b="b"/>
            <a:pathLst>
              <a:path w="972935" h="664466">
                <a:moveTo>
                  <a:pt x="858010" y="658856"/>
                </a:moveTo>
                <a:cubicBezTo>
                  <a:pt x="611690" y="679034"/>
                  <a:pt x="232249" y="641978"/>
                  <a:pt x="159279" y="592486"/>
                </a:cubicBezTo>
                <a:cubicBezTo>
                  <a:pt x="94558" y="548577"/>
                  <a:pt x="22096" y="231191"/>
                  <a:pt x="142" y="94389"/>
                </a:cubicBezTo>
                <a:cubicBezTo>
                  <a:pt x="-8107" y="43247"/>
                  <a:pt x="346335" y="-36321"/>
                  <a:pt x="354076" y="18501"/>
                </a:cubicBezTo>
                <a:cubicBezTo>
                  <a:pt x="363340" y="84364"/>
                  <a:pt x="395827" y="334618"/>
                  <a:pt x="410929" y="343374"/>
                </a:cubicBezTo>
                <a:cubicBezTo>
                  <a:pt x="427553" y="353019"/>
                  <a:pt x="701538" y="441344"/>
                  <a:pt x="883771" y="513805"/>
                </a:cubicBezTo>
                <a:cubicBezTo>
                  <a:pt x="1049000" y="579415"/>
                  <a:pt x="951157" y="651242"/>
                  <a:pt x="858010" y="658856"/>
                </a:cubicBezTo>
                <a:close/>
              </a:path>
            </a:pathLst>
          </a:custGeom>
          <a:solidFill>
            <a:srgbClr val="AD6359"/>
          </a:solidFill>
          <a:ln w="12677">
            <a:noFill/>
            <a:prstDash val="solid"/>
          </a:ln>
        </p:spPr>
        <p:txBody>
          <a:bodyPr/>
          <a:lstStyle/>
          <a:p>
            <a:endParaRPr/>
          </a:p>
        </p:txBody>
      </p:sp>
      <p:sp>
        <p:nvSpPr>
          <p:cNvPr id="419" name="Freeform: Shape 418">
            <a:extLst>
              <a:ext uri="{FF2B5EF4-FFF2-40B4-BE49-F238E27FC236}">
                <a16:creationId xmlns:a16="http://schemas.microsoft.com/office/drawing/2014/main" id="{130300D9-DBE8-6C8A-0E87-998EFBB2FD89}"/>
              </a:ext>
            </a:extLst>
          </p:cNvPr>
          <p:cNvSpPr>
            <a:spLocks noGrp="1"/>
          </p:cNvSpPr>
          <p:nvPr/>
        </p:nvSpPr>
        <p:spPr>
          <a:xfrm>
            <a:off x="9674250" y="3583212"/>
            <a:ext cx="91896" cy="289451"/>
          </a:xfrm>
          <a:custGeom>
            <a:avLst/>
            <a:gdLst>
              <a:gd name="csX0" fmla="*/ 0 w 141411"/>
              <a:gd name="csY0" fmla="*/ 234742 h 460503"/>
              <a:gd name="csX1" fmla="*/ 24365 w 141411"/>
              <a:gd name="csY1" fmla="*/ 205934 h 460503"/>
              <a:gd name="csX2" fmla="*/ 53807 w 141411"/>
              <a:gd name="csY2" fmla="*/ 97 h 460503"/>
              <a:gd name="csX3" fmla="*/ 140482 w 141411"/>
              <a:gd name="csY3" fmla="*/ 288295 h 460503"/>
              <a:gd name="csX4" fmla="*/ 97716 w 141411"/>
              <a:gd name="csY4" fmla="*/ 460503 h 460503"/>
              <a:gd name="csX5" fmla="*/ 0 w 141411"/>
              <a:gd name="csY5" fmla="*/ 234742 h 460503"/>
            </a:gdLst>
            <a:ahLst/>
            <a:cxnLst/>
            <a:rect l="l" t="t" r="r" b="b"/>
            <a:pathLst>
              <a:path w="141411" h="460503">
                <a:moveTo>
                  <a:pt x="0" y="234742"/>
                </a:moveTo>
                <a:cubicBezTo>
                  <a:pt x="13325" y="253016"/>
                  <a:pt x="23097" y="246036"/>
                  <a:pt x="24365" y="205934"/>
                </a:cubicBezTo>
                <a:cubicBezTo>
                  <a:pt x="25888" y="165198"/>
                  <a:pt x="-3046" y="5427"/>
                  <a:pt x="53807" y="97"/>
                </a:cubicBezTo>
                <a:cubicBezTo>
                  <a:pt x="110787" y="-5360"/>
                  <a:pt x="147843" y="221543"/>
                  <a:pt x="140482" y="288295"/>
                </a:cubicBezTo>
                <a:cubicBezTo>
                  <a:pt x="133249" y="355173"/>
                  <a:pt x="97716" y="460503"/>
                  <a:pt x="97716" y="460503"/>
                </a:cubicBezTo>
                <a:cubicBezTo>
                  <a:pt x="81599" y="417863"/>
                  <a:pt x="32741" y="317990"/>
                  <a:pt x="0" y="234742"/>
                </a:cubicBezTo>
                <a:close/>
              </a:path>
            </a:pathLst>
          </a:custGeom>
          <a:solidFill>
            <a:srgbClr val="AD6359"/>
          </a:solidFill>
          <a:ln w="12677">
            <a:noFill/>
            <a:prstDash val="solid"/>
          </a:ln>
        </p:spPr>
        <p:txBody>
          <a:bodyPr/>
          <a:lstStyle/>
          <a:p>
            <a:endParaRPr/>
          </a:p>
        </p:txBody>
      </p:sp>
      <p:sp>
        <p:nvSpPr>
          <p:cNvPr id="420" name="Freeform: Shape 419">
            <a:extLst>
              <a:ext uri="{FF2B5EF4-FFF2-40B4-BE49-F238E27FC236}">
                <a16:creationId xmlns:a16="http://schemas.microsoft.com/office/drawing/2014/main" id="{1B9AA6A1-D67C-C07A-A520-5B8656348409}"/>
              </a:ext>
            </a:extLst>
          </p:cNvPr>
          <p:cNvSpPr>
            <a:spLocks noGrp="1"/>
          </p:cNvSpPr>
          <p:nvPr/>
        </p:nvSpPr>
        <p:spPr>
          <a:xfrm>
            <a:off x="9475851" y="3504524"/>
            <a:ext cx="261817" cy="423575"/>
          </a:xfrm>
          <a:custGeom>
            <a:avLst/>
            <a:gdLst>
              <a:gd name="csX0" fmla="*/ 81313 w 402886"/>
              <a:gd name="csY0" fmla="*/ 673889 h 673888"/>
              <a:gd name="csX1" fmla="*/ 8216 w 402886"/>
              <a:gd name="csY1" fmla="*/ 256122 h 673888"/>
              <a:gd name="csX2" fmla="*/ 31440 w 402886"/>
              <a:gd name="csY2" fmla="*/ 215260 h 673888"/>
              <a:gd name="csX3" fmla="*/ 77506 w 402886"/>
              <a:gd name="csY3" fmla="*/ 137975 h 673888"/>
              <a:gd name="csX4" fmla="*/ 143623 w 402886"/>
              <a:gd name="csY4" fmla="*/ 73128 h 673888"/>
              <a:gd name="csX5" fmla="*/ 205551 w 402886"/>
              <a:gd name="csY5" fmla="*/ 31 h 673888"/>
              <a:gd name="csX6" fmla="*/ 244130 w 402886"/>
              <a:gd name="csY6" fmla="*/ 174777 h 673888"/>
              <a:gd name="csX7" fmla="*/ 402887 w 402886"/>
              <a:gd name="csY7" fmla="*/ 585818 h 673888"/>
              <a:gd name="csX8" fmla="*/ 81186 w 402886"/>
              <a:gd name="csY8" fmla="*/ 673889 h 673888"/>
            </a:gdLst>
            <a:ahLst/>
            <a:cxnLst/>
            <a:rect l="l" t="t" r="r" b="b"/>
            <a:pathLst>
              <a:path w="402886" h="673888">
                <a:moveTo>
                  <a:pt x="81313" y="673889"/>
                </a:moveTo>
                <a:cubicBezTo>
                  <a:pt x="36516" y="550412"/>
                  <a:pt x="-21733" y="398001"/>
                  <a:pt x="8216" y="256122"/>
                </a:cubicBezTo>
                <a:cubicBezTo>
                  <a:pt x="14054" y="228331"/>
                  <a:pt x="31440" y="215260"/>
                  <a:pt x="31440" y="215260"/>
                </a:cubicBezTo>
                <a:cubicBezTo>
                  <a:pt x="43749" y="151427"/>
                  <a:pt x="77506" y="137975"/>
                  <a:pt x="77506" y="137975"/>
                </a:cubicBezTo>
                <a:cubicBezTo>
                  <a:pt x="107201" y="82011"/>
                  <a:pt x="143623" y="73128"/>
                  <a:pt x="143623" y="73128"/>
                </a:cubicBezTo>
                <a:cubicBezTo>
                  <a:pt x="143623" y="73128"/>
                  <a:pt x="158851" y="-1746"/>
                  <a:pt x="205551" y="31"/>
                </a:cubicBezTo>
                <a:cubicBezTo>
                  <a:pt x="257963" y="1808"/>
                  <a:pt x="226364" y="106503"/>
                  <a:pt x="244130" y="174777"/>
                </a:cubicBezTo>
                <a:cubicBezTo>
                  <a:pt x="284993" y="331123"/>
                  <a:pt x="386643" y="541909"/>
                  <a:pt x="402887" y="585818"/>
                </a:cubicBezTo>
                <a:lnTo>
                  <a:pt x="81186" y="673889"/>
                </a:lnTo>
                <a:close/>
              </a:path>
            </a:pathLst>
          </a:custGeom>
          <a:solidFill>
            <a:srgbClr val="AD6359"/>
          </a:solidFill>
          <a:ln w="12677">
            <a:noFill/>
            <a:prstDash val="solid"/>
          </a:ln>
        </p:spPr>
        <p:txBody>
          <a:bodyPr/>
          <a:lstStyle/>
          <a:p>
            <a:endParaRPr/>
          </a:p>
        </p:txBody>
      </p:sp>
      <p:sp>
        <p:nvSpPr>
          <p:cNvPr id="422" name="Freeform: Shape 421">
            <a:extLst>
              <a:ext uri="{FF2B5EF4-FFF2-40B4-BE49-F238E27FC236}">
                <a16:creationId xmlns:a16="http://schemas.microsoft.com/office/drawing/2014/main" id="{37D8616C-E89C-D462-79B3-6AE29F806E79}"/>
              </a:ext>
            </a:extLst>
          </p:cNvPr>
          <p:cNvSpPr>
            <a:spLocks noGrp="1"/>
          </p:cNvSpPr>
          <p:nvPr/>
        </p:nvSpPr>
        <p:spPr>
          <a:xfrm>
            <a:off x="9562278" y="3550424"/>
            <a:ext cx="25218" cy="186975"/>
          </a:xfrm>
          <a:custGeom>
            <a:avLst/>
            <a:gdLst>
              <a:gd name="csX0" fmla="*/ 38801 w 38807"/>
              <a:gd name="csY0" fmla="*/ 295534 h 297469"/>
              <a:gd name="csX1" fmla="*/ 10882 w 38807"/>
              <a:gd name="csY1" fmla="*/ 156575 h 297469"/>
              <a:gd name="csX2" fmla="*/ 11770 w 38807"/>
              <a:gd name="csY2" fmla="*/ 1372 h 297469"/>
              <a:gd name="csX3" fmla="*/ 9232 w 38807"/>
              <a:gd name="csY3" fmla="*/ 1118 h 297469"/>
              <a:gd name="csX4" fmla="*/ 36643 w 38807"/>
              <a:gd name="csY4" fmla="*/ 296042 h 297469"/>
              <a:gd name="csX5" fmla="*/ 38674 w 38807"/>
              <a:gd name="csY5" fmla="*/ 295534 h 297469"/>
            </a:gdLst>
            <a:ahLst/>
            <a:cxnLst/>
            <a:rect l="l" t="t" r="r" b="b"/>
            <a:pathLst>
              <a:path w="38807" h="297469">
                <a:moveTo>
                  <a:pt x="38801" y="295534"/>
                </a:moveTo>
                <a:cubicBezTo>
                  <a:pt x="27760" y="249341"/>
                  <a:pt x="15577" y="204163"/>
                  <a:pt x="10882" y="156575"/>
                </a:cubicBezTo>
                <a:cubicBezTo>
                  <a:pt x="5679" y="104417"/>
                  <a:pt x="9359" y="53402"/>
                  <a:pt x="11770" y="1372"/>
                </a:cubicBezTo>
                <a:cubicBezTo>
                  <a:pt x="11770" y="-278"/>
                  <a:pt x="9613" y="-532"/>
                  <a:pt x="9232" y="1118"/>
                </a:cubicBezTo>
                <a:cubicBezTo>
                  <a:pt x="-10184" y="94646"/>
                  <a:pt x="1999" y="207336"/>
                  <a:pt x="36643" y="296042"/>
                </a:cubicBezTo>
                <a:cubicBezTo>
                  <a:pt x="37532" y="298199"/>
                  <a:pt x="39308" y="297818"/>
                  <a:pt x="38674" y="295534"/>
                </a:cubicBezTo>
                <a:close/>
              </a:path>
            </a:pathLst>
          </a:custGeom>
          <a:solidFill>
            <a:srgbClr val="263238"/>
          </a:solidFill>
          <a:ln w="12677">
            <a:noFill/>
            <a:prstDash val="solid"/>
          </a:ln>
        </p:spPr>
        <p:txBody>
          <a:bodyPr/>
          <a:lstStyle/>
          <a:p>
            <a:endParaRPr/>
          </a:p>
        </p:txBody>
      </p:sp>
      <p:sp>
        <p:nvSpPr>
          <p:cNvPr id="423" name="Freeform: Shape 422">
            <a:extLst>
              <a:ext uri="{FF2B5EF4-FFF2-40B4-BE49-F238E27FC236}">
                <a16:creationId xmlns:a16="http://schemas.microsoft.com/office/drawing/2014/main" id="{5667DA36-F5DE-2F4E-C1BA-AB9AE5DBAFBB}"/>
              </a:ext>
            </a:extLst>
          </p:cNvPr>
          <p:cNvSpPr>
            <a:spLocks noGrp="1"/>
          </p:cNvSpPr>
          <p:nvPr/>
        </p:nvSpPr>
        <p:spPr>
          <a:xfrm>
            <a:off x="9514677" y="3590995"/>
            <a:ext cx="13850" cy="170775"/>
          </a:xfrm>
          <a:custGeom>
            <a:avLst/>
            <a:gdLst>
              <a:gd name="csX0" fmla="*/ 21315 w 21314"/>
              <a:gd name="csY0" fmla="*/ 269313 h 271696"/>
              <a:gd name="csX1" fmla="*/ 19284 w 21314"/>
              <a:gd name="csY1" fmla="*/ 531 h 271696"/>
              <a:gd name="csX2" fmla="*/ 18396 w 21314"/>
              <a:gd name="csY2" fmla="*/ 277 h 271696"/>
              <a:gd name="csX3" fmla="*/ 19030 w 21314"/>
              <a:gd name="csY3" fmla="*/ 269693 h 271696"/>
              <a:gd name="csX4" fmla="*/ 21188 w 21314"/>
              <a:gd name="csY4" fmla="*/ 269313 h 271696"/>
            </a:gdLst>
            <a:ahLst/>
            <a:cxnLst/>
            <a:rect l="l" t="t" r="r" b="b"/>
            <a:pathLst>
              <a:path w="21314" h="271696">
                <a:moveTo>
                  <a:pt x="21315" y="269313"/>
                </a:moveTo>
                <a:cubicBezTo>
                  <a:pt x="13066" y="223754"/>
                  <a:pt x="-1020" y="143424"/>
                  <a:pt x="19284" y="531"/>
                </a:cubicBezTo>
                <a:cubicBezTo>
                  <a:pt x="19284" y="23"/>
                  <a:pt x="18523" y="-231"/>
                  <a:pt x="18396" y="277"/>
                </a:cubicBezTo>
                <a:cubicBezTo>
                  <a:pt x="-7112" y="91267"/>
                  <a:pt x="-5335" y="179084"/>
                  <a:pt x="19030" y="269693"/>
                </a:cubicBezTo>
                <a:cubicBezTo>
                  <a:pt x="19792" y="272485"/>
                  <a:pt x="21695" y="272358"/>
                  <a:pt x="21188" y="269313"/>
                </a:cubicBezTo>
                <a:close/>
              </a:path>
            </a:pathLst>
          </a:custGeom>
          <a:solidFill>
            <a:srgbClr val="263238"/>
          </a:solidFill>
          <a:ln w="12677">
            <a:noFill/>
            <a:prstDash val="solid"/>
          </a:ln>
        </p:spPr>
        <p:txBody>
          <a:bodyPr/>
          <a:lstStyle/>
          <a:p>
            <a:endParaRPr/>
          </a:p>
        </p:txBody>
      </p:sp>
      <p:sp>
        <p:nvSpPr>
          <p:cNvPr id="424" name="Freeform: Shape 423">
            <a:extLst>
              <a:ext uri="{FF2B5EF4-FFF2-40B4-BE49-F238E27FC236}">
                <a16:creationId xmlns:a16="http://schemas.microsoft.com/office/drawing/2014/main" id="{9072D16F-D41D-EC21-5FB6-B6269F5598DA}"/>
              </a:ext>
            </a:extLst>
          </p:cNvPr>
          <p:cNvSpPr>
            <a:spLocks noGrp="1"/>
          </p:cNvSpPr>
          <p:nvPr/>
        </p:nvSpPr>
        <p:spPr>
          <a:xfrm>
            <a:off x="9487327" y="3639703"/>
            <a:ext cx="9310" cy="134597"/>
          </a:xfrm>
          <a:custGeom>
            <a:avLst/>
            <a:gdLst>
              <a:gd name="csX0" fmla="*/ 14288 w 14327"/>
              <a:gd name="csY0" fmla="*/ 211491 h 214138"/>
              <a:gd name="csX1" fmla="*/ 14035 w 14327"/>
              <a:gd name="csY1" fmla="*/ 450 h 214138"/>
              <a:gd name="csX2" fmla="*/ 13146 w 14327"/>
              <a:gd name="csY2" fmla="*/ 323 h 214138"/>
              <a:gd name="csX3" fmla="*/ 11623 w 14327"/>
              <a:gd name="csY3" fmla="*/ 212252 h 214138"/>
              <a:gd name="csX4" fmla="*/ 14288 w 14327"/>
              <a:gd name="csY4" fmla="*/ 211491 h 214138"/>
            </a:gdLst>
            <a:ahLst/>
            <a:cxnLst/>
            <a:rect l="l" t="t" r="r" b="b"/>
            <a:pathLst>
              <a:path w="14327" h="214138">
                <a:moveTo>
                  <a:pt x="14288" y="211491"/>
                </a:moveTo>
                <a:cubicBezTo>
                  <a:pt x="3121" y="133445"/>
                  <a:pt x="6040" y="82811"/>
                  <a:pt x="14035" y="450"/>
                </a:cubicBezTo>
                <a:cubicBezTo>
                  <a:pt x="14035" y="-58"/>
                  <a:pt x="13273" y="-185"/>
                  <a:pt x="13146" y="323"/>
                </a:cubicBezTo>
                <a:cubicBezTo>
                  <a:pt x="-5889" y="92963"/>
                  <a:pt x="-2336" y="128623"/>
                  <a:pt x="11623" y="212252"/>
                </a:cubicBezTo>
                <a:cubicBezTo>
                  <a:pt x="12131" y="215171"/>
                  <a:pt x="14669" y="214536"/>
                  <a:pt x="14288" y="211491"/>
                </a:cubicBezTo>
                <a:close/>
              </a:path>
            </a:pathLst>
          </a:custGeom>
          <a:solidFill>
            <a:srgbClr val="263238"/>
          </a:solidFill>
          <a:ln w="12677">
            <a:noFill/>
            <a:prstDash val="solid"/>
          </a:ln>
        </p:spPr>
        <p:txBody>
          <a:bodyPr/>
          <a:lstStyle/>
          <a:p>
            <a:endParaRPr/>
          </a:p>
        </p:txBody>
      </p:sp>
      <p:sp>
        <p:nvSpPr>
          <p:cNvPr id="408" name="Freeform: Shape 407">
            <a:extLst>
              <a:ext uri="{FF2B5EF4-FFF2-40B4-BE49-F238E27FC236}">
                <a16:creationId xmlns:a16="http://schemas.microsoft.com/office/drawing/2014/main" id="{D30D5DA2-E6DF-871F-9FAB-ED70A548621B}"/>
              </a:ext>
            </a:extLst>
          </p:cNvPr>
          <p:cNvSpPr>
            <a:spLocks noGrp="1"/>
          </p:cNvSpPr>
          <p:nvPr/>
        </p:nvSpPr>
        <p:spPr>
          <a:xfrm>
            <a:off x="9494468" y="3880240"/>
            <a:ext cx="660638" cy="374998"/>
          </a:xfrm>
          <a:custGeom>
            <a:avLst/>
            <a:gdLst>
              <a:gd name="csX0" fmla="*/ 0 w 1016595"/>
              <a:gd name="csY0" fmla="*/ 72082 h 596603"/>
              <a:gd name="csX1" fmla="*/ 405710 w 1016595"/>
              <a:gd name="csY1" fmla="*/ 0 h 596603"/>
              <a:gd name="csX2" fmla="*/ 460279 w 1016595"/>
              <a:gd name="csY2" fmla="*/ 247843 h 596603"/>
              <a:gd name="csX3" fmla="*/ 952665 w 1016595"/>
              <a:gd name="csY3" fmla="*/ 443909 h 596603"/>
              <a:gd name="csX4" fmla="*/ 898223 w 1016595"/>
              <a:gd name="csY4" fmla="*/ 586168 h 596603"/>
              <a:gd name="csX5" fmla="*/ 164467 w 1016595"/>
              <a:gd name="csY5" fmla="*/ 523858 h 596603"/>
              <a:gd name="csX6" fmla="*/ 0 w 1016595"/>
              <a:gd name="csY6" fmla="*/ 71955 h 596603"/>
            </a:gdLst>
            <a:ahLst/>
            <a:cxnLst/>
            <a:rect l="l" t="t" r="r" b="b"/>
            <a:pathLst>
              <a:path w="1016595" h="596603">
                <a:moveTo>
                  <a:pt x="0" y="72082"/>
                </a:moveTo>
                <a:lnTo>
                  <a:pt x="405710" y="0"/>
                </a:lnTo>
                <a:lnTo>
                  <a:pt x="460279" y="247843"/>
                </a:lnTo>
                <a:cubicBezTo>
                  <a:pt x="596573" y="304061"/>
                  <a:pt x="859391" y="396447"/>
                  <a:pt x="952665" y="443909"/>
                </a:cubicBezTo>
                <a:cubicBezTo>
                  <a:pt x="1062183" y="499619"/>
                  <a:pt x="1022462" y="571447"/>
                  <a:pt x="898223" y="586168"/>
                </a:cubicBezTo>
                <a:cubicBezTo>
                  <a:pt x="613959" y="619924"/>
                  <a:pt x="223350" y="564467"/>
                  <a:pt x="164467" y="523858"/>
                </a:cubicBezTo>
                <a:cubicBezTo>
                  <a:pt x="79949" y="465736"/>
                  <a:pt x="0" y="71955"/>
                  <a:pt x="0" y="71955"/>
                </a:cubicBezTo>
                <a:close/>
              </a:path>
            </a:pathLst>
          </a:custGeom>
          <a:solidFill>
            <a:srgbClr val="DBDBDB"/>
          </a:solidFill>
          <a:ln w="12677">
            <a:noFill/>
            <a:prstDash val="solid"/>
          </a:ln>
        </p:spPr>
        <p:txBody>
          <a:bodyPr/>
          <a:lstStyle/>
          <a:p>
            <a:endParaRPr/>
          </a:p>
        </p:txBody>
      </p:sp>
      <p:sp>
        <p:nvSpPr>
          <p:cNvPr id="410" name="Freeform: Shape 409">
            <a:extLst>
              <a:ext uri="{FF2B5EF4-FFF2-40B4-BE49-F238E27FC236}">
                <a16:creationId xmlns:a16="http://schemas.microsoft.com/office/drawing/2014/main" id="{1EDFA6B2-B37D-6E92-D375-08E3A1FFCE7F}"/>
              </a:ext>
            </a:extLst>
          </p:cNvPr>
          <p:cNvSpPr>
            <a:spLocks noGrp="1"/>
          </p:cNvSpPr>
          <p:nvPr/>
        </p:nvSpPr>
        <p:spPr>
          <a:xfrm>
            <a:off x="9531242" y="3942606"/>
            <a:ext cx="212457" cy="38458"/>
          </a:xfrm>
          <a:custGeom>
            <a:avLst/>
            <a:gdLst>
              <a:gd name="csX0" fmla="*/ 773 w 326931"/>
              <a:gd name="csY0" fmla="*/ 61185 h 61185"/>
              <a:gd name="csX1" fmla="*/ 180469 w 326931"/>
              <a:gd name="csY1" fmla="*/ 36439 h 61185"/>
              <a:gd name="csX2" fmla="*/ 325646 w 326931"/>
              <a:gd name="csY2" fmla="*/ 2556 h 61185"/>
              <a:gd name="csX3" fmla="*/ 325646 w 326931"/>
              <a:gd name="csY3" fmla="*/ 18 h 61185"/>
              <a:gd name="csX4" fmla="*/ 646 w 326931"/>
              <a:gd name="csY4" fmla="*/ 59536 h 61185"/>
              <a:gd name="csX5" fmla="*/ 900 w 326931"/>
              <a:gd name="csY5" fmla="*/ 61058 h 61185"/>
            </a:gdLst>
            <a:ahLst/>
            <a:cxnLst/>
            <a:rect l="l" t="t" r="r" b="b"/>
            <a:pathLst>
              <a:path w="326931" h="61185">
                <a:moveTo>
                  <a:pt x="773" y="61185"/>
                </a:moveTo>
                <a:cubicBezTo>
                  <a:pt x="30215" y="61185"/>
                  <a:pt x="150519" y="41642"/>
                  <a:pt x="180469" y="36439"/>
                </a:cubicBezTo>
                <a:cubicBezTo>
                  <a:pt x="209783" y="31363"/>
                  <a:pt x="294936" y="8013"/>
                  <a:pt x="325646" y="2556"/>
                </a:cubicBezTo>
                <a:cubicBezTo>
                  <a:pt x="327296" y="2302"/>
                  <a:pt x="327423" y="-236"/>
                  <a:pt x="325646" y="18"/>
                </a:cubicBezTo>
                <a:cubicBezTo>
                  <a:pt x="295189" y="4967"/>
                  <a:pt x="28819" y="49764"/>
                  <a:pt x="646" y="59536"/>
                </a:cubicBezTo>
                <a:cubicBezTo>
                  <a:pt x="-369" y="59916"/>
                  <a:pt x="-115" y="61058"/>
                  <a:pt x="900" y="61058"/>
                </a:cubicBezTo>
                <a:close/>
              </a:path>
            </a:pathLst>
          </a:custGeom>
          <a:solidFill>
            <a:srgbClr val="263238"/>
          </a:solidFill>
          <a:ln w="12677">
            <a:noFill/>
            <a:prstDash val="solid"/>
          </a:ln>
        </p:spPr>
        <p:txBody>
          <a:bodyPr/>
          <a:lstStyle/>
          <a:p>
            <a:endParaRPr/>
          </a:p>
        </p:txBody>
      </p:sp>
      <p:sp>
        <p:nvSpPr>
          <p:cNvPr id="415" name="Freeform: Shape 414">
            <a:extLst>
              <a:ext uri="{FF2B5EF4-FFF2-40B4-BE49-F238E27FC236}">
                <a16:creationId xmlns:a16="http://schemas.microsoft.com/office/drawing/2014/main" id="{D5466E64-0B1E-E1A5-CED0-2C4CCAFAAB81}"/>
              </a:ext>
            </a:extLst>
          </p:cNvPr>
          <p:cNvSpPr>
            <a:spLocks noGrp="1"/>
          </p:cNvSpPr>
          <p:nvPr/>
        </p:nvSpPr>
        <p:spPr>
          <a:xfrm>
            <a:off x="9547991" y="4111642"/>
            <a:ext cx="463969" cy="145020"/>
          </a:xfrm>
          <a:custGeom>
            <a:avLst/>
            <a:gdLst>
              <a:gd name="csX0" fmla="*/ 0 w 713959"/>
              <a:gd name="csY0" fmla="*/ 0 h 230721"/>
              <a:gd name="csX1" fmla="*/ 40355 w 713959"/>
              <a:gd name="csY1" fmla="*/ 93655 h 230721"/>
              <a:gd name="csX2" fmla="*/ 95685 w 713959"/>
              <a:gd name="csY2" fmla="*/ 157995 h 230721"/>
              <a:gd name="csX3" fmla="*/ 306853 w 713959"/>
              <a:gd name="csY3" fmla="*/ 198350 h 230721"/>
              <a:gd name="csX4" fmla="*/ 510152 w 713959"/>
              <a:gd name="csY4" fmla="*/ 216497 h 230721"/>
              <a:gd name="csX5" fmla="*/ 713960 w 713959"/>
              <a:gd name="csY5" fmla="*/ 230457 h 230721"/>
              <a:gd name="csX6" fmla="*/ 509518 w 713959"/>
              <a:gd name="csY6" fmla="*/ 226523 h 230721"/>
              <a:gd name="csX7" fmla="*/ 204061 w 713959"/>
              <a:gd name="csY7" fmla="*/ 196193 h 230721"/>
              <a:gd name="csX8" fmla="*/ 92259 w 713959"/>
              <a:gd name="csY8" fmla="*/ 165736 h 230721"/>
              <a:gd name="csX9" fmla="*/ 35533 w 713959"/>
              <a:gd name="csY9" fmla="*/ 96066 h 230721"/>
              <a:gd name="csX10" fmla="*/ 0 w 713959"/>
              <a:gd name="csY10" fmla="*/ 127 h 230721"/>
              <a:gd name="csX11" fmla="*/ 0 w 713959"/>
              <a:gd name="csY11" fmla="*/ 127 h 230721"/>
            </a:gdLst>
            <a:ahLst/>
            <a:cxnLst/>
            <a:rect l="l" t="t" r="r" b="b"/>
            <a:pathLst>
              <a:path w="713959" h="230721">
                <a:moveTo>
                  <a:pt x="0" y="0"/>
                </a:moveTo>
                <a:cubicBezTo>
                  <a:pt x="11802" y="31980"/>
                  <a:pt x="24619" y="63579"/>
                  <a:pt x="40355" y="93655"/>
                </a:cubicBezTo>
                <a:cubicBezTo>
                  <a:pt x="54315" y="118401"/>
                  <a:pt x="67893" y="147462"/>
                  <a:pt x="95685" y="157995"/>
                </a:cubicBezTo>
                <a:cubicBezTo>
                  <a:pt x="162817" y="182614"/>
                  <a:pt x="235533" y="189721"/>
                  <a:pt x="306853" y="198350"/>
                </a:cubicBezTo>
                <a:cubicBezTo>
                  <a:pt x="374366" y="205965"/>
                  <a:pt x="442259" y="211548"/>
                  <a:pt x="510152" y="216497"/>
                </a:cubicBezTo>
                <a:cubicBezTo>
                  <a:pt x="569670" y="221320"/>
                  <a:pt x="653807" y="226269"/>
                  <a:pt x="713960" y="230457"/>
                </a:cubicBezTo>
                <a:cubicBezTo>
                  <a:pt x="645812" y="231472"/>
                  <a:pt x="577665" y="229442"/>
                  <a:pt x="509518" y="226523"/>
                </a:cubicBezTo>
                <a:cubicBezTo>
                  <a:pt x="407361" y="221193"/>
                  <a:pt x="304949" y="213833"/>
                  <a:pt x="204061" y="196193"/>
                </a:cubicBezTo>
                <a:cubicBezTo>
                  <a:pt x="166370" y="189467"/>
                  <a:pt x="127792" y="181472"/>
                  <a:pt x="92259" y="165736"/>
                </a:cubicBezTo>
                <a:cubicBezTo>
                  <a:pt x="62944" y="153299"/>
                  <a:pt x="48604" y="122843"/>
                  <a:pt x="35533" y="96066"/>
                </a:cubicBezTo>
                <a:cubicBezTo>
                  <a:pt x="21320" y="64975"/>
                  <a:pt x="9645" y="32741"/>
                  <a:pt x="0" y="127"/>
                </a:cubicBezTo>
                <a:lnTo>
                  <a:pt x="0" y="127"/>
                </a:lnTo>
                <a:close/>
              </a:path>
            </a:pathLst>
          </a:custGeom>
          <a:solidFill>
            <a:srgbClr val="263238"/>
          </a:solidFill>
          <a:ln w="12677">
            <a:noFill/>
            <a:prstDash val="solid"/>
          </a:ln>
        </p:spPr>
        <p:txBody>
          <a:bodyPr/>
          <a:lstStyle/>
          <a:p>
            <a:endParaRPr/>
          </a:p>
        </p:txBody>
      </p:sp>
      <p:sp>
        <p:nvSpPr>
          <p:cNvPr id="416" name="Freeform: Shape 415">
            <a:extLst>
              <a:ext uri="{FF2B5EF4-FFF2-40B4-BE49-F238E27FC236}">
                <a16:creationId xmlns:a16="http://schemas.microsoft.com/office/drawing/2014/main" id="{C6EAFAB1-6055-851F-1220-9AC4943EBCAE}"/>
              </a:ext>
            </a:extLst>
          </p:cNvPr>
          <p:cNvSpPr>
            <a:spLocks noGrp="1"/>
          </p:cNvSpPr>
          <p:nvPr/>
        </p:nvSpPr>
        <p:spPr>
          <a:xfrm>
            <a:off x="9966273" y="4256018"/>
            <a:ext cx="29606" cy="5931"/>
          </a:xfrm>
          <a:custGeom>
            <a:avLst/>
            <a:gdLst>
              <a:gd name="csX0" fmla="*/ 0 w 45558"/>
              <a:gd name="csY0" fmla="*/ 0 h 9436"/>
              <a:gd name="csX1" fmla="*/ 45558 w 45558"/>
              <a:gd name="csY1" fmla="*/ 9264 h 9436"/>
              <a:gd name="csX2" fmla="*/ 0 w 45558"/>
              <a:gd name="csY2" fmla="*/ 0 h 9436"/>
              <a:gd name="csX3" fmla="*/ 0 w 45558"/>
              <a:gd name="csY3" fmla="*/ 0 h 9436"/>
            </a:gdLst>
            <a:ahLst/>
            <a:cxnLst/>
            <a:rect l="l" t="t" r="r" b="b"/>
            <a:pathLst>
              <a:path w="45558" h="9436">
                <a:moveTo>
                  <a:pt x="0" y="0"/>
                </a:moveTo>
                <a:cubicBezTo>
                  <a:pt x="15355" y="1523"/>
                  <a:pt x="30457" y="6218"/>
                  <a:pt x="45558" y="9264"/>
                </a:cubicBezTo>
                <a:cubicBezTo>
                  <a:pt x="29949" y="10406"/>
                  <a:pt x="14467" y="5710"/>
                  <a:pt x="0" y="0"/>
                </a:cubicBezTo>
                <a:lnTo>
                  <a:pt x="0" y="0"/>
                </a:lnTo>
                <a:close/>
              </a:path>
            </a:pathLst>
          </a:custGeom>
          <a:solidFill>
            <a:srgbClr val="263238"/>
          </a:solidFill>
          <a:ln w="12677">
            <a:noFill/>
            <a:prstDash val="solid"/>
          </a:ln>
        </p:spPr>
        <p:txBody>
          <a:bodyPr/>
          <a:lstStyle/>
          <a:p>
            <a:endParaRPr/>
          </a:p>
        </p:txBody>
      </p:sp>
      <p:sp>
        <p:nvSpPr>
          <p:cNvPr id="413" name="Freeform: Shape 412">
            <a:extLst>
              <a:ext uri="{FF2B5EF4-FFF2-40B4-BE49-F238E27FC236}">
                <a16:creationId xmlns:a16="http://schemas.microsoft.com/office/drawing/2014/main" id="{DFFF5427-A094-0866-AFB7-564F95C49399}"/>
              </a:ext>
            </a:extLst>
          </p:cNvPr>
          <p:cNvSpPr>
            <a:spLocks noGrp="1"/>
          </p:cNvSpPr>
          <p:nvPr/>
        </p:nvSpPr>
        <p:spPr>
          <a:xfrm>
            <a:off x="9750534" y="3879921"/>
            <a:ext cx="300351" cy="253896"/>
          </a:xfrm>
          <a:custGeom>
            <a:avLst/>
            <a:gdLst>
              <a:gd name="csX0" fmla="*/ 462183 w 462182"/>
              <a:gd name="csY0" fmla="*/ 403937 h 403936"/>
              <a:gd name="csX1" fmla="*/ 143274 w 462182"/>
              <a:gd name="csY1" fmla="*/ 286551 h 403936"/>
              <a:gd name="csX2" fmla="*/ 84010 w 462182"/>
              <a:gd name="csY2" fmla="*/ 262693 h 403936"/>
              <a:gd name="csX3" fmla="*/ 60279 w 462182"/>
              <a:gd name="csY3" fmla="*/ 245688 h 403936"/>
              <a:gd name="csX4" fmla="*/ 11294 w 462182"/>
              <a:gd name="csY4" fmla="*/ 510 h 403936"/>
              <a:gd name="csX5" fmla="*/ 11802 w 462182"/>
              <a:gd name="csY5" fmla="*/ 891 h 403936"/>
              <a:gd name="csX6" fmla="*/ 0 w 462182"/>
              <a:gd name="csY6" fmla="*/ 2540 h 403936"/>
              <a:gd name="csX7" fmla="*/ 11675 w 462182"/>
              <a:gd name="csY7" fmla="*/ 3 h 403936"/>
              <a:gd name="csX8" fmla="*/ 50254 w 462182"/>
              <a:gd name="csY8" fmla="*/ 165865 h 403936"/>
              <a:gd name="csX9" fmla="*/ 69797 w 462182"/>
              <a:gd name="csY9" fmla="*/ 245307 h 403936"/>
              <a:gd name="csX10" fmla="*/ 462183 w 462182"/>
              <a:gd name="csY10" fmla="*/ 403810 h 403936"/>
              <a:gd name="csX11" fmla="*/ 462183 w 462182"/>
              <a:gd name="csY11" fmla="*/ 403810 h 403936"/>
            </a:gdLst>
            <a:ahLst/>
            <a:cxnLst/>
            <a:rect l="l" t="t" r="r" b="b"/>
            <a:pathLst>
              <a:path w="462182" h="403936">
                <a:moveTo>
                  <a:pt x="462183" y="403937"/>
                </a:moveTo>
                <a:cubicBezTo>
                  <a:pt x="355964" y="364596"/>
                  <a:pt x="248731" y="327921"/>
                  <a:pt x="143274" y="286551"/>
                </a:cubicBezTo>
                <a:cubicBezTo>
                  <a:pt x="129315" y="280713"/>
                  <a:pt x="97335" y="268911"/>
                  <a:pt x="84010" y="262693"/>
                </a:cubicBezTo>
                <a:cubicBezTo>
                  <a:pt x="77031" y="259012"/>
                  <a:pt x="61929" y="255333"/>
                  <a:pt x="60279" y="245688"/>
                </a:cubicBezTo>
                <a:cubicBezTo>
                  <a:pt x="39721" y="165358"/>
                  <a:pt x="25381" y="82236"/>
                  <a:pt x="11294" y="510"/>
                </a:cubicBezTo>
                <a:cubicBezTo>
                  <a:pt x="11294" y="510"/>
                  <a:pt x="11802" y="891"/>
                  <a:pt x="11802" y="891"/>
                </a:cubicBezTo>
                <a:lnTo>
                  <a:pt x="0" y="2540"/>
                </a:lnTo>
                <a:lnTo>
                  <a:pt x="11675" y="3"/>
                </a:lnTo>
                <a:cubicBezTo>
                  <a:pt x="12817" y="-759"/>
                  <a:pt x="49746" y="165612"/>
                  <a:pt x="50254" y="165865"/>
                </a:cubicBezTo>
                <a:cubicBezTo>
                  <a:pt x="55457" y="187820"/>
                  <a:pt x="63452" y="225637"/>
                  <a:pt x="69797" y="245307"/>
                </a:cubicBezTo>
                <a:cubicBezTo>
                  <a:pt x="189594" y="299495"/>
                  <a:pt x="342513" y="350256"/>
                  <a:pt x="462183" y="403810"/>
                </a:cubicBezTo>
                <a:lnTo>
                  <a:pt x="462183" y="403810"/>
                </a:lnTo>
                <a:close/>
              </a:path>
            </a:pathLst>
          </a:custGeom>
          <a:solidFill>
            <a:srgbClr val="263238"/>
          </a:solidFill>
          <a:ln w="12677">
            <a:noFill/>
            <a:prstDash val="solid"/>
          </a:ln>
        </p:spPr>
        <p:txBody>
          <a:bodyPr/>
          <a:lstStyle/>
          <a:p>
            <a:endParaRPr/>
          </a:p>
        </p:txBody>
      </p:sp>
      <p:sp>
        <p:nvSpPr>
          <p:cNvPr id="414" name="Freeform: Shape 413">
            <a:extLst>
              <a:ext uri="{FF2B5EF4-FFF2-40B4-BE49-F238E27FC236}">
                <a16:creationId xmlns:a16="http://schemas.microsoft.com/office/drawing/2014/main" id="{776C13B4-4ABF-DB7A-DAAD-8C068CC34531}"/>
              </a:ext>
            </a:extLst>
          </p:cNvPr>
          <p:cNvSpPr>
            <a:spLocks noGrp="1"/>
          </p:cNvSpPr>
          <p:nvPr/>
        </p:nvSpPr>
        <p:spPr>
          <a:xfrm>
            <a:off x="10014022" y="4121187"/>
            <a:ext cx="30183" cy="3227"/>
          </a:xfrm>
          <a:custGeom>
            <a:avLst/>
            <a:gdLst>
              <a:gd name="csX0" fmla="*/ 46446 w 46446"/>
              <a:gd name="csY0" fmla="*/ 5119 h 5134"/>
              <a:gd name="csX1" fmla="*/ 0 w 46446"/>
              <a:gd name="csY1" fmla="*/ 1185 h 5134"/>
              <a:gd name="csX2" fmla="*/ 46446 w 46446"/>
              <a:gd name="csY2" fmla="*/ 5119 h 5134"/>
              <a:gd name="csX3" fmla="*/ 46446 w 46446"/>
              <a:gd name="csY3" fmla="*/ 5119 h 5134"/>
            </a:gdLst>
            <a:ahLst/>
            <a:cxnLst/>
            <a:rect l="l" t="t" r="r" b="b"/>
            <a:pathLst>
              <a:path w="46446" h="5134">
                <a:moveTo>
                  <a:pt x="46446" y="5119"/>
                </a:moveTo>
                <a:cubicBezTo>
                  <a:pt x="30964" y="5372"/>
                  <a:pt x="15355" y="2454"/>
                  <a:pt x="0" y="1185"/>
                </a:cubicBezTo>
                <a:cubicBezTo>
                  <a:pt x="15482" y="-1734"/>
                  <a:pt x="31345" y="1185"/>
                  <a:pt x="46446" y="5119"/>
                </a:cubicBezTo>
                <a:lnTo>
                  <a:pt x="46446" y="5119"/>
                </a:lnTo>
                <a:close/>
              </a:path>
            </a:pathLst>
          </a:custGeom>
          <a:solidFill>
            <a:srgbClr val="263238"/>
          </a:solidFill>
          <a:ln w="12677">
            <a:noFill/>
            <a:prstDash val="solid"/>
          </a:ln>
        </p:spPr>
        <p:txBody>
          <a:bodyPr/>
          <a:lstStyle/>
          <a:p>
            <a:endParaRPr/>
          </a:p>
        </p:txBody>
      </p:sp>
      <p:sp>
        <p:nvSpPr>
          <p:cNvPr id="376" name="Freeform: Shape 375">
            <a:extLst>
              <a:ext uri="{FF2B5EF4-FFF2-40B4-BE49-F238E27FC236}">
                <a16:creationId xmlns:a16="http://schemas.microsoft.com/office/drawing/2014/main" id="{3AA1EE82-E9B6-6ED8-6844-D15BD224252E}"/>
              </a:ext>
            </a:extLst>
          </p:cNvPr>
          <p:cNvSpPr>
            <a:spLocks noGrp="1"/>
          </p:cNvSpPr>
          <p:nvPr/>
        </p:nvSpPr>
        <p:spPr>
          <a:xfrm>
            <a:off x="5833876" y="4169712"/>
            <a:ext cx="604791" cy="806048"/>
          </a:xfrm>
          <a:custGeom>
            <a:avLst/>
            <a:gdLst>
              <a:gd name="csX0" fmla="*/ 497916 w 930657"/>
              <a:gd name="csY0" fmla="*/ 0 h 1282383"/>
              <a:gd name="csX1" fmla="*/ 166317 w 930657"/>
              <a:gd name="csY1" fmla="*/ 421827 h 1282383"/>
              <a:gd name="csX2" fmla="*/ 14794 w 930657"/>
              <a:gd name="csY2" fmla="*/ 635152 h 1282383"/>
              <a:gd name="csX3" fmla="*/ 14413 w 930657"/>
              <a:gd name="csY3" fmla="*/ 635914 h 1282383"/>
              <a:gd name="csX4" fmla="*/ 73 w 930657"/>
              <a:gd name="csY4" fmla="*/ 668528 h 1282383"/>
              <a:gd name="csX5" fmla="*/ 73 w 930657"/>
              <a:gd name="csY5" fmla="*/ 669543 h 1282383"/>
              <a:gd name="csX6" fmla="*/ 743982 w 930657"/>
              <a:gd name="csY6" fmla="*/ 1281345 h 1282383"/>
              <a:gd name="csX7" fmla="*/ 800200 w 930657"/>
              <a:gd name="csY7" fmla="*/ 1161802 h 1282383"/>
              <a:gd name="csX8" fmla="*/ 618601 w 930657"/>
              <a:gd name="csY8" fmla="*/ 783122 h 1282383"/>
              <a:gd name="csX9" fmla="*/ 930657 w 930657"/>
              <a:gd name="csY9" fmla="*/ 348604 h 1282383"/>
              <a:gd name="csX10" fmla="*/ 497916 w 930657"/>
              <a:gd name="csY10" fmla="*/ 127 h 1282383"/>
            </a:gdLst>
            <a:ahLst/>
            <a:cxnLst/>
            <a:rect l="l" t="t" r="r" b="b"/>
            <a:pathLst>
              <a:path w="930657" h="1282383">
                <a:moveTo>
                  <a:pt x="497916" y="0"/>
                </a:moveTo>
                <a:cubicBezTo>
                  <a:pt x="497916" y="0"/>
                  <a:pt x="166571" y="421447"/>
                  <a:pt x="166317" y="421827"/>
                </a:cubicBezTo>
                <a:cubicBezTo>
                  <a:pt x="98550" y="511421"/>
                  <a:pt x="40809" y="591117"/>
                  <a:pt x="14794" y="635152"/>
                </a:cubicBezTo>
                <a:cubicBezTo>
                  <a:pt x="14667" y="635406"/>
                  <a:pt x="14413" y="635533"/>
                  <a:pt x="14413" y="635914"/>
                </a:cubicBezTo>
                <a:cubicBezTo>
                  <a:pt x="4515" y="652538"/>
                  <a:pt x="-688" y="663960"/>
                  <a:pt x="73" y="668528"/>
                </a:cubicBezTo>
                <a:cubicBezTo>
                  <a:pt x="73" y="668909"/>
                  <a:pt x="73" y="669163"/>
                  <a:pt x="73" y="669543"/>
                </a:cubicBezTo>
                <a:cubicBezTo>
                  <a:pt x="13017" y="707741"/>
                  <a:pt x="712891" y="1269924"/>
                  <a:pt x="743982" y="1281345"/>
                </a:cubicBezTo>
                <a:cubicBezTo>
                  <a:pt x="774947" y="1292894"/>
                  <a:pt x="809845" y="1205203"/>
                  <a:pt x="800200" y="1161802"/>
                </a:cubicBezTo>
                <a:cubicBezTo>
                  <a:pt x="790175" y="1118147"/>
                  <a:pt x="618601" y="783122"/>
                  <a:pt x="618601" y="783122"/>
                </a:cubicBezTo>
                <a:lnTo>
                  <a:pt x="930657" y="348604"/>
                </a:lnTo>
                <a:lnTo>
                  <a:pt x="497916" y="127"/>
                </a:lnTo>
                <a:close/>
              </a:path>
            </a:pathLst>
          </a:custGeom>
          <a:solidFill>
            <a:srgbClr val="EB9481"/>
          </a:solidFill>
          <a:ln w="12677">
            <a:noFill/>
            <a:prstDash val="solid"/>
          </a:ln>
        </p:spPr>
        <p:txBody>
          <a:bodyPr/>
          <a:lstStyle/>
          <a:p>
            <a:endParaRPr/>
          </a:p>
        </p:txBody>
      </p:sp>
      <p:sp>
        <p:nvSpPr>
          <p:cNvPr id="389" name="Freeform: Shape 388">
            <a:extLst>
              <a:ext uri="{FF2B5EF4-FFF2-40B4-BE49-F238E27FC236}">
                <a16:creationId xmlns:a16="http://schemas.microsoft.com/office/drawing/2014/main" id="{FE0C7B08-5E8E-B3D6-F965-458F3727FE9C}"/>
              </a:ext>
            </a:extLst>
          </p:cNvPr>
          <p:cNvSpPr>
            <a:spLocks noGrp="1"/>
          </p:cNvSpPr>
          <p:nvPr/>
        </p:nvSpPr>
        <p:spPr>
          <a:xfrm>
            <a:off x="5833876" y="4401750"/>
            <a:ext cx="521040" cy="574089"/>
          </a:xfrm>
          <a:custGeom>
            <a:avLst/>
            <a:gdLst>
              <a:gd name="csX0" fmla="*/ 743982 w 801781"/>
              <a:gd name="csY0" fmla="*/ 912183 h 913348"/>
              <a:gd name="csX1" fmla="*/ 73 w 801781"/>
              <a:gd name="csY1" fmla="*/ 300254 h 913348"/>
              <a:gd name="csX2" fmla="*/ 73 w 801781"/>
              <a:gd name="csY2" fmla="*/ 299366 h 913348"/>
              <a:gd name="csX3" fmla="*/ 14413 w 801781"/>
              <a:gd name="csY3" fmla="*/ 266751 h 913348"/>
              <a:gd name="csX4" fmla="*/ 14794 w 801781"/>
              <a:gd name="csY4" fmla="*/ 266117 h 913348"/>
              <a:gd name="csX5" fmla="*/ 166317 w 801781"/>
              <a:gd name="csY5" fmla="*/ 52792 h 913348"/>
              <a:gd name="csX6" fmla="*/ 207941 w 801781"/>
              <a:gd name="csY6" fmla="*/ 0 h 913348"/>
              <a:gd name="csX7" fmla="*/ 659718 w 801781"/>
              <a:gd name="csY7" fmla="*/ 356599 h 913348"/>
              <a:gd name="csX8" fmla="*/ 618601 w 801781"/>
              <a:gd name="csY8" fmla="*/ 413959 h 913348"/>
              <a:gd name="csX9" fmla="*/ 800073 w 801781"/>
              <a:gd name="csY9" fmla="*/ 792640 h 913348"/>
              <a:gd name="csX10" fmla="*/ 743982 w 801781"/>
              <a:gd name="csY10" fmla="*/ 912310 h 913348"/>
            </a:gdLst>
            <a:ahLst/>
            <a:cxnLst/>
            <a:rect l="l" t="t" r="r" b="b"/>
            <a:pathLst>
              <a:path w="801781" h="913348">
                <a:moveTo>
                  <a:pt x="743982" y="912183"/>
                </a:moveTo>
                <a:cubicBezTo>
                  <a:pt x="713018" y="900888"/>
                  <a:pt x="13144" y="338579"/>
                  <a:pt x="73" y="300254"/>
                </a:cubicBezTo>
                <a:cubicBezTo>
                  <a:pt x="-54" y="300000"/>
                  <a:pt x="73" y="299746"/>
                  <a:pt x="73" y="299366"/>
                </a:cubicBezTo>
                <a:cubicBezTo>
                  <a:pt x="-688" y="294797"/>
                  <a:pt x="4515" y="283376"/>
                  <a:pt x="14413" y="266751"/>
                </a:cubicBezTo>
                <a:cubicBezTo>
                  <a:pt x="14413" y="266370"/>
                  <a:pt x="14667" y="266244"/>
                  <a:pt x="14794" y="266117"/>
                </a:cubicBezTo>
                <a:cubicBezTo>
                  <a:pt x="40682" y="222081"/>
                  <a:pt x="98550" y="142259"/>
                  <a:pt x="166317" y="52792"/>
                </a:cubicBezTo>
                <a:cubicBezTo>
                  <a:pt x="166317" y="52792"/>
                  <a:pt x="182561" y="32107"/>
                  <a:pt x="207941" y="0"/>
                </a:cubicBezTo>
                <a:lnTo>
                  <a:pt x="659718" y="356599"/>
                </a:lnTo>
                <a:lnTo>
                  <a:pt x="618601" y="413959"/>
                </a:lnTo>
                <a:cubicBezTo>
                  <a:pt x="618601" y="413959"/>
                  <a:pt x="790175" y="748985"/>
                  <a:pt x="800073" y="792640"/>
                </a:cubicBezTo>
                <a:cubicBezTo>
                  <a:pt x="809972" y="836168"/>
                  <a:pt x="774947" y="923858"/>
                  <a:pt x="743982" y="912310"/>
                </a:cubicBezTo>
                <a:close/>
              </a:path>
            </a:pathLst>
          </a:custGeom>
          <a:solidFill>
            <a:srgbClr val="DBDBDB"/>
          </a:solidFill>
          <a:ln w="12677">
            <a:noFill/>
            <a:prstDash val="solid"/>
          </a:ln>
        </p:spPr>
        <p:txBody>
          <a:bodyPr/>
          <a:lstStyle/>
          <a:p>
            <a:endParaRPr/>
          </a:p>
        </p:txBody>
      </p:sp>
      <p:sp>
        <p:nvSpPr>
          <p:cNvPr id="391" name="Freeform: Shape 390">
            <a:extLst>
              <a:ext uri="{FF2B5EF4-FFF2-40B4-BE49-F238E27FC236}">
                <a16:creationId xmlns:a16="http://schemas.microsoft.com/office/drawing/2014/main" id="{97569716-79C6-CD18-3637-3ECE8674D1B4}"/>
              </a:ext>
            </a:extLst>
          </p:cNvPr>
          <p:cNvSpPr>
            <a:spLocks noGrp="1"/>
          </p:cNvSpPr>
          <p:nvPr/>
        </p:nvSpPr>
        <p:spPr>
          <a:xfrm>
            <a:off x="5833759" y="4432381"/>
            <a:ext cx="521134" cy="543300"/>
          </a:xfrm>
          <a:custGeom>
            <a:avLst/>
            <a:gdLst>
              <a:gd name="csX0" fmla="*/ 744161 w 801925"/>
              <a:gd name="csY0" fmla="*/ 863452 h 864363"/>
              <a:gd name="csX1" fmla="*/ 252 w 801925"/>
              <a:gd name="csY1" fmla="*/ 251523 h 864363"/>
              <a:gd name="csX2" fmla="*/ 166496 w 801925"/>
              <a:gd name="csY2" fmla="*/ 3934 h 864363"/>
              <a:gd name="csX3" fmla="*/ 169541 w 801925"/>
              <a:gd name="csY3" fmla="*/ 0 h 864363"/>
              <a:gd name="csX4" fmla="*/ 625125 w 801925"/>
              <a:gd name="csY4" fmla="*/ 357614 h 864363"/>
              <a:gd name="csX5" fmla="*/ 618780 w 801925"/>
              <a:gd name="csY5" fmla="*/ 365102 h 864363"/>
              <a:gd name="csX6" fmla="*/ 800252 w 801925"/>
              <a:gd name="csY6" fmla="*/ 743782 h 864363"/>
              <a:gd name="csX7" fmla="*/ 744161 w 801925"/>
              <a:gd name="csY7" fmla="*/ 863325 h 864363"/>
            </a:gdLst>
            <a:ahLst/>
            <a:cxnLst/>
            <a:rect l="l" t="t" r="r" b="b"/>
            <a:pathLst>
              <a:path w="801925" h="864363">
                <a:moveTo>
                  <a:pt x="744161" y="863452"/>
                </a:moveTo>
                <a:cubicBezTo>
                  <a:pt x="713069" y="852031"/>
                  <a:pt x="13323" y="289848"/>
                  <a:pt x="252" y="251523"/>
                </a:cubicBezTo>
                <a:cubicBezTo>
                  <a:pt x="-4951" y="237056"/>
                  <a:pt x="71064" y="130330"/>
                  <a:pt x="166496" y="3934"/>
                </a:cubicBezTo>
                <a:cubicBezTo>
                  <a:pt x="167511" y="2665"/>
                  <a:pt x="168526" y="1269"/>
                  <a:pt x="169541" y="0"/>
                </a:cubicBezTo>
                <a:lnTo>
                  <a:pt x="625125" y="357614"/>
                </a:lnTo>
                <a:lnTo>
                  <a:pt x="618780" y="365102"/>
                </a:lnTo>
                <a:cubicBezTo>
                  <a:pt x="618780" y="365102"/>
                  <a:pt x="790354" y="700127"/>
                  <a:pt x="800252" y="743782"/>
                </a:cubicBezTo>
                <a:cubicBezTo>
                  <a:pt x="810024" y="787183"/>
                  <a:pt x="775125" y="874873"/>
                  <a:pt x="744161" y="863325"/>
                </a:cubicBezTo>
                <a:close/>
              </a:path>
            </a:pathLst>
          </a:custGeom>
          <a:solidFill>
            <a:srgbClr val="FFC727"/>
          </a:solidFill>
          <a:ln w="12677">
            <a:noFill/>
            <a:prstDash val="solid"/>
          </a:ln>
        </p:spPr>
        <p:txBody>
          <a:bodyPr/>
          <a:lstStyle/>
          <a:p>
            <a:endParaRPr/>
          </a:p>
        </p:txBody>
      </p:sp>
      <p:sp>
        <p:nvSpPr>
          <p:cNvPr id="392" name="Freeform: Shape 391">
            <a:extLst>
              <a:ext uri="{FF2B5EF4-FFF2-40B4-BE49-F238E27FC236}">
                <a16:creationId xmlns:a16="http://schemas.microsoft.com/office/drawing/2014/main" id="{0F287FBC-7D01-C623-8170-2CF8A5963163}"/>
              </a:ext>
            </a:extLst>
          </p:cNvPr>
          <p:cNvSpPr>
            <a:spLocks noGrp="1"/>
          </p:cNvSpPr>
          <p:nvPr/>
        </p:nvSpPr>
        <p:spPr>
          <a:xfrm>
            <a:off x="5833759" y="4432381"/>
            <a:ext cx="521134" cy="543300"/>
          </a:xfrm>
          <a:custGeom>
            <a:avLst/>
            <a:gdLst>
              <a:gd name="csX0" fmla="*/ 744161 w 801925"/>
              <a:gd name="csY0" fmla="*/ 863452 h 864363"/>
              <a:gd name="csX1" fmla="*/ 252 w 801925"/>
              <a:gd name="csY1" fmla="*/ 251523 h 864363"/>
              <a:gd name="csX2" fmla="*/ 166496 w 801925"/>
              <a:gd name="csY2" fmla="*/ 3934 h 864363"/>
              <a:gd name="csX3" fmla="*/ 169541 w 801925"/>
              <a:gd name="csY3" fmla="*/ 0 h 864363"/>
              <a:gd name="csX4" fmla="*/ 625125 w 801925"/>
              <a:gd name="csY4" fmla="*/ 357614 h 864363"/>
              <a:gd name="csX5" fmla="*/ 618780 w 801925"/>
              <a:gd name="csY5" fmla="*/ 365102 h 864363"/>
              <a:gd name="csX6" fmla="*/ 800252 w 801925"/>
              <a:gd name="csY6" fmla="*/ 743782 h 864363"/>
              <a:gd name="csX7" fmla="*/ 744161 w 801925"/>
              <a:gd name="csY7" fmla="*/ 863325 h 864363"/>
            </a:gdLst>
            <a:ahLst/>
            <a:cxnLst/>
            <a:rect l="l" t="t" r="r" b="b"/>
            <a:pathLst>
              <a:path w="801925" h="864363">
                <a:moveTo>
                  <a:pt x="744161" y="863452"/>
                </a:moveTo>
                <a:cubicBezTo>
                  <a:pt x="713069" y="852031"/>
                  <a:pt x="13323" y="289848"/>
                  <a:pt x="252" y="251523"/>
                </a:cubicBezTo>
                <a:cubicBezTo>
                  <a:pt x="-4951" y="237056"/>
                  <a:pt x="71064" y="130330"/>
                  <a:pt x="166496" y="3934"/>
                </a:cubicBezTo>
                <a:cubicBezTo>
                  <a:pt x="167511" y="2665"/>
                  <a:pt x="168526" y="1269"/>
                  <a:pt x="169541" y="0"/>
                </a:cubicBezTo>
                <a:lnTo>
                  <a:pt x="625125" y="357614"/>
                </a:lnTo>
                <a:lnTo>
                  <a:pt x="618780" y="365102"/>
                </a:lnTo>
                <a:cubicBezTo>
                  <a:pt x="618780" y="365102"/>
                  <a:pt x="790354" y="700127"/>
                  <a:pt x="800252" y="743782"/>
                </a:cubicBezTo>
                <a:cubicBezTo>
                  <a:pt x="810024" y="787183"/>
                  <a:pt x="775125" y="874873"/>
                  <a:pt x="744161" y="863325"/>
                </a:cubicBezTo>
                <a:close/>
              </a:path>
            </a:pathLst>
          </a:custGeom>
          <a:solidFill>
            <a:srgbClr val="000000">
              <a:alpha val="30000"/>
            </a:srgbClr>
          </a:solidFill>
          <a:ln w="12677">
            <a:noFill/>
            <a:prstDash val="solid"/>
          </a:ln>
        </p:spPr>
        <p:txBody>
          <a:bodyPr/>
          <a:lstStyle/>
          <a:p>
            <a:endParaRPr/>
          </a:p>
        </p:txBody>
      </p:sp>
      <p:sp>
        <p:nvSpPr>
          <p:cNvPr id="394" name="Freeform: Shape 393">
            <a:extLst>
              <a:ext uri="{FF2B5EF4-FFF2-40B4-BE49-F238E27FC236}">
                <a16:creationId xmlns:a16="http://schemas.microsoft.com/office/drawing/2014/main" id="{8BB31A7F-0DBD-BF06-CFDE-14D20C6557AB}"/>
              </a:ext>
            </a:extLst>
          </p:cNvPr>
          <p:cNvSpPr>
            <a:spLocks noGrp="1"/>
          </p:cNvSpPr>
          <p:nvPr/>
        </p:nvSpPr>
        <p:spPr>
          <a:xfrm>
            <a:off x="5862325" y="4596580"/>
            <a:ext cx="464831" cy="359161"/>
          </a:xfrm>
          <a:custGeom>
            <a:avLst/>
            <a:gdLst>
              <a:gd name="csX0" fmla="*/ 714037 w 715285"/>
              <a:gd name="csY0" fmla="*/ 568716 h 571408"/>
              <a:gd name="csX1" fmla="*/ 1093 w 715285"/>
              <a:gd name="csY1" fmla="*/ 315 h 571408"/>
              <a:gd name="csX2" fmla="*/ 458 w 715285"/>
              <a:gd name="csY2" fmla="*/ 1077 h 571408"/>
              <a:gd name="csX3" fmla="*/ 712514 w 715285"/>
              <a:gd name="csY3" fmla="*/ 570620 h 571408"/>
              <a:gd name="csX4" fmla="*/ 714037 w 715285"/>
              <a:gd name="csY4" fmla="*/ 568716 h 571408"/>
            </a:gdLst>
            <a:ahLst/>
            <a:cxnLst/>
            <a:rect l="l" t="t" r="r" b="b"/>
            <a:pathLst>
              <a:path w="715285" h="571408">
                <a:moveTo>
                  <a:pt x="714037" y="568716"/>
                </a:moveTo>
                <a:cubicBezTo>
                  <a:pt x="598428" y="471001"/>
                  <a:pt x="122793" y="88132"/>
                  <a:pt x="1093" y="315"/>
                </a:cubicBezTo>
                <a:cubicBezTo>
                  <a:pt x="77" y="-446"/>
                  <a:pt x="-430" y="315"/>
                  <a:pt x="458" y="1077"/>
                </a:cubicBezTo>
                <a:cubicBezTo>
                  <a:pt x="113022" y="100315"/>
                  <a:pt x="591702" y="479503"/>
                  <a:pt x="712514" y="570620"/>
                </a:cubicBezTo>
                <a:cubicBezTo>
                  <a:pt x="715052" y="572524"/>
                  <a:pt x="716448" y="570620"/>
                  <a:pt x="714037" y="568716"/>
                </a:cubicBezTo>
                <a:close/>
              </a:path>
            </a:pathLst>
          </a:custGeom>
          <a:solidFill>
            <a:srgbClr val="263238"/>
          </a:solidFill>
          <a:ln w="12677">
            <a:noFill/>
            <a:prstDash val="solid"/>
          </a:ln>
        </p:spPr>
        <p:txBody>
          <a:bodyPr/>
          <a:lstStyle/>
          <a:p>
            <a:endParaRPr/>
          </a:p>
        </p:txBody>
      </p:sp>
      <p:sp>
        <p:nvSpPr>
          <p:cNvPr id="395" name="Freeform: Shape 394">
            <a:extLst>
              <a:ext uri="{FF2B5EF4-FFF2-40B4-BE49-F238E27FC236}">
                <a16:creationId xmlns:a16="http://schemas.microsoft.com/office/drawing/2014/main" id="{9EBBEAAB-16F3-E165-44A0-3188A84BFCDE}"/>
              </a:ext>
            </a:extLst>
          </p:cNvPr>
          <p:cNvSpPr>
            <a:spLocks noGrp="1"/>
          </p:cNvSpPr>
          <p:nvPr/>
        </p:nvSpPr>
        <p:spPr>
          <a:xfrm>
            <a:off x="6152109" y="4631484"/>
            <a:ext cx="108368" cy="54403"/>
          </a:xfrm>
          <a:custGeom>
            <a:avLst/>
            <a:gdLst>
              <a:gd name="csX0" fmla="*/ 165704 w 166758"/>
              <a:gd name="csY0" fmla="*/ 80191 h 86553"/>
              <a:gd name="csX1" fmla="*/ 1745 w 166758"/>
              <a:gd name="csY1" fmla="*/ 369 h 86553"/>
              <a:gd name="csX2" fmla="*/ 1491 w 166758"/>
              <a:gd name="csY2" fmla="*/ 4684 h 86553"/>
              <a:gd name="csX3" fmla="*/ 160882 w 166758"/>
              <a:gd name="csY3" fmla="*/ 85902 h 86553"/>
              <a:gd name="csX4" fmla="*/ 165831 w 166758"/>
              <a:gd name="csY4" fmla="*/ 80191 h 86553"/>
            </a:gdLst>
            <a:ahLst/>
            <a:cxnLst/>
            <a:rect l="l" t="t" r="r" b="b"/>
            <a:pathLst>
              <a:path w="166758" h="86553">
                <a:moveTo>
                  <a:pt x="165704" y="80191"/>
                </a:moveTo>
                <a:cubicBezTo>
                  <a:pt x="126237" y="34252"/>
                  <a:pt x="63801" y="-4199"/>
                  <a:pt x="1745" y="369"/>
                </a:cubicBezTo>
                <a:cubicBezTo>
                  <a:pt x="-666" y="496"/>
                  <a:pt x="-412" y="3923"/>
                  <a:pt x="1491" y="4684"/>
                </a:cubicBezTo>
                <a:cubicBezTo>
                  <a:pt x="58852" y="27019"/>
                  <a:pt x="109105" y="52146"/>
                  <a:pt x="160882" y="85902"/>
                </a:cubicBezTo>
                <a:cubicBezTo>
                  <a:pt x="164562" y="88313"/>
                  <a:pt x="168623" y="83491"/>
                  <a:pt x="165831" y="80191"/>
                </a:cubicBezTo>
                <a:close/>
              </a:path>
            </a:pathLst>
          </a:custGeom>
          <a:solidFill>
            <a:srgbClr val="263238"/>
          </a:solidFill>
          <a:ln w="12677">
            <a:noFill/>
            <a:prstDash val="solid"/>
          </a:ln>
        </p:spPr>
        <p:txBody>
          <a:bodyPr/>
          <a:lstStyle/>
          <a:p>
            <a:endParaRPr/>
          </a:p>
        </p:txBody>
      </p:sp>
      <p:sp>
        <p:nvSpPr>
          <p:cNvPr id="396" name="Freeform: Shape 395">
            <a:extLst>
              <a:ext uri="{FF2B5EF4-FFF2-40B4-BE49-F238E27FC236}">
                <a16:creationId xmlns:a16="http://schemas.microsoft.com/office/drawing/2014/main" id="{B724DBE8-9685-1A8D-011F-3BD0B4A02ADD}"/>
              </a:ext>
            </a:extLst>
          </p:cNvPr>
          <p:cNvSpPr>
            <a:spLocks noGrp="1"/>
          </p:cNvSpPr>
          <p:nvPr/>
        </p:nvSpPr>
        <p:spPr>
          <a:xfrm>
            <a:off x="6163324" y="4661156"/>
            <a:ext cx="108368" cy="54403"/>
          </a:xfrm>
          <a:custGeom>
            <a:avLst/>
            <a:gdLst>
              <a:gd name="csX0" fmla="*/ 165704 w 166758"/>
              <a:gd name="csY0" fmla="*/ 80191 h 86553"/>
              <a:gd name="csX1" fmla="*/ 1745 w 166758"/>
              <a:gd name="csY1" fmla="*/ 369 h 86553"/>
              <a:gd name="csX2" fmla="*/ 1491 w 166758"/>
              <a:gd name="csY2" fmla="*/ 4684 h 86553"/>
              <a:gd name="csX3" fmla="*/ 160882 w 166758"/>
              <a:gd name="csY3" fmla="*/ 85902 h 86553"/>
              <a:gd name="csX4" fmla="*/ 165831 w 166758"/>
              <a:gd name="csY4" fmla="*/ 80191 h 86553"/>
            </a:gdLst>
            <a:ahLst/>
            <a:cxnLst/>
            <a:rect l="l" t="t" r="r" b="b"/>
            <a:pathLst>
              <a:path w="166758" h="86553">
                <a:moveTo>
                  <a:pt x="165704" y="80191"/>
                </a:moveTo>
                <a:cubicBezTo>
                  <a:pt x="126237" y="34252"/>
                  <a:pt x="63801" y="-4199"/>
                  <a:pt x="1745" y="369"/>
                </a:cubicBezTo>
                <a:cubicBezTo>
                  <a:pt x="-666" y="496"/>
                  <a:pt x="-412" y="3923"/>
                  <a:pt x="1491" y="4684"/>
                </a:cubicBezTo>
                <a:cubicBezTo>
                  <a:pt x="58852" y="27019"/>
                  <a:pt x="109105" y="52146"/>
                  <a:pt x="160882" y="85902"/>
                </a:cubicBezTo>
                <a:cubicBezTo>
                  <a:pt x="164562" y="88313"/>
                  <a:pt x="168623" y="83491"/>
                  <a:pt x="165831" y="80191"/>
                </a:cubicBezTo>
                <a:close/>
              </a:path>
            </a:pathLst>
          </a:custGeom>
          <a:solidFill>
            <a:srgbClr val="263238"/>
          </a:solidFill>
          <a:ln w="12677">
            <a:noFill/>
            <a:prstDash val="solid"/>
          </a:ln>
        </p:spPr>
        <p:txBody>
          <a:bodyPr/>
          <a:lstStyle/>
          <a:p>
            <a:endParaRPr/>
          </a:p>
        </p:txBody>
      </p:sp>
      <p:sp>
        <p:nvSpPr>
          <p:cNvPr id="397" name="Freeform: Shape 396">
            <a:extLst>
              <a:ext uri="{FF2B5EF4-FFF2-40B4-BE49-F238E27FC236}">
                <a16:creationId xmlns:a16="http://schemas.microsoft.com/office/drawing/2014/main" id="{586BF186-1968-C552-8686-442E8C8EA7C8}"/>
              </a:ext>
            </a:extLst>
          </p:cNvPr>
          <p:cNvSpPr>
            <a:spLocks noGrp="1"/>
          </p:cNvSpPr>
          <p:nvPr/>
        </p:nvSpPr>
        <p:spPr>
          <a:xfrm>
            <a:off x="6174540" y="4690749"/>
            <a:ext cx="108368" cy="54403"/>
          </a:xfrm>
          <a:custGeom>
            <a:avLst/>
            <a:gdLst>
              <a:gd name="csX0" fmla="*/ 165704 w 166758"/>
              <a:gd name="csY0" fmla="*/ 80192 h 86553"/>
              <a:gd name="csX1" fmla="*/ 1745 w 166758"/>
              <a:gd name="csY1" fmla="*/ 369 h 86553"/>
              <a:gd name="csX2" fmla="*/ 1491 w 166758"/>
              <a:gd name="csY2" fmla="*/ 4684 h 86553"/>
              <a:gd name="csX3" fmla="*/ 160882 w 166758"/>
              <a:gd name="csY3" fmla="*/ 85902 h 86553"/>
              <a:gd name="csX4" fmla="*/ 165831 w 166758"/>
              <a:gd name="csY4" fmla="*/ 80192 h 86553"/>
            </a:gdLst>
            <a:ahLst/>
            <a:cxnLst/>
            <a:rect l="l" t="t" r="r" b="b"/>
            <a:pathLst>
              <a:path w="166758" h="86553">
                <a:moveTo>
                  <a:pt x="165704" y="80192"/>
                </a:moveTo>
                <a:cubicBezTo>
                  <a:pt x="126237" y="34252"/>
                  <a:pt x="63801" y="-4199"/>
                  <a:pt x="1745" y="369"/>
                </a:cubicBezTo>
                <a:cubicBezTo>
                  <a:pt x="-666" y="496"/>
                  <a:pt x="-412" y="3923"/>
                  <a:pt x="1491" y="4684"/>
                </a:cubicBezTo>
                <a:cubicBezTo>
                  <a:pt x="58852" y="27019"/>
                  <a:pt x="109105" y="52146"/>
                  <a:pt x="160882" y="85902"/>
                </a:cubicBezTo>
                <a:cubicBezTo>
                  <a:pt x="164562" y="88313"/>
                  <a:pt x="168623" y="83491"/>
                  <a:pt x="165831" y="80192"/>
                </a:cubicBezTo>
                <a:close/>
              </a:path>
            </a:pathLst>
          </a:custGeom>
          <a:solidFill>
            <a:srgbClr val="263238"/>
          </a:solidFill>
          <a:ln w="12677">
            <a:noFill/>
            <a:prstDash val="solid"/>
          </a:ln>
        </p:spPr>
        <p:txBody>
          <a:bodyPr/>
          <a:lstStyle/>
          <a:p>
            <a:endParaRPr/>
          </a:p>
        </p:txBody>
      </p:sp>
      <p:sp>
        <p:nvSpPr>
          <p:cNvPr id="366" name="Freeform: Shape 365">
            <a:extLst>
              <a:ext uri="{FF2B5EF4-FFF2-40B4-BE49-F238E27FC236}">
                <a16:creationId xmlns:a16="http://schemas.microsoft.com/office/drawing/2014/main" id="{B71AE3DA-251E-60A4-73CA-96A672393540}"/>
              </a:ext>
            </a:extLst>
          </p:cNvPr>
          <p:cNvSpPr>
            <a:spLocks noGrp="1"/>
          </p:cNvSpPr>
          <p:nvPr/>
        </p:nvSpPr>
        <p:spPr>
          <a:xfrm>
            <a:off x="5941545" y="2881412"/>
            <a:ext cx="926640" cy="1774631"/>
          </a:xfrm>
          <a:custGeom>
            <a:avLst/>
            <a:gdLst>
              <a:gd name="csX0" fmla="*/ 0 w 1425920"/>
              <a:gd name="csY0" fmla="*/ 2445051 h 2823350"/>
              <a:gd name="csX1" fmla="*/ 470558 w 1425920"/>
              <a:gd name="csY1" fmla="*/ 2823351 h 2823350"/>
              <a:gd name="csX2" fmla="*/ 1314975 w 1425920"/>
              <a:gd name="csY2" fmla="*/ 1698604 h 2823350"/>
              <a:gd name="csX3" fmla="*/ 1425889 w 1425920"/>
              <a:gd name="csY3" fmla="*/ 368401 h 2823350"/>
              <a:gd name="csX4" fmla="*/ 1348351 w 1425920"/>
              <a:gd name="csY4" fmla="*/ 0 h 2823350"/>
              <a:gd name="csX5" fmla="*/ 812056 w 1425920"/>
              <a:gd name="csY5" fmla="*/ 0 h 2823350"/>
              <a:gd name="csX6" fmla="*/ 721447 w 1425920"/>
              <a:gd name="csY6" fmla="*/ 1523097 h 2823350"/>
              <a:gd name="csX7" fmla="*/ 127 w 1425920"/>
              <a:gd name="csY7" fmla="*/ 2445051 h 2823350"/>
            </a:gdLst>
            <a:ahLst/>
            <a:cxnLst/>
            <a:rect l="l" t="t" r="r" b="b"/>
            <a:pathLst>
              <a:path w="1425920" h="2823350">
                <a:moveTo>
                  <a:pt x="0" y="2445051"/>
                </a:moveTo>
                <a:lnTo>
                  <a:pt x="470558" y="2823351"/>
                </a:lnTo>
                <a:cubicBezTo>
                  <a:pt x="470558" y="2823351"/>
                  <a:pt x="1288833" y="1825381"/>
                  <a:pt x="1314975" y="1698604"/>
                </a:cubicBezTo>
                <a:cubicBezTo>
                  <a:pt x="1344797" y="1554315"/>
                  <a:pt x="1427792" y="424746"/>
                  <a:pt x="1425889" y="368401"/>
                </a:cubicBezTo>
                <a:cubicBezTo>
                  <a:pt x="1423604" y="300127"/>
                  <a:pt x="1348351" y="0"/>
                  <a:pt x="1348351" y="0"/>
                </a:cubicBezTo>
                <a:lnTo>
                  <a:pt x="812056" y="0"/>
                </a:lnTo>
                <a:cubicBezTo>
                  <a:pt x="812056" y="0"/>
                  <a:pt x="737056" y="1477284"/>
                  <a:pt x="721447" y="1523097"/>
                </a:cubicBezTo>
                <a:cubicBezTo>
                  <a:pt x="704696" y="1572335"/>
                  <a:pt x="127" y="2445051"/>
                  <a:pt x="127" y="2445051"/>
                </a:cubicBezTo>
                <a:close/>
              </a:path>
            </a:pathLst>
          </a:custGeom>
          <a:solidFill>
            <a:srgbClr val="263238"/>
          </a:solidFill>
          <a:ln w="12677">
            <a:noFill/>
            <a:prstDash val="solid"/>
          </a:ln>
        </p:spPr>
        <p:txBody>
          <a:bodyPr/>
          <a:lstStyle/>
          <a:p>
            <a:endParaRPr/>
          </a:p>
        </p:txBody>
      </p:sp>
      <p:sp>
        <p:nvSpPr>
          <p:cNvPr id="369" name="Freeform: Shape 368">
            <a:extLst>
              <a:ext uri="{FF2B5EF4-FFF2-40B4-BE49-F238E27FC236}">
                <a16:creationId xmlns:a16="http://schemas.microsoft.com/office/drawing/2014/main" id="{59733784-DE86-049D-147E-EA9D992A77E0}"/>
              </a:ext>
            </a:extLst>
          </p:cNvPr>
          <p:cNvSpPr>
            <a:spLocks noGrp="1"/>
          </p:cNvSpPr>
          <p:nvPr/>
        </p:nvSpPr>
        <p:spPr>
          <a:xfrm>
            <a:off x="6031925" y="4397958"/>
            <a:ext cx="243126" cy="189146"/>
          </a:xfrm>
          <a:custGeom>
            <a:avLst/>
            <a:gdLst>
              <a:gd name="csX0" fmla="*/ 373741 w 374124"/>
              <a:gd name="csY0" fmla="*/ 298547 h 300923"/>
              <a:gd name="csX1" fmla="*/ 1406 w 374124"/>
              <a:gd name="csY1" fmla="*/ 70 h 300923"/>
              <a:gd name="csX2" fmla="*/ 137 w 374124"/>
              <a:gd name="csY2" fmla="*/ 1593 h 300923"/>
              <a:gd name="csX3" fmla="*/ 371964 w 374124"/>
              <a:gd name="csY3" fmla="*/ 300705 h 300923"/>
              <a:gd name="csX4" fmla="*/ 373741 w 374124"/>
              <a:gd name="csY4" fmla="*/ 298547 h 300923"/>
            </a:gdLst>
            <a:ahLst/>
            <a:cxnLst/>
            <a:rect l="l" t="t" r="r" b="b"/>
            <a:pathLst>
              <a:path w="374124" h="300923">
                <a:moveTo>
                  <a:pt x="373741" y="298547"/>
                </a:moveTo>
                <a:cubicBezTo>
                  <a:pt x="304578" y="231796"/>
                  <a:pt x="34908" y="17710"/>
                  <a:pt x="1406" y="70"/>
                </a:cubicBezTo>
                <a:cubicBezTo>
                  <a:pt x="644" y="-311"/>
                  <a:pt x="-371" y="958"/>
                  <a:pt x="137" y="1593"/>
                </a:cubicBezTo>
                <a:cubicBezTo>
                  <a:pt x="24502" y="30527"/>
                  <a:pt x="253944" y="218979"/>
                  <a:pt x="371964" y="300705"/>
                </a:cubicBezTo>
                <a:cubicBezTo>
                  <a:pt x="373233" y="301593"/>
                  <a:pt x="374883" y="299562"/>
                  <a:pt x="373741" y="298547"/>
                </a:cubicBezTo>
                <a:close/>
              </a:path>
            </a:pathLst>
          </a:custGeom>
          <a:solidFill>
            <a:srgbClr val="37474F"/>
          </a:solidFill>
          <a:ln w="12677">
            <a:noFill/>
            <a:prstDash val="solid"/>
          </a:ln>
        </p:spPr>
        <p:txBody>
          <a:bodyPr/>
          <a:lstStyle/>
          <a:p>
            <a:endParaRPr/>
          </a:p>
        </p:txBody>
      </p:sp>
      <p:sp>
        <p:nvSpPr>
          <p:cNvPr id="371" name="Freeform: Shape 370">
            <a:extLst>
              <a:ext uri="{FF2B5EF4-FFF2-40B4-BE49-F238E27FC236}">
                <a16:creationId xmlns:a16="http://schemas.microsoft.com/office/drawing/2014/main" id="{7601A804-7035-2875-49CE-5C3D80EF6D41}"/>
              </a:ext>
            </a:extLst>
          </p:cNvPr>
          <p:cNvSpPr>
            <a:spLocks noGrp="1"/>
          </p:cNvSpPr>
          <p:nvPr/>
        </p:nvSpPr>
        <p:spPr>
          <a:xfrm>
            <a:off x="6739909" y="2918221"/>
            <a:ext cx="95886" cy="106509"/>
          </a:xfrm>
          <a:custGeom>
            <a:avLst/>
            <a:gdLst>
              <a:gd name="csX0" fmla="*/ 146346 w 147551"/>
              <a:gd name="csY0" fmla="*/ 163520 h 169452"/>
              <a:gd name="csX1" fmla="*/ 124519 w 147551"/>
              <a:gd name="csY1" fmla="*/ 158444 h 169452"/>
              <a:gd name="csX2" fmla="*/ 101930 w 147551"/>
              <a:gd name="csY2" fmla="*/ 149814 h 169452"/>
              <a:gd name="csX3" fmla="*/ 60559 w 147551"/>
              <a:gd name="csY3" fmla="*/ 120500 h 169452"/>
              <a:gd name="csX4" fmla="*/ 28833 w 147551"/>
              <a:gd name="csY4" fmla="*/ 69484 h 169452"/>
              <a:gd name="csX5" fmla="*/ 2057 w 147551"/>
              <a:gd name="csY5" fmla="*/ 703 h 169452"/>
              <a:gd name="csX6" fmla="*/ 26 w 147551"/>
              <a:gd name="csY6" fmla="*/ 1591 h 169452"/>
              <a:gd name="csX7" fmla="*/ 20965 w 147551"/>
              <a:gd name="csY7" fmla="*/ 71642 h 169452"/>
              <a:gd name="csX8" fmla="*/ 54087 w 147551"/>
              <a:gd name="csY8" fmla="*/ 131032 h 169452"/>
              <a:gd name="csX9" fmla="*/ 99899 w 147551"/>
              <a:gd name="csY9" fmla="*/ 161870 h 169452"/>
              <a:gd name="csX10" fmla="*/ 124519 w 147551"/>
              <a:gd name="csY10" fmla="*/ 168469 h 169452"/>
              <a:gd name="csX11" fmla="*/ 146981 w 147551"/>
              <a:gd name="csY11" fmla="*/ 167200 h 169452"/>
              <a:gd name="csX12" fmla="*/ 146346 w 147551"/>
              <a:gd name="csY12" fmla="*/ 163647 h 169452"/>
            </a:gdLst>
            <a:ahLst/>
            <a:cxnLst/>
            <a:rect l="l" t="t" r="r" b="b"/>
            <a:pathLst>
              <a:path w="147551" h="169452">
                <a:moveTo>
                  <a:pt x="146346" y="163520"/>
                </a:moveTo>
                <a:cubicBezTo>
                  <a:pt x="139240" y="160474"/>
                  <a:pt x="131752" y="160474"/>
                  <a:pt x="124519" y="158444"/>
                </a:cubicBezTo>
                <a:cubicBezTo>
                  <a:pt x="116904" y="156286"/>
                  <a:pt x="109417" y="153621"/>
                  <a:pt x="101930" y="149814"/>
                </a:cubicBezTo>
                <a:cubicBezTo>
                  <a:pt x="87844" y="142708"/>
                  <a:pt x="73630" y="133063"/>
                  <a:pt x="60559" y="120500"/>
                </a:cubicBezTo>
                <a:cubicBezTo>
                  <a:pt x="47108" y="107555"/>
                  <a:pt x="37590" y="89662"/>
                  <a:pt x="28833" y="69484"/>
                </a:cubicBezTo>
                <a:cubicBezTo>
                  <a:pt x="24138" y="58697"/>
                  <a:pt x="2311" y="1210"/>
                  <a:pt x="2057" y="703"/>
                </a:cubicBezTo>
                <a:cubicBezTo>
                  <a:pt x="1422" y="-693"/>
                  <a:pt x="-227" y="195"/>
                  <a:pt x="26" y="1591"/>
                </a:cubicBezTo>
                <a:cubicBezTo>
                  <a:pt x="1549" y="9586"/>
                  <a:pt x="16524" y="59205"/>
                  <a:pt x="20965" y="71642"/>
                </a:cubicBezTo>
                <a:cubicBezTo>
                  <a:pt x="29341" y="94992"/>
                  <a:pt x="39493" y="116058"/>
                  <a:pt x="54087" y="131032"/>
                </a:cubicBezTo>
                <a:cubicBezTo>
                  <a:pt x="68301" y="145626"/>
                  <a:pt x="84037" y="155652"/>
                  <a:pt x="99899" y="161870"/>
                </a:cubicBezTo>
                <a:cubicBezTo>
                  <a:pt x="108021" y="165043"/>
                  <a:pt x="116270" y="167454"/>
                  <a:pt x="124519" y="168469"/>
                </a:cubicBezTo>
                <a:cubicBezTo>
                  <a:pt x="131879" y="169357"/>
                  <a:pt x="140128" y="170626"/>
                  <a:pt x="146981" y="167200"/>
                </a:cubicBezTo>
                <a:cubicBezTo>
                  <a:pt x="148123" y="166565"/>
                  <a:pt x="147361" y="164027"/>
                  <a:pt x="146346" y="163647"/>
                </a:cubicBezTo>
                <a:close/>
              </a:path>
            </a:pathLst>
          </a:custGeom>
          <a:solidFill>
            <a:srgbClr val="37474F"/>
          </a:solidFill>
          <a:ln w="12677">
            <a:noFill/>
            <a:prstDash val="solid"/>
          </a:ln>
        </p:spPr>
        <p:txBody>
          <a:bodyPr/>
          <a:lstStyle/>
          <a:p>
            <a:endParaRPr/>
          </a:p>
        </p:txBody>
      </p:sp>
      <p:sp>
        <p:nvSpPr>
          <p:cNvPr id="374" name="Freeform: Shape 373">
            <a:extLst>
              <a:ext uri="{FF2B5EF4-FFF2-40B4-BE49-F238E27FC236}">
                <a16:creationId xmlns:a16="http://schemas.microsoft.com/office/drawing/2014/main" id="{4E39AB56-5D8C-D296-3EB3-CA679604B0E9}"/>
              </a:ext>
            </a:extLst>
          </p:cNvPr>
          <p:cNvSpPr>
            <a:spLocks noGrp="1"/>
          </p:cNvSpPr>
          <p:nvPr/>
        </p:nvSpPr>
        <p:spPr>
          <a:xfrm>
            <a:off x="6068465" y="2897684"/>
            <a:ext cx="458444" cy="1473994"/>
          </a:xfrm>
          <a:custGeom>
            <a:avLst/>
            <a:gdLst>
              <a:gd name="csX0" fmla="*/ 705203 w 705457"/>
              <a:gd name="csY0" fmla="*/ 254 h 2345051"/>
              <a:gd name="csX1" fmla="*/ 693909 w 705457"/>
              <a:gd name="csY1" fmla="*/ 296954 h 2345051"/>
              <a:gd name="csX2" fmla="*/ 681091 w 705457"/>
              <a:gd name="csY2" fmla="*/ 593528 h 2345051"/>
              <a:gd name="csX3" fmla="*/ 652538 w 705457"/>
              <a:gd name="csY3" fmla="*/ 1186675 h 2345051"/>
              <a:gd name="csX4" fmla="*/ 635660 w 705457"/>
              <a:gd name="csY4" fmla="*/ 1483122 h 2345051"/>
              <a:gd name="csX5" fmla="*/ 632741 w 705457"/>
              <a:gd name="csY5" fmla="*/ 1520685 h 2345051"/>
              <a:gd name="csX6" fmla="*/ 631599 w 705457"/>
              <a:gd name="csY6" fmla="*/ 1526396 h 2345051"/>
              <a:gd name="csX7" fmla="*/ 629188 w 705457"/>
              <a:gd name="csY7" fmla="*/ 1531219 h 2345051"/>
              <a:gd name="csX8" fmla="*/ 624239 w 705457"/>
              <a:gd name="csY8" fmla="*/ 1539467 h 2345051"/>
              <a:gd name="csX9" fmla="*/ 613706 w 705457"/>
              <a:gd name="csY9" fmla="*/ 1554950 h 2345051"/>
              <a:gd name="csX10" fmla="*/ 569416 w 705457"/>
              <a:gd name="csY10" fmla="*/ 1614848 h 2345051"/>
              <a:gd name="csX11" fmla="*/ 477919 w 705457"/>
              <a:gd name="csY11" fmla="*/ 1731853 h 2345051"/>
              <a:gd name="csX12" fmla="*/ 291498 w 705457"/>
              <a:gd name="csY12" fmla="*/ 1962944 h 2345051"/>
              <a:gd name="csX13" fmla="*/ 0 w 705457"/>
              <a:gd name="csY13" fmla="*/ 2345051 h 2345051"/>
              <a:gd name="csX14" fmla="*/ 286802 w 705457"/>
              <a:gd name="csY14" fmla="*/ 1959138 h 2345051"/>
              <a:gd name="csX15" fmla="*/ 470432 w 705457"/>
              <a:gd name="csY15" fmla="*/ 1725889 h 2345051"/>
              <a:gd name="csX16" fmla="*/ 560787 w 705457"/>
              <a:gd name="csY16" fmla="*/ 1608249 h 2345051"/>
              <a:gd name="csX17" fmla="*/ 604569 w 705457"/>
              <a:gd name="csY17" fmla="*/ 1548604 h 2345051"/>
              <a:gd name="csX18" fmla="*/ 614848 w 705457"/>
              <a:gd name="csY18" fmla="*/ 1533376 h 2345051"/>
              <a:gd name="csX19" fmla="*/ 621701 w 705457"/>
              <a:gd name="csY19" fmla="*/ 1518782 h 2345051"/>
              <a:gd name="csX20" fmla="*/ 624366 w 705457"/>
              <a:gd name="csY20" fmla="*/ 1482361 h 2345051"/>
              <a:gd name="csX21" fmla="*/ 640102 w 705457"/>
              <a:gd name="csY21" fmla="*/ 1185914 h 2345051"/>
              <a:gd name="csX22" fmla="*/ 671447 w 705457"/>
              <a:gd name="csY22" fmla="*/ 592894 h 2345051"/>
              <a:gd name="csX23" fmla="*/ 687817 w 705457"/>
              <a:gd name="csY23" fmla="*/ 296447 h 2345051"/>
              <a:gd name="csX24" fmla="*/ 705457 w 705457"/>
              <a:gd name="csY24" fmla="*/ 0 h 2345051"/>
            </a:gdLst>
            <a:ahLst/>
            <a:cxnLst/>
            <a:rect l="l" t="t" r="r" b="b"/>
            <a:pathLst>
              <a:path w="705457" h="2345051">
                <a:moveTo>
                  <a:pt x="705203" y="254"/>
                </a:moveTo>
                <a:lnTo>
                  <a:pt x="693909" y="296954"/>
                </a:lnTo>
                <a:lnTo>
                  <a:pt x="681091" y="593528"/>
                </a:lnTo>
                <a:lnTo>
                  <a:pt x="652538" y="1186675"/>
                </a:lnTo>
                <a:cubicBezTo>
                  <a:pt x="647208" y="1285533"/>
                  <a:pt x="641878" y="1384264"/>
                  <a:pt x="635660" y="1483122"/>
                </a:cubicBezTo>
                <a:cubicBezTo>
                  <a:pt x="635026" y="1495305"/>
                  <a:pt x="634010" y="1507995"/>
                  <a:pt x="632741" y="1520685"/>
                </a:cubicBezTo>
                <a:cubicBezTo>
                  <a:pt x="632741" y="1522209"/>
                  <a:pt x="632614" y="1523731"/>
                  <a:pt x="631599" y="1526396"/>
                </a:cubicBezTo>
                <a:cubicBezTo>
                  <a:pt x="630838" y="1528173"/>
                  <a:pt x="630076" y="1529823"/>
                  <a:pt x="629188" y="1531219"/>
                </a:cubicBezTo>
                <a:cubicBezTo>
                  <a:pt x="627538" y="1534138"/>
                  <a:pt x="625888" y="1536802"/>
                  <a:pt x="624239" y="1539467"/>
                </a:cubicBezTo>
                <a:cubicBezTo>
                  <a:pt x="620812" y="1544797"/>
                  <a:pt x="617259" y="1549874"/>
                  <a:pt x="613706" y="1554950"/>
                </a:cubicBezTo>
                <a:cubicBezTo>
                  <a:pt x="599366" y="1575254"/>
                  <a:pt x="584391" y="1595051"/>
                  <a:pt x="569416" y="1614848"/>
                </a:cubicBezTo>
                <a:cubicBezTo>
                  <a:pt x="539467" y="1654315"/>
                  <a:pt x="508630" y="1693021"/>
                  <a:pt x="477919" y="1731853"/>
                </a:cubicBezTo>
                <a:cubicBezTo>
                  <a:pt x="416244" y="1809264"/>
                  <a:pt x="354061" y="1886295"/>
                  <a:pt x="291498" y="1962944"/>
                </a:cubicBezTo>
                <a:lnTo>
                  <a:pt x="0" y="2345051"/>
                </a:lnTo>
                <a:lnTo>
                  <a:pt x="286802" y="1959138"/>
                </a:lnTo>
                <a:cubicBezTo>
                  <a:pt x="348223" y="1881599"/>
                  <a:pt x="409772" y="1804061"/>
                  <a:pt x="470432" y="1725889"/>
                </a:cubicBezTo>
                <a:cubicBezTo>
                  <a:pt x="500762" y="1686803"/>
                  <a:pt x="530965" y="1647589"/>
                  <a:pt x="560787" y="1608249"/>
                </a:cubicBezTo>
                <a:cubicBezTo>
                  <a:pt x="575635" y="1588579"/>
                  <a:pt x="590482" y="1568782"/>
                  <a:pt x="604569" y="1548604"/>
                </a:cubicBezTo>
                <a:cubicBezTo>
                  <a:pt x="608122" y="1543528"/>
                  <a:pt x="611548" y="1538452"/>
                  <a:pt x="614848" y="1533376"/>
                </a:cubicBezTo>
                <a:cubicBezTo>
                  <a:pt x="617767" y="1528173"/>
                  <a:pt x="621954" y="1523097"/>
                  <a:pt x="621701" y="1518782"/>
                </a:cubicBezTo>
                <a:cubicBezTo>
                  <a:pt x="622716" y="1506853"/>
                  <a:pt x="623604" y="1494797"/>
                  <a:pt x="624366" y="1482361"/>
                </a:cubicBezTo>
                <a:cubicBezTo>
                  <a:pt x="630203" y="1383630"/>
                  <a:pt x="635152" y="1284772"/>
                  <a:pt x="640102" y="1185914"/>
                </a:cubicBezTo>
                <a:lnTo>
                  <a:pt x="671447" y="592894"/>
                </a:lnTo>
                <a:lnTo>
                  <a:pt x="687817" y="296447"/>
                </a:lnTo>
                <a:lnTo>
                  <a:pt x="705457" y="0"/>
                </a:lnTo>
                <a:close/>
              </a:path>
            </a:pathLst>
          </a:custGeom>
          <a:solidFill>
            <a:srgbClr val="37474F"/>
          </a:solidFill>
          <a:ln w="12677">
            <a:noFill/>
            <a:prstDash val="solid"/>
          </a:ln>
        </p:spPr>
        <p:txBody>
          <a:bodyPr/>
          <a:lstStyle/>
          <a:p>
            <a:endParaRPr/>
          </a:p>
        </p:txBody>
      </p:sp>
      <p:sp>
        <p:nvSpPr>
          <p:cNvPr id="368" name="Freeform: Shape 367">
            <a:extLst>
              <a:ext uri="{FF2B5EF4-FFF2-40B4-BE49-F238E27FC236}">
                <a16:creationId xmlns:a16="http://schemas.microsoft.com/office/drawing/2014/main" id="{B5B5ACA9-CA81-702A-05C3-1F14FBF0CB9B}"/>
              </a:ext>
            </a:extLst>
          </p:cNvPr>
          <p:cNvSpPr>
            <a:spLocks noGrp="1"/>
          </p:cNvSpPr>
          <p:nvPr/>
        </p:nvSpPr>
        <p:spPr>
          <a:xfrm>
            <a:off x="6415658" y="2881332"/>
            <a:ext cx="387438" cy="1551287"/>
          </a:xfrm>
          <a:custGeom>
            <a:avLst/>
            <a:gdLst>
              <a:gd name="csX0" fmla="*/ 596193 w 596193"/>
              <a:gd name="csY0" fmla="*/ 1619924 h 2468020"/>
              <a:gd name="csX1" fmla="*/ 585533 w 596193"/>
              <a:gd name="csY1" fmla="*/ 1698604 h 2468020"/>
              <a:gd name="csX2" fmla="*/ 35406 w 596193"/>
              <a:gd name="csY2" fmla="*/ 2468021 h 2468020"/>
              <a:gd name="csX3" fmla="*/ 0 w 596193"/>
              <a:gd name="csY3" fmla="*/ 1448732 h 2468020"/>
              <a:gd name="csX4" fmla="*/ 82487 w 596193"/>
              <a:gd name="csY4" fmla="*/ 0 h 2468020"/>
              <a:gd name="csX5" fmla="*/ 349746 w 596193"/>
              <a:gd name="csY5" fmla="*/ 0 h 2468020"/>
              <a:gd name="csX6" fmla="*/ 596193 w 596193"/>
              <a:gd name="csY6" fmla="*/ 1619924 h 2468020"/>
            </a:gdLst>
            <a:ahLst/>
            <a:cxnLst/>
            <a:rect l="l" t="t" r="r" b="b"/>
            <a:pathLst>
              <a:path w="596193" h="2468020">
                <a:moveTo>
                  <a:pt x="596193" y="1619924"/>
                </a:moveTo>
                <a:cubicBezTo>
                  <a:pt x="592259" y="1656346"/>
                  <a:pt x="588706" y="1683376"/>
                  <a:pt x="585533" y="1698604"/>
                </a:cubicBezTo>
                <a:cubicBezTo>
                  <a:pt x="570812" y="1769797"/>
                  <a:pt x="236168" y="2220686"/>
                  <a:pt x="35406" y="2468021"/>
                </a:cubicBezTo>
                <a:lnTo>
                  <a:pt x="0" y="1448732"/>
                </a:lnTo>
                <a:cubicBezTo>
                  <a:pt x="24492" y="1141371"/>
                  <a:pt x="82487" y="0"/>
                  <a:pt x="82487" y="0"/>
                </a:cubicBezTo>
                <a:lnTo>
                  <a:pt x="349746" y="0"/>
                </a:lnTo>
                <a:lnTo>
                  <a:pt x="596193" y="1619924"/>
                </a:lnTo>
                <a:close/>
              </a:path>
            </a:pathLst>
          </a:custGeom>
          <a:solidFill>
            <a:srgbClr val="37474F"/>
          </a:solidFill>
          <a:ln w="12677">
            <a:noFill/>
            <a:prstDash val="solid"/>
          </a:ln>
        </p:spPr>
        <p:txBody>
          <a:bodyPr/>
          <a:lstStyle/>
          <a:p>
            <a:endParaRPr/>
          </a:p>
        </p:txBody>
      </p:sp>
      <p:sp>
        <p:nvSpPr>
          <p:cNvPr id="353" name="Freeform: Shape 352">
            <a:extLst>
              <a:ext uri="{FF2B5EF4-FFF2-40B4-BE49-F238E27FC236}">
                <a16:creationId xmlns:a16="http://schemas.microsoft.com/office/drawing/2014/main" id="{731AA01C-2FBE-FACD-D800-D79A24548A69}"/>
              </a:ext>
            </a:extLst>
          </p:cNvPr>
          <p:cNvSpPr>
            <a:spLocks noGrp="1"/>
          </p:cNvSpPr>
          <p:nvPr/>
        </p:nvSpPr>
        <p:spPr>
          <a:xfrm>
            <a:off x="6580184" y="4477687"/>
            <a:ext cx="741834" cy="575648"/>
          </a:xfrm>
          <a:custGeom>
            <a:avLst/>
            <a:gdLst>
              <a:gd name="csX0" fmla="*/ 0 w 1141540"/>
              <a:gd name="csY0" fmla="*/ 101142 h 915827"/>
              <a:gd name="csX1" fmla="*/ 103807 w 1141540"/>
              <a:gd name="csY1" fmla="*/ 627538 h 915827"/>
              <a:gd name="csX2" fmla="*/ 166751 w 1141540"/>
              <a:gd name="csY2" fmla="*/ 881473 h 915827"/>
              <a:gd name="csX3" fmla="*/ 167005 w 1141540"/>
              <a:gd name="csY3" fmla="*/ 882234 h 915827"/>
              <a:gd name="csX4" fmla="*/ 182487 w 1141540"/>
              <a:gd name="csY4" fmla="*/ 914341 h 915827"/>
              <a:gd name="csX5" fmla="*/ 183249 w 1141540"/>
              <a:gd name="csY5" fmla="*/ 914848 h 915827"/>
              <a:gd name="csX6" fmla="*/ 1132107 w 1141540"/>
              <a:gd name="csY6" fmla="*/ 749493 h 915827"/>
              <a:gd name="csX7" fmla="*/ 1078046 w 1141540"/>
              <a:gd name="csY7" fmla="*/ 628935 h 915827"/>
              <a:gd name="csX8" fmla="*/ 672589 w 1141540"/>
              <a:gd name="csY8" fmla="*/ 519797 h 915827"/>
              <a:gd name="csX9" fmla="*/ 546447 w 1141540"/>
              <a:gd name="csY9" fmla="*/ 0 h 915827"/>
              <a:gd name="csX10" fmla="*/ 127 w 1141540"/>
              <a:gd name="csY10" fmla="*/ 101016 h 915827"/>
            </a:gdLst>
            <a:ahLst/>
            <a:cxnLst/>
            <a:rect l="l" t="t" r="r" b="b"/>
            <a:pathLst>
              <a:path w="1141540" h="915827">
                <a:moveTo>
                  <a:pt x="0" y="101142"/>
                </a:moveTo>
                <a:cubicBezTo>
                  <a:pt x="0" y="101142"/>
                  <a:pt x="103680" y="627158"/>
                  <a:pt x="103807" y="627538"/>
                </a:cubicBezTo>
                <a:cubicBezTo>
                  <a:pt x="127538" y="737310"/>
                  <a:pt x="150381" y="833122"/>
                  <a:pt x="166751" y="881473"/>
                </a:cubicBezTo>
                <a:cubicBezTo>
                  <a:pt x="166751" y="881726"/>
                  <a:pt x="166751" y="881980"/>
                  <a:pt x="167005" y="882234"/>
                </a:cubicBezTo>
                <a:cubicBezTo>
                  <a:pt x="173223" y="900508"/>
                  <a:pt x="178426" y="911929"/>
                  <a:pt x="182487" y="914341"/>
                </a:cubicBezTo>
                <a:cubicBezTo>
                  <a:pt x="182868" y="914594"/>
                  <a:pt x="182995" y="914848"/>
                  <a:pt x="183249" y="914848"/>
                </a:cubicBezTo>
                <a:cubicBezTo>
                  <a:pt x="220685" y="929950"/>
                  <a:pt x="1103173" y="765610"/>
                  <a:pt x="1132107" y="749493"/>
                </a:cubicBezTo>
                <a:cubicBezTo>
                  <a:pt x="1161168" y="733503"/>
                  <a:pt x="1117386" y="649874"/>
                  <a:pt x="1078046" y="628935"/>
                </a:cubicBezTo>
                <a:cubicBezTo>
                  <a:pt x="1038452" y="607995"/>
                  <a:pt x="672589" y="519797"/>
                  <a:pt x="672589" y="519797"/>
                </a:cubicBezTo>
                <a:lnTo>
                  <a:pt x="546447" y="0"/>
                </a:lnTo>
                <a:lnTo>
                  <a:pt x="127" y="101016"/>
                </a:lnTo>
                <a:close/>
              </a:path>
            </a:pathLst>
          </a:custGeom>
          <a:solidFill>
            <a:srgbClr val="EB9481"/>
          </a:solidFill>
          <a:ln w="12677">
            <a:noFill/>
            <a:prstDash val="solid"/>
          </a:ln>
        </p:spPr>
        <p:txBody>
          <a:bodyPr/>
          <a:lstStyle/>
          <a:p>
            <a:endParaRPr/>
          </a:p>
        </p:txBody>
      </p:sp>
      <p:sp>
        <p:nvSpPr>
          <p:cNvPr id="354" name="Freeform: Shape 353">
            <a:extLst>
              <a:ext uri="{FF2B5EF4-FFF2-40B4-BE49-F238E27FC236}">
                <a16:creationId xmlns:a16="http://schemas.microsoft.com/office/drawing/2014/main" id="{D3976E16-40D0-1FBA-D9BB-8827D658FE34}"/>
              </a:ext>
            </a:extLst>
          </p:cNvPr>
          <p:cNvSpPr>
            <a:spLocks noGrp="1"/>
          </p:cNvSpPr>
          <p:nvPr/>
        </p:nvSpPr>
        <p:spPr>
          <a:xfrm>
            <a:off x="6639232" y="4761415"/>
            <a:ext cx="682752" cy="291999"/>
          </a:xfrm>
          <a:custGeom>
            <a:avLst/>
            <a:gdLst>
              <a:gd name="csX0" fmla="*/ 1041244 w 1050624"/>
              <a:gd name="csY0" fmla="*/ 298223 h 464557"/>
              <a:gd name="csX1" fmla="*/ 92386 w 1050624"/>
              <a:gd name="csY1" fmla="*/ 463579 h 464557"/>
              <a:gd name="csX2" fmla="*/ 91624 w 1050624"/>
              <a:gd name="csY2" fmla="*/ 463071 h 464557"/>
              <a:gd name="csX3" fmla="*/ 76269 w 1050624"/>
              <a:gd name="csY3" fmla="*/ 430965 h 464557"/>
              <a:gd name="csX4" fmla="*/ 76015 w 1050624"/>
              <a:gd name="csY4" fmla="*/ 430203 h 464557"/>
              <a:gd name="csX5" fmla="*/ 12944 w 1050624"/>
              <a:gd name="csY5" fmla="*/ 176269 h 464557"/>
              <a:gd name="csX6" fmla="*/ 0 w 1050624"/>
              <a:gd name="csY6" fmla="*/ 110279 h 464557"/>
              <a:gd name="csX7" fmla="*/ 564848 w 1050624"/>
              <a:gd name="csY7" fmla="*/ 0 h 464557"/>
              <a:gd name="csX8" fmla="*/ 581599 w 1050624"/>
              <a:gd name="csY8" fmla="*/ 68655 h 464557"/>
              <a:gd name="csX9" fmla="*/ 987056 w 1050624"/>
              <a:gd name="csY9" fmla="*/ 177792 h 464557"/>
              <a:gd name="csX10" fmla="*/ 1041244 w 1050624"/>
              <a:gd name="csY10" fmla="*/ 298350 h 464557"/>
            </a:gdLst>
            <a:ahLst/>
            <a:cxnLst/>
            <a:rect l="l" t="t" r="r" b="b"/>
            <a:pathLst>
              <a:path w="1050624" h="464557">
                <a:moveTo>
                  <a:pt x="1041244" y="298223"/>
                </a:moveTo>
                <a:cubicBezTo>
                  <a:pt x="1012437" y="314340"/>
                  <a:pt x="129822" y="478680"/>
                  <a:pt x="92386" y="463579"/>
                </a:cubicBezTo>
                <a:cubicBezTo>
                  <a:pt x="92132" y="463579"/>
                  <a:pt x="92005" y="463325"/>
                  <a:pt x="91624" y="463071"/>
                </a:cubicBezTo>
                <a:cubicBezTo>
                  <a:pt x="87690" y="460660"/>
                  <a:pt x="82360" y="449239"/>
                  <a:pt x="76269" y="430965"/>
                </a:cubicBezTo>
                <a:cubicBezTo>
                  <a:pt x="76015" y="430711"/>
                  <a:pt x="76015" y="430457"/>
                  <a:pt x="76015" y="430203"/>
                </a:cubicBezTo>
                <a:cubicBezTo>
                  <a:pt x="59518" y="381853"/>
                  <a:pt x="36675" y="286041"/>
                  <a:pt x="12944" y="176269"/>
                </a:cubicBezTo>
                <a:cubicBezTo>
                  <a:pt x="12944" y="176142"/>
                  <a:pt x="7868" y="150381"/>
                  <a:pt x="0" y="110279"/>
                </a:cubicBezTo>
                <a:lnTo>
                  <a:pt x="564848" y="0"/>
                </a:lnTo>
                <a:lnTo>
                  <a:pt x="581599" y="68655"/>
                </a:lnTo>
                <a:cubicBezTo>
                  <a:pt x="581599" y="68655"/>
                  <a:pt x="947462" y="156853"/>
                  <a:pt x="987056" y="177792"/>
                </a:cubicBezTo>
                <a:cubicBezTo>
                  <a:pt x="1026523" y="198604"/>
                  <a:pt x="1070178" y="282360"/>
                  <a:pt x="1041244" y="298350"/>
                </a:cubicBezTo>
                <a:close/>
              </a:path>
            </a:pathLst>
          </a:custGeom>
          <a:solidFill>
            <a:srgbClr val="DBDBDB"/>
          </a:solidFill>
          <a:ln w="12677">
            <a:noFill/>
            <a:prstDash val="solid"/>
          </a:ln>
        </p:spPr>
        <p:txBody>
          <a:bodyPr/>
          <a:lstStyle/>
          <a:p>
            <a:endParaRPr/>
          </a:p>
        </p:txBody>
      </p:sp>
      <p:sp>
        <p:nvSpPr>
          <p:cNvPr id="356" name="Freeform: Shape 355">
            <a:extLst>
              <a:ext uri="{FF2B5EF4-FFF2-40B4-BE49-F238E27FC236}">
                <a16:creationId xmlns:a16="http://schemas.microsoft.com/office/drawing/2014/main" id="{22FA1977-7221-9665-2F6B-79030DD1BF43}"/>
              </a:ext>
            </a:extLst>
          </p:cNvPr>
          <p:cNvSpPr>
            <a:spLocks noGrp="1"/>
          </p:cNvSpPr>
          <p:nvPr/>
        </p:nvSpPr>
        <p:spPr>
          <a:xfrm>
            <a:off x="6646984" y="4798427"/>
            <a:ext cx="674909" cy="254988"/>
          </a:xfrm>
          <a:custGeom>
            <a:avLst/>
            <a:gdLst>
              <a:gd name="csX0" fmla="*/ 1029315 w 1038555"/>
              <a:gd name="csY0" fmla="*/ 239340 h 405674"/>
              <a:gd name="csX1" fmla="*/ 80457 w 1038555"/>
              <a:gd name="csY1" fmla="*/ 404695 h 405674"/>
              <a:gd name="csX2" fmla="*/ 1015 w 1038555"/>
              <a:gd name="csY2" fmla="*/ 117259 h 405674"/>
              <a:gd name="csX3" fmla="*/ 0 w 1038555"/>
              <a:gd name="csY3" fmla="*/ 112436 h 405674"/>
              <a:gd name="csX4" fmla="*/ 568147 w 1038555"/>
              <a:gd name="csY4" fmla="*/ 0 h 405674"/>
              <a:gd name="csX5" fmla="*/ 569670 w 1038555"/>
              <a:gd name="csY5" fmla="*/ 9644 h 405674"/>
              <a:gd name="csX6" fmla="*/ 975127 w 1038555"/>
              <a:gd name="csY6" fmla="*/ 118782 h 405674"/>
              <a:gd name="csX7" fmla="*/ 1029188 w 1038555"/>
              <a:gd name="csY7" fmla="*/ 239213 h 405674"/>
            </a:gdLst>
            <a:ahLst/>
            <a:cxnLst/>
            <a:rect l="l" t="t" r="r" b="b"/>
            <a:pathLst>
              <a:path w="1038555" h="405674">
                <a:moveTo>
                  <a:pt x="1029315" y="239340"/>
                </a:moveTo>
                <a:cubicBezTo>
                  <a:pt x="1000381" y="255457"/>
                  <a:pt x="118020" y="419797"/>
                  <a:pt x="80457" y="404695"/>
                </a:cubicBezTo>
                <a:cubicBezTo>
                  <a:pt x="66117" y="399239"/>
                  <a:pt x="34645" y="271954"/>
                  <a:pt x="1015" y="117259"/>
                </a:cubicBezTo>
                <a:cubicBezTo>
                  <a:pt x="635" y="115609"/>
                  <a:pt x="381" y="113959"/>
                  <a:pt x="0" y="112436"/>
                </a:cubicBezTo>
                <a:lnTo>
                  <a:pt x="568147" y="0"/>
                </a:lnTo>
                <a:lnTo>
                  <a:pt x="569670" y="9644"/>
                </a:lnTo>
                <a:cubicBezTo>
                  <a:pt x="569670" y="9644"/>
                  <a:pt x="935533" y="97843"/>
                  <a:pt x="975127" y="118782"/>
                </a:cubicBezTo>
                <a:cubicBezTo>
                  <a:pt x="1014340" y="139721"/>
                  <a:pt x="1058122" y="223223"/>
                  <a:pt x="1029188" y="239213"/>
                </a:cubicBezTo>
                <a:close/>
              </a:path>
            </a:pathLst>
          </a:custGeom>
          <a:solidFill>
            <a:srgbClr val="FFC727"/>
          </a:solidFill>
          <a:ln w="12677">
            <a:noFill/>
            <a:prstDash val="solid"/>
          </a:ln>
        </p:spPr>
        <p:txBody>
          <a:bodyPr/>
          <a:lstStyle/>
          <a:p>
            <a:endParaRPr/>
          </a:p>
        </p:txBody>
      </p:sp>
      <p:sp>
        <p:nvSpPr>
          <p:cNvPr id="357" name="Freeform: Shape 356">
            <a:extLst>
              <a:ext uri="{FF2B5EF4-FFF2-40B4-BE49-F238E27FC236}">
                <a16:creationId xmlns:a16="http://schemas.microsoft.com/office/drawing/2014/main" id="{A5435479-A169-4846-B237-A293E363B8B3}"/>
              </a:ext>
            </a:extLst>
          </p:cNvPr>
          <p:cNvSpPr>
            <a:spLocks noGrp="1"/>
          </p:cNvSpPr>
          <p:nvPr/>
        </p:nvSpPr>
        <p:spPr>
          <a:xfrm>
            <a:off x="6646984" y="4798427"/>
            <a:ext cx="674909" cy="254988"/>
          </a:xfrm>
          <a:custGeom>
            <a:avLst/>
            <a:gdLst>
              <a:gd name="csX0" fmla="*/ 1029315 w 1038555"/>
              <a:gd name="csY0" fmla="*/ 239340 h 405674"/>
              <a:gd name="csX1" fmla="*/ 80457 w 1038555"/>
              <a:gd name="csY1" fmla="*/ 404695 h 405674"/>
              <a:gd name="csX2" fmla="*/ 1015 w 1038555"/>
              <a:gd name="csY2" fmla="*/ 117259 h 405674"/>
              <a:gd name="csX3" fmla="*/ 0 w 1038555"/>
              <a:gd name="csY3" fmla="*/ 112436 h 405674"/>
              <a:gd name="csX4" fmla="*/ 568147 w 1038555"/>
              <a:gd name="csY4" fmla="*/ 0 h 405674"/>
              <a:gd name="csX5" fmla="*/ 569670 w 1038555"/>
              <a:gd name="csY5" fmla="*/ 9644 h 405674"/>
              <a:gd name="csX6" fmla="*/ 975127 w 1038555"/>
              <a:gd name="csY6" fmla="*/ 118782 h 405674"/>
              <a:gd name="csX7" fmla="*/ 1029188 w 1038555"/>
              <a:gd name="csY7" fmla="*/ 239213 h 405674"/>
            </a:gdLst>
            <a:ahLst/>
            <a:cxnLst/>
            <a:rect l="l" t="t" r="r" b="b"/>
            <a:pathLst>
              <a:path w="1038555" h="405674">
                <a:moveTo>
                  <a:pt x="1029315" y="239340"/>
                </a:moveTo>
                <a:cubicBezTo>
                  <a:pt x="1000381" y="255457"/>
                  <a:pt x="118020" y="419797"/>
                  <a:pt x="80457" y="404695"/>
                </a:cubicBezTo>
                <a:cubicBezTo>
                  <a:pt x="66117" y="399239"/>
                  <a:pt x="34645" y="271954"/>
                  <a:pt x="1015" y="117259"/>
                </a:cubicBezTo>
                <a:cubicBezTo>
                  <a:pt x="635" y="115609"/>
                  <a:pt x="381" y="113959"/>
                  <a:pt x="0" y="112436"/>
                </a:cubicBezTo>
                <a:lnTo>
                  <a:pt x="568147" y="0"/>
                </a:lnTo>
                <a:lnTo>
                  <a:pt x="569670" y="9644"/>
                </a:lnTo>
                <a:cubicBezTo>
                  <a:pt x="569670" y="9644"/>
                  <a:pt x="935533" y="97843"/>
                  <a:pt x="975127" y="118782"/>
                </a:cubicBezTo>
                <a:cubicBezTo>
                  <a:pt x="1014340" y="139721"/>
                  <a:pt x="1058122" y="223223"/>
                  <a:pt x="1029188" y="239213"/>
                </a:cubicBezTo>
                <a:close/>
              </a:path>
            </a:pathLst>
          </a:custGeom>
          <a:solidFill>
            <a:srgbClr val="000000">
              <a:alpha val="30000"/>
            </a:srgbClr>
          </a:solidFill>
          <a:ln w="12677">
            <a:noFill/>
            <a:prstDash val="solid"/>
          </a:ln>
        </p:spPr>
        <p:txBody>
          <a:bodyPr/>
          <a:lstStyle/>
          <a:p>
            <a:endParaRPr/>
          </a:p>
        </p:txBody>
      </p:sp>
      <p:sp>
        <p:nvSpPr>
          <p:cNvPr id="360" name="Freeform: Shape 359">
            <a:extLst>
              <a:ext uri="{FF2B5EF4-FFF2-40B4-BE49-F238E27FC236}">
                <a16:creationId xmlns:a16="http://schemas.microsoft.com/office/drawing/2014/main" id="{CFB5E922-C98C-7355-45A9-7EA6CE3EF908}"/>
              </a:ext>
            </a:extLst>
          </p:cNvPr>
          <p:cNvSpPr>
            <a:spLocks noGrp="1"/>
          </p:cNvSpPr>
          <p:nvPr/>
        </p:nvSpPr>
        <p:spPr>
          <a:xfrm>
            <a:off x="6722585" y="4928479"/>
            <a:ext cx="584302" cy="107678"/>
          </a:xfrm>
          <a:custGeom>
            <a:avLst/>
            <a:gdLst>
              <a:gd name="csX0" fmla="*/ 896608 w 899129"/>
              <a:gd name="csY0" fmla="*/ 73 h 171311"/>
              <a:gd name="csX1" fmla="*/ 796 w 899129"/>
              <a:gd name="csY1" fmla="*/ 170377 h 171311"/>
              <a:gd name="csX2" fmla="*/ 923 w 899129"/>
              <a:gd name="csY2" fmla="*/ 171266 h 171311"/>
              <a:gd name="csX3" fmla="*/ 896989 w 899129"/>
              <a:gd name="csY3" fmla="*/ 2484 h 171311"/>
              <a:gd name="csX4" fmla="*/ 896481 w 899129"/>
              <a:gd name="csY4" fmla="*/ 73 h 171311"/>
            </a:gdLst>
            <a:ahLst/>
            <a:cxnLst/>
            <a:rect l="l" t="t" r="r" b="b"/>
            <a:pathLst>
              <a:path w="899129" h="171311">
                <a:moveTo>
                  <a:pt x="896608" y="73"/>
                </a:moveTo>
                <a:cubicBezTo>
                  <a:pt x="747116" y="24185"/>
                  <a:pt x="146735" y="135225"/>
                  <a:pt x="796" y="170377"/>
                </a:cubicBezTo>
                <a:cubicBezTo>
                  <a:pt x="-346" y="170631"/>
                  <a:pt x="-219" y="171520"/>
                  <a:pt x="923" y="171266"/>
                </a:cubicBezTo>
                <a:cubicBezTo>
                  <a:pt x="149527" y="150708"/>
                  <a:pt x="749146" y="34717"/>
                  <a:pt x="896989" y="2484"/>
                </a:cubicBezTo>
                <a:cubicBezTo>
                  <a:pt x="900162" y="1849"/>
                  <a:pt x="899654" y="-435"/>
                  <a:pt x="896481" y="73"/>
                </a:cubicBezTo>
                <a:close/>
              </a:path>
            </a:pathLst>
          </a:custGeom>
          <a:solidFill>
            <a:srgbClr val="263238"/>
          </a:solidFill>
          <a:ln w="12677">
            <a:noFill/>
            <a:prstDash val="solid"/>
          </a:ln>
        </p:spPr>
        <p:txBody>
          <a:bodyPr/>
          <a:lstStyle/>
          <a:p>
            <a:endParaRPr/>
          </a:p>
        </p:txBody>
      </p:sp>
      <p:sp>
        <p:nvSpPr>
          <p:cNvPr id="361" name="Freeform: Shape 360">
            <a:extLst>
              <a:ext uri="{FF2B5EF4-FFF2-40B4-BE49-F238E27FC236}">
                <a16:creationId xmlns:a16="http://schemas.microsoft.com/office/drawing/2014/main" id="{5C64B98E-9AAE-EE5B-5027-870CE46A96A3}"/>
              </a:ext>
            </a:extLst>
          </p:cNvPr>
          <p:cNvSpPr>
            <a:spLocks noGrp="1"/>
          </p:cNvSpPr>
          <p:nvPr/>
        </p:nvSpPr>
        <p:spPr>
          <a:xfrm>
            <a:off x="6939420" y="4800022"/>
            <a:ext cx="111580" cy="47515"/>
          </a:xfrm>
          <a:custGeom>
            <a:avLst/>
            <a:gdLst>
              <a:gd name="csX0" fmla="*/ 167891 w 171700"/>
              <a:gd name="csY0" fmla="*/ 0 h 75595"/>
              <a:gd name="csX1" fmla="*/ 378 w 171700"/>
              <a:gd name="csY1" fmla="*/ 72335 h 75595"/>
              <a:gd name="csX2" fmla="*/ 3550 w 171700"/>
              <a:gd name="csY2" fmla="*/ 75381 h 75595"/>
              <a:gd name="csX3" fmla="*/ 169033 w 171700"/>
              <a:gd name="csY3" fmla="*/ 7487 h 75595"/>
              <a:gd name="csX4" fmla="*/ 167891 w 171700"/>
              <a:gd name="csY4" fmla="*/ 0 h 75595"/>
            </a:gdLst>
            <a:ahLst/>
            <a:cxnLst/>
            <a:rect l="l" t="t" r="r" b="b"/>
            <a:pathLst>
              <a:path w="171700" h="75595">
                <a:moveTo>
                  <a:pt x="167891" y="0"/>
                </a:moveTo>
                <a:cubicBezTo>
                  <a:pt x="107357" y="0"/>
                  <a:pt x="37434" y="22335"/>
                  <a:pt x="378" y="72335"/>
                </a:cubicBezTo>
                <a:cubicBezTo>
                  <a:pt x="-1018" y="74239"/>
                  <a:pt x="1774" y="76269"/>
                  <a:pt x="3550" y="75381"/>
                </a:cubicBezTo>
                <a:cubicBezTo>
                  <a:pt x="57865" y="46447"/>
                  <a:pt x="109642" y="24746"/>
                  <a:pt x="169033" y="7487"/>
                </a:cubicBezTo>
                <a:cubicBezTo>
                  <a:pt x="173220" y="6219"/>
                  <a:pt x="172205" y="0"/>
                  <a:pt x="167891" y="0"/>
                </a:cubicBezTo>
                <a:close/>
              </a:path>
            </a:pathLst>
          </a:custGeom>
          <a:solidFill>
            <a:srgbClr val="263238"/>
          </a:solidFill>
          <a:ln w="12677">
            <a:noFill/>
            <a:prstDash val="solid"/>
          </a:ln>
        </p:spPr>
        <p:txBody>
          <a:bodyPr/>
          <a:lstStyle/>
          <a:p>
            <a:endParaRPr/>
          </a:p>
        </p:txBody>
      </p:sp>
      <p:sp>
        <p:nvSpPr>
          <p:cNvPr id="362" name="Freeform: Shape 361">
            <a:extLst>
              <a:ext uri="{FF2B5EF4-FFF2-40B4-BE49-F238E27FC236}">
                <a16:creationId xmlns:a16="http://schemas.microsoft.com/office/drawing/2014/main" id="{87CE8E1B-B7FE-154A-B7E6-D630E9441590}"/>
              </a:ext>
            </a:extLst>
          </p:cNvPr>
          <p:cNvSpPr>
            <a:spLocks noGrp="1"/>
          </p:cNvSpPr>
          <p:nvPr/>
        </p:nvSpPr>
        <p:spPr>
          <a:xfrm>
            <a:off x="6970016" y="4811109"/>
            <a:ext cx="111580" cy="47515"/>
          </a:xfrm>
          <a:custGeom>
            <a:avLst/>
            <a:gdLst>
              <a:gd name="csX0" fmla="*/ 167891 w 171700"/>
              <a:gd name="csY0" fmla="*/ 0 h 75595"/>
              <a:gd name="csX1" fmla="*/ 378 w 171700"/>
              <a:gd name="csY1" fmla="*/ 72335 h 75595"/>
              <a:gd name="csX2" fmla="*/ 3550 w 171700"/>
              <a:gd name="csY2" fmla="*/ 75381 h 75595"/>
              <a:gd name="csX3" fmla="*/ 169033 w 171700"/>
              <a:gd name="csY3" fmla="*/ 7487 h 75595"/>
              <a:gd name="csX4" fmla="*/ 167891 w 171700"/>
              <a:gd name="csY4" fmla="*/ 0 h 75595"/>
            </a:gdLst>
            <a:ahLst/>
            <a:cxnLst/>
            <a:rect l="l" t="t" r="r" b="b"/>
            <a:pathLst>
              <a:path w="171700" h="75595">
                <a:moveTo>
                  <a:pt x="167891" y="0"/>
                </a:moveTo>
                <a:cubicBezTo>
                  <a:pt x="107358" y="0"/>
                  <a:pt x="37434" y="22335"/>
                  <a:pt x="378" y="72335"/>
                </a:cubicBezTo>
                <a:cubicBezTo>
                  <a:pt x="-1018" y="74239"/>
                  <a:pt x="1774" y="76269"/>
                  <a:pt x="3550" y="75381"/>
                </a:cubicBezTo>
                <a:cubicBezTo>
                  <a:pt x="57865" y="46447"/>
                  <a:pt x="109642" y="24746"/>
                  <a:pt x="169033" y="7487"/>
                </a:cubicBezTo>
                <a:cubicBezTo>
                  <a:pt x="173220" y="6218"/>
                  <a:pt x="172205" y="0"/>
                  <a:pt x="167891" y="0"/>
                </a:cubicBezTo>
                <a:close/>
              </a:path>
            </a:pathLst>
          </a:custGeom>
          <a:solidFill>
            <a:srgbClr val="263238"/>
          </a:solidFill>
          <a:ln w="12677">
            <a:noFill/>
            <a:prstDash val="solid"/>
          </a:ln>
        </p:spPr>
        <p:txBody>
          <a:bodyPr/>
          <a:lstStyle/>
          <a:p>
            <a:endParaRPr/>
          </a:p>
        </p:txBody>
      </p:sp>
      <p:sp>
        <p:nvSpPr>
          <p:cNvPr id="363" name="Freeform: Shape 362">
            <a:extLst>
              <a:ext uri="{FF2B5EF4-FFF2-40B4-BE49-F238E27FC236}">
                <a16:creationId xmlns:a16="http://schemas.microsoft.com/office/drawing/2014/main" id="{8B9B484E-E99E-6CD1-4F87-E9501BDE7C7B}"/>
              </a:ext>
            </a:extLst>
          </p:cNvPr>
          <p:cNvSpPr>
            <a:spLocks noGrp="1"/>
          </p:cNvSpPr>
          <p:nvPr/>
        </p:nvSpPr>
        <p:spPr>
          <a:xfrm>
            <a:off x="7000529" y="4822117"/>
            <a:ext cx="111580" cy="47515"/>
          </a:xfrm>
          <a:custGeom>
            <a:avLst/>
            <a:gdLst>
              <a:gd name="csX0" fmla="*/ 167891 w 171701"/>
              <a:gd name="csY0" fmla="*/ 0 h 75595"/>
              <a:gd name="csX1" fmla="*/ 378 w 171701"/>
              <a:gd name="csY1" fmla="*/ 72335 h 75595"/>
              <a:gd name="csX2" fmla="*/ 3550 w 171701"/>
              <a:gd name="csY2" fmla="*/ 75381 h 75595"/>
              <a:gd name="csX3" fmla="*/ 169033 w 171701"/>
              <a:gd name="csY3" fmla="*/ 7487 h 75595"/>
              <a:gd name="csX4" fmla="*/ 167891 w 171701"/>
              <a:gd name="csY4" fmla="*/ 0 h 75595"/>
            </a:gdLst>
            <a:ahLst/>
            <a:cxnLst/>
            <a:rect l="l" t="t" r="r" b="b"/>
            <a:pathLst>
              <a:path w="171701" h="75595">
                <a:moveTo>
                  <a:pt x="167891" y="0"/>
                </a:moveTo>
                <a:cubicBezTo>
                  <a:pt x="107358" y="0"/>
                  <a:pt x="37434" y="22335"/>
                  <a:pt x="378" y="72335"/>
                </a:cubicBezTo>
                <a:cubicBezTo>
                  <a:pt x="-1018" y="74239"/>
                  <a:pt x="1774" y="76269"/>
                  <a:pt x="3550" y="75381"/>
                </a:cubicBezTo>
                <a:cubicBezTo>
                  <a:pt x="57865" y="46447"/>
                  <a:pt x="109642" y="24746"/>
                  <a:pt x="169033" y="7487"/>
                </a:cubicBezTo>
                <a:cubicBezTo>
                  <a:pt x="173221" y="6218"/>
                  <a:pt x="172205" y="0"/>
                  <a:pt x="167891" y="0"/>
                </a:cubicBezTo>
                <a:close/>
              </a:path>
            </a:pathLst>
          </a:custGeom>
          <a:solidFill>
            <a:srgbClr val="263238"/>
          </a:solidFill>
          <a:ln w="12677">
            <a:noFill/>
            <a:prstDash val="solid"/>
          </a:ln>
        </p:spPr>
        <p:txBody>
          <a:bodyPr/>
          <a:lstStyle/>
          <a:p>
            <a:endParaRPr/>
          </a:p>
        </p:txBody>
      </p:sp>
      <p:sp>
        <p:nvSpPr>
          <p:cNvPr id="359" name="Freeform: Shape 358">
            <a:extLst>
              <a:ext uri="{FF2B5EF4-FFF2-40B4-BE49-F238E27FC236}">
                <a16:creationId xmlns:a16="http://schemas.microsoft.com/office/drawing/2014/main" id="{5EDC398D-1914-5FAD-6A00-87D263A36A16}"/>
              </a:ext>
            </a:extLst>
          </p:cNvPr>
          <p:cNvSpPr>
            <a:spLocks noGrp="1"/>
          </p:cNvSpPr>
          <p:nvPr/>
        </p:nvSpPr>
        <p:spPr>
          <a:xfrm>
            <a:off x="6704660" y="4910801"/>
            <a:ext cx="73994" cy="69747"/>
          </a:xfrm>
          <a:custGeom>
            <a:avLst/>
            <a:gdLst>
              <a:gd name="csX0" fmla="*/ 108328 w 113863"/>
              <a:gd name="csY0" fmla="*/ 31878 h 110964"/>
              <a:gd name="csX1" fmla="*/ 5536 w 113863"/>
              <a:gd name="csY1" fmla="*/ 79086 h 110964"/>
              <a:gd name="csX2" fmla="*/ 108328 w 113863"/>
              <a:gd name="csY2" fmla="*/ 31878 h 110964"/>
            </a:gdLst>
            <a:ahLst/>
            <a:cxnLst/>
            <a:rect l="l" t="t" r="r" b="b"/>
            <a:pathLst>
              <a:path w="113863" h="110964">
                <a:moveTo>
                  <a:pt x="108328" y="31878"/>
                </a:moveTo>
                <a:cubicBezTo>
                  <a:pt x="77998" y="-34239"/>
                  <a:pt x="-24794" y="12843"/>
                  <a:pt x="5536" y="79086"/>
                </a:cubicBezTo>
                <a:cubicBezTo>
                  <a:pt x="35866" y="145203"/>
                  <a:pt x="138657" y="98122"/>
                  <a:pt x="108328" y="31878"/>
                </a:cubicBezTo>
                <a:close/>
              </a:path>
            </a:pathLst>
          </a:custGeom>
          <a:solidFill>
            <a:srgbClr val="263238"/>
          </a:solidFill>
          <a:ln w="12677">
            <a:noFill/>
            <a:prstDash val="solid"/>
          </a:ln>
        </p:spPr>
        <p:txBody>
          <a:bodyPr/>
          <a:lstStyle/>
          <a:p>
            <a:endParaRPr/>
          </a:p>
        </p:txBody>
      </p:sp>
      <p:sp>
        <p:nvSpPr>
          <p:cNvPr id="344" name="Freeform: Shape 343">
            <a:extLst>
              <a:ext uri="{FF2B5EF4-FFF2-40B4-BE49-F238E27FC236}">
                <a16:creationId xmlns:a16="http://schemas.microsoft.com/office/drawing/2014/main" id="{D93CC1C9-8B97-965A-6378-EF6383ECBA77}"/>
              </a:ext>
            </a:extLst>
          </p:cNvPr>
          <p:cNvSpPr>
            <a:spLocks noGrp="1"/>
          </p:cNvSpPr>
          <p:nvPr/>
        </p:nvSpPr>
        <p:spPr>
          <a:xfrm>
            <a:off x="6287679" y="2881412"/>
            <a:ext cx="738166" cy="1981465"/>
          </a:xfrm>
          <a:custGeom>
            <a:avLst/>
            <a:gdLst>
              <a:gd name="csX0" fmla="*/ 708992 w 1135895"/>
              <a:gd name="csY0" fmla="*/ 0 h 3152411"/>
              <a:gd name="csX1" fmla="*/ 631581 w 1135895"/>
              <a:gd name="csY1" fmla="*/ 392640 h 3152411"/>
              <a:gd name="csX2" fmla="*/ 530820 w 1135895"/>
              <a:gd name="csY2" fmla="*/ 458503 h 3152411"/>
              <a:gd name="csX3" fmla="*/ 1135896 w 1135895"/>
              <a:gd name="csY3" fmla="*/ 3042640 h 3152411"/>
              <a:gd name="csX4" fmla="*/ 536403 w 1135895"/>
              <a:gd name="csY4" fmla="*/ 3152412 h 3152411"/>
              <a:gd name="csX5" fmla="*/ 279551 w 1135895"/>
              <a:gd name="csY5" fmla="*/ 1747462 h 3152411"/>
              <a:gd name="csX6" fmla="*/ 2647 w 1135895"/>
              <a:gd name="csY6" fmla="*/ 444163 h 3152411"/>
              <a:gd name="csX7" fmla="*/ 102520 w 1135895"/>
              <a:gd name="csY7" fmla="*/ 127 h 3152411"/>
              <a:gd name="csX8" fmla="*/ 709119 w 1135895"/>
              <a:gd name="csY8" fmla="*/ 127 h 3152411"/>
            </a:gdLst>
            <a:ahLst/>
            <a:cxnLst/>
            <a:rect l="l" t="t" r="r" b="b"/>
            <a:pathLst>
              <a:path w="1135895" h="3152411">
                <a:moveTo>
                  <a:pt x="708992" y="0"/>
                </a:moveTo>
                <a:cubicBezTo>
                  <a:pt x="708992" y="0"/>
                  <a:pt x="694906" y="229315"/>
                  <a:pt x="631581" y="392640"/>
                </a:cubicBezTo>
                <a:cubicBezTo>
                  <a:pt x="631581" y="392640"/>
                  <a:pt x="540338" y="449492"/>
                  <a:pt x="530820" y="458503"/>
                </a:cubicBezTo>
                <a:lnTo>
                  <a:pt x="1135896" y="3042640"/>
                </a:lnTo>
                <a:lnTo>
                  <a:pt x="536403" y="3152412"/>
                </a:lnTo>
                <a:cubicBezTo>
                  <a:pt x="536403" y="3152412"/>
                  <a:pt x="298079" y="1828680"/>
                  <a:pt x="279551" y="1747462"/>
                </a:cubicBezTo>
                <a:cubicBezTo>
                  <a:pt x="249601" y="1616878"/>
                  <a:pt x="13180" y="507234"/>
                  <a:pt x="2647" y="444163"/>
                </a:cubicBezTo>
                <a:cubicBezTo>
                  <a:pt x="-19307" y="312310"/>
                  <a:pt x="102520" y="127"/>
                  <a:pt x="102520" y="127"/>
                </a:cubicBezTo>
                <a:lnTo>
                  <a:pt x="709119" y="127"/>
                </a:lnTo>
                <a:close/>
              </a:path>
            </a:pathLst>
          </a:custGeom>
          <a:solidFill>
            <a:srgbClr val="263238"/>
          </a:solidFill>
          <a:ln w="12677">
            <a:noFill/>
            <a:prstDash val="solid"/>
          </a:ln>
        </p:spPr>
        <p:txBody>
          <a:bodyPr/>
          <a:lstStyle/>
          <a:p>
            <a:endParaRPr/>
          </a:p>
        </p:txBody>
      </p:sp>
      <p:sp>
        <p:nvSpPr>
          <p:cNvPr id="346" name="Freeform: Shape 345">
            <a:extLst>
              <a:ext uri="{FF2B5EF4-FFF2-40B4-BE49-F238E27FC236}">
                <a16:creationId xmlns:a16="http://schemas.microsoft.com/office/drawing/2014/main" id="{747BDCB6-D3D7-F31E-6FC1-4E52CD16AD27}"/>
              </a:ext>
            </a:extLst>
          </p:cNvPr>
          <p:cNvSpPr>
            <a:spLocks noGrp="1"/>
          </p:cNvSpPr>
          <p:nvPr/>
        </p:nvSpPr>
        <p:spPr>
          <a:xfrm>
            <a:off x="6656092" y="4715858"/>
            <a:ext cx="314601" cy="64062"/>
          </a:xfrm>
          <a:custGeom>
            <a:avLst/>
            <a:gdLst>
              <a:gd name="csX0" fmla="*/ 482684 w 484111"/>
              <a:gd name="csY0" fmla="*/ 18 h 101921"/>
              <a:gd name="csX1" fmla="*/ 451 w 484111"/>
              <a:gd name="csY1" fmla="*/ 100018 h 101921"/>
              <a:gd name="csX2" fmla="*/ 832 w 484111"/>
              <a:gd name="csY2" fmla="*/ 101921 h 101921"/>
              <a:gd name="csX3" fmla="*/ 483192 w 484111"/>
              <a:gd name="csY3" fmla="*/ 2810 h 101921"/>
              <a:gd name="csX4" fmla="*/ 482684 w 484111"/>
              <a:gd name="csY4" fmla="*/ 18 h 101921"/>
            </a:gdLst>
            <a:ahLst/>
            <a:cxnLst/>
            <a:rect l="l" t="t" r="r" b="b"/>
            <a:pathLst>
              <a:path w="484111" h="101921">
                <a:moveTo>
                  <a:pt x="482684" y="18"/>
                </a:moveTo>
                <a:cubicBezTo>
                  <a:pt x="329512" y="22987"/>
                  <a:pt x="36491" y="85043"/>
                  <a:pt x="451" y="100018"/>
                </a:cubicBezTo>
                <a:cubicBezTo>
                  <a:pt x="-311" y="100399"/>
                  <a:pt x="-57" y="101921"/>
                  <a:pt x="832" y="101921"/>
                </a:cubicBezTo>
                <a:cubicBezTo>
                  <a:pt x="39791" y="101287"/>
                  <a:pt x="396771" y="30475"/>
                  <a:pt x="483192" y="2810"/>
                </a:cubicBezTo>
                <a:cubicBezTo>
                  <a:pt x="484715" y="2302"/>
                  <a:pt x="484207" y="-236"/>
                  <a:pt x="482684" y="18"/>
                </a:cubicBezTo>
                <a:close/>
              </a:path>
            </a:pathLst>
          </a:custGeom>
          <a:solidFill>
            <a:srgbClr val="37474F"/>
          </a:solidFill>
          <a:ln w="12677">
            <a:noFill/>
            <a:prstDash val="solid"/>
          </a:ln>
        </p:spPr>
        <p:txBody>
          <a:bodyPr/>
          <a:lstStyle/>
          <a:p>
            <a:endParaRPr/>
          </a:p>
        </p:txBody>
      </p:sp>
      <p:sp>
        <p:nvSpPr>
          <p:cNvPr id="347" name="Freeform: Shape 346">
            <a:extLst>
              <a:ext uri="{FF2B5EF4-FFF2-40B4-BE49-F238E27FC236}">
                <a16:creationId xmlns:a16="http://schemas.microsoft.com/office/drawing/2014/main" id="{92B291B6-7552-DCFA-AD77-82B45B191E51}"/>
              </a:ext>
            </a:extLst>
          </p:cNvPr>
          <p:cNvSpPr>
            <a:spLocks noGrp="1"/>
          </p:cNvSpPr>
          <p:nvPr/>
        </p:nvSpPr>
        <p:spPr>
          <a:xfrm>
            <a:off x="6397748" y="2925298"/>
            <a:ext cx="143274" cy="100274"/>
          </a:xfrm>
          <a:custGeom>
            <a:avLst/>
            <a:gdLst>
              <a:gd name="csX0" fmla="*/ 1546 w 220471"/>
              <a:gd name="csY0" fmla="*/ 152388 h 159531"/>
              <a:gd name="csX1" fmla="*/ 35937 w 220471"/>
              <a:gd name="csY1" fmla="*/ 149215 h 159531"/>
              <a:gd name="csX2" fmla="*/ 71343 w 220471"/>
              <a:gd name="csY2" fmla="*/ 142616 h 159531"/>
              <a:gd name="csX3" fmla="*/ 134668 w 220471"/>
              <a:gd name="csY3" fmla="*/ 116728 h 159531"/>
              <a:gd name="csX4" fmla="*/ 180734 w 220471"/>
              <a:gd name="csY4" fmla="*/ 67870 h 159531"/>
              <a:gd name="csX5" fmla="*/ 217155 w 220471"/>
              <a:gd name="csY5" fmla="*/ 611 h 159531"/>
              <a:gd name="csX6" fmla="*/ 220455 w 220471"/>
              <a:gd name="csY6" fmla="*/ 1626 h 159531"/>
              <a:gd name="csX7" fmla="*/ 193424 w 220471"/>
              <a:gd name="csY7" fmla="*/ 70789 h 159531"/>
              <a:gd name="csX8" fmla="*/ 145962 w 220471"/>
              <a:gd name="csY8" fmla="*/ 127896 h 159531"/>
              <a:gd name="csX9" fmla="*/ 75658 w 220471"/>
              <a:gd name="csY9" fmla="*/ 154926 h 159531"/>
              <a:gd name="csX10" fmla="*/ 36952 w 220471"/>
              <a:gd name="csY10" fmla="*/ 159368 h 159531"/>
              <a:gd name="csX11" fmla="*/ 1038 w 220471"/>
              <a:gd name="csY11" fmla="*/ 155941 h 159531"/>
              <a:gd name="csX12" fmla="*/ 1673 w 220471"/>
              <a:gd name="csY12" fmla="*/ 152388 h 159531"/>
            </a:gdLst>
            <a:ahLst/>
            <a:cxnLst/>
            <a:rect l="l" t="t" r="r" b="b"/>
            <a:pathLst>
              <a:path w="220471" h="159531">
                <a:moveTo>
                  <a:pt x="1546" y="152388"/>
                </a:moveTo>
                <a:cubicBezTo>
                  <a:pt x="12713" y="149977"/>
                  <a:pt x="24642" y="150738"/>
                  <a:pt x="35937" y="149215"/>
                </a:cubicBezTo>
                <a:cubicBezTo>
                  <a:pt x="47866" y="147692"/>
                  <a:pt x="59668" y="145662"/>
                  <a:pt x="71343" y="142616"/>
                </a:cubicBezTo>
                <a:cubicBezTo>
                  <a:pt x="93297" y="136779"/>
                  <a:pt x="115125" y="128276"/>
                  <a:pt x="134668" y="116728"/>
                </a:cubicBezTo>
                <a:cubicBezTo>
                  <a:pt x="154845" y="104926"/>
                  <a:pt x="168551" y="87540"/>
                  <a:pt x="180734" y="67870"/>
                </a:cubicBezTo>
                <a:cubicBezTo>
                  <a:pt x="187206" y="57337"/>
                  <a:pt x="216901" y="992"/>
                  <a:pt x="217155" y="611"/>
                </a:cubicBezTo>
                <a:cubicBezTo>
                  <a:pt x="218043" y="-658"/>
                  <a:pt x="220708" y="230"/>
                  <a:pt x="220455" y="1626"/>
                </a:cubicBezTo>
                <a:cubicBezTo>
                  <a:pt x="218805" y="9494"/>
                  <a:pt x="199389" y="58606"/>
                  <a:pt x="193424" y="70789"/>
                </a:cubicBezTo>
                <a:cubicBezTo>
                  <a:pt x="182257" y="93758"/>
                  <a:pt x="167917" y="114190"/>
                  <a:pt x="145962" y="127896"/>
                </a:cubicBezTo>
                <a:cubicBezTo>
                  <a:pt x="124515" y="141347"/>
                  <a:pt x="100404" y="149977"/>
                  <a:pt x="75658" y="154926"/>
                </a:cubicBezTo>
                <a:cubicBezTo>
                  <a:pt x="62967" y="157464"/>
                  <a:pt x="49896" y="159114"/>
                  <a:pt x="36952" y="159368"/>
                </a:cubicBezTo>
                <a:cubicBezTo>
                  <a:pt x="25277" y="159621"/>
                  <a:pt x="12079" y="160129"/>
                  <a:pt x="1038" y="155941"/>
                </a:cubicBezTo>
                <a:cubicBezTo>
                  <a:pt x="-865" y="155180"/>
                  <a:pt x="150" y="152769"/>
                  <a:pt x="1673" y="152388"/>
                </a:cubicBezTo>
                <a:close/>
              </a:path>
            </a:pathLst>
          </a:custGeom>
          <a:solidFill>
            <a:srgbClr val="37474F"/>
          </a:solidFill>
          <a:ln w="12677">
            <a:noFill/>
            <a:prstDash val="solid"/>
          </a:ln>
        </p:spPr>
        <p:txBody>
          <a:bodyPr/>
          <a:lstStyle/>
          <a:p>
            <a:endParaRPr/>
          </a:p>
        </p:txBody>
      </p:sp>
      <p:sp>
        <p:nvSpPr>
          <p:cNvPr id="350" name="Freeform: Shape 349">
            <a:extLst>
              <a:ext uri="{FF2B5EF4-FFF2-40B4-BE49-F238E27FC236}">
                <a16:creationId xmlns:a16="http://schemas.microsoft.com/office/drawing/2014/main" id="{E68945A7-3BD3-17F0-A716-C808E7D0B984}"/>
              </a:ext>
            </a:extLst>
          </p:cNvPr>
          <p:cNvSpPr>
            <a:spLocks noGrp="1"/>
          </p:cNvSpPr>
          <p:nvPr/>
        </p:nvSpPr>
        <p:spPr>
          <a:xfrm>
            <a:off x="6610745" y="3124157"/>
            <a:ext cx="98898" cy="44094"/>
          </a:xfrm>
          <a:custGeom>
            <a:avLst/>
            <a:gdLst>
              <a:gd name="csX0" fmla="*/ 147769 w 152185"/>
              <a:gd name="csY0" fmla="*/ 226 h 70152"/>
              <a:gd name="csX1" fmla="*/ 942 w 152185"/>
              <a:gd name="csY1" fmla="*/ 66977 h 70152"/>
              <a:gd name="csX2" fmla="*/ 2211 w 152185"/>
              <a:gd name="csY2" fmla="*/ 70023 h 70152"/>
              <a:gd name="csX3" fmla="*/ 150307 w 152185"/>
              <a:gd name="csY3" fmla="*/ 6063 h 70152"/>
              <a:gd name="csX4" fmla="*/ 147642 w 152185"/>
              <a:gd name="csY4" fmla="*/ 226 h 70152"/>
            </a:gdLst>
            <a:ahLst/>
            <a:cxnLst/>
            <a:rect l="l" t="t" r="r" b="b"/>
            <a:pathLst>
              <a:path w="152185" h="70152">
                <a:moveTo>
                  <a:pt x="147769" y="226"/>
                </a:moveTo>
                <a:cubicBezTo>
                  <a:pt x="97008" y="17231"/>
                  <a:pt x="47896" y="41470"/>
                  <a:pt x="942" y="66977"/>
                </a:cubicBezTo>
                <a:cubicBezTo>
                  <a:pt x="-962" y="67992"/>
                  <a:pt x="307" y="70784"/>
                  <a:pt x="2211" y="70023"/>
                </a:cubicBezTo>
                <a:cubicBezTo>
                  <a:pt x="51703" y="49338"/>
                  <a:pt x="102084" y="29541"/>
                  <a:pt x="150307" y="6063"/>
                </a:cubicBezTo>
                <a:cubicBezTo>
                  <a:pt x="154114" y="4287"/>
                  <a:pt x="151576" y="-1170"/>
                  <a:pt x="147642" y="226"/>
                </a:cubicBezTo>
                <a:close/>
              </a:path>
            </a:pathLst>
          </a:custGeom>
          <a:solidFill>
            <a:srgbClr val="37474F"/>
          </a:solidFill>
          <a:ln w="12677">
            <a:noFill/>
            <a:prstDash val="solid"/>
          </a:ln>
        </p:spPr>
        <p:txBody>
          <a:bodyPr/>
          <a:lstStyle/>
          <a:p>
            <a:endParaRPr/>
          </a:p>
        </p:txBody>
      </p:sp>
      <p:sp>
        <p:nvSpPr>
          <p:cNvPr id="351" name="Freeform: Shape 350">
            <a:extLst>
              <a:ext uri="{FF2B5EF4-FFF2-40B4-BE49-F238E27FC236}">
                <a16:creationId xmlns:a16="http://schemas.microsoft.com/office/drawing/2014/main" id="{C30911D9-B5C1-7607-E5B3-7D5939793D84}"/>
              </a:ext>
            </a:extLst>
          </p:cNvPr>
          <p:cNvSpPr>
            <a:spLocks noGrp="1"/>
          </p:cNvSpPr>
          <p:nvPr/>
        </p:nvSpPr>
        <p:spPr>
          <a:xfrm>
            <a:off x="6651882" y="2910956"/>
            <a:ext cx="68814" cy="207144"/>
          </a:xfrm>
          <a:custGeom>
            <a:avLst/>
            <a:gdLst>
              <a:gd name="csX0" fmla="*/ 103123 w 105892"/>
              <a:gd name="csY0" fmla="*/ 1475 h 329556"/>
              <a:gd name="csX1" fmla="*/ 99950 w 105892"/>
              <a:gd name="csY1" fmla="*/ 1221 h 329556"/>
              <a:gd name="csX2" fmla="*/ 90179 w 105892"/>
              <a:gd name="csY2" fmla="*/ 165815 h 329556"/>
              <a:gd name="csX3" fmla="*/ 22032 w 105892"/>
              <a:gd name="csY3" fmla="*/ 320637 h 329556"/>
              <a:gd name="csX4" fmla="*/ 9976 w 105892"/>
              <a:gd name="csY4" fmla="*/ 300459 h 329556"/>
              <a:gd name="csX5" fmla="*/ 16194 w 105892"/>
              <a:gd name="csY5" fmla="*/ 257439 h 329556"/>
              <a:gd name="csX6" fmla="*/ 28377 w 105892"/>
              <a:gd name="csY6" fmla="*/ 169114 h 329556"/>
              <a:gd name="csX7" fmla="*/ 28123 w 105892"/>
              <a:gd name="csY7" fmla="*/ 3124 h 329556"/>
              <a:gd name="csX8" fmla="*/ 25331 w 105892"/>
              <a:gd name="csY8" fmla="*/ 3251 h 329556"/>
              <a:gd name="csX9" fmla="*/ 9849 w 105892"/>
              <a:gd name="csY9" fmla="*/ 232185 h 329556"/>
              <a:gd name="csX10" fmla="*/ 23301 w 105892"/>
              <a:gd name="csY10" fmla="*/ 329266 h 329556"/>
              <a:gd name="csX11" fmla="*/ 93098 w 105892"/>
              <a:gd name="csY11" fmla="*/ 218480 h 329556"/>
              <a:gd name="csX12" fmla="*/ 103250 w 105892"/>
              <a:gd name="csY12" fmla="*/ 1475 h 329556"/>
            </a:gdLst>
            <a:ahLst/>
            <a:cxnLst/>
            <a:rect l="l" t="t" r="r" b="b"/>
            <a:pathLst>
              <a:path w="105892" h="329556">
                <a:moveTo>
                  <a:pt x="103123" y="1475"/>
                </a:moveTo>
                <a:cubicBezTo>
                  <a:pt x="103123" y="-175"/>
                  <a:pt x="100077" y="-683"/>
                  <a:pt x="99950" y="1221"/>
                </a:cubicBezTo>
                <a:cubicBezTo>
                  <a:pt x="99824" y="59723"/>
                  <a:pt x="95636" y="111119"/>
                  <a:pt x="90179" y="165815"/>
                </a:cubicBezTo>
                <a:cubicBezTo>
                  <a:pt x="87641" y="191195"/>
                  <a:pt x="65940" y="331297"/>
                  <a:pt x="22032" y="320637"/>
                </a:cubicBezTo>
                <a:cubicBezTo>
                  <a:pt x="14671" y="318861"/>
                  <a:pt x="10991" y="311627"/>
                  <a:pt x="9976" y="300459"/>
                </a:cubicBezTo>
                <a:cubicBezTo>
                  <a:pt x="8707" y="287135"/>
                  <a:pt x="13910" y="270764"/>
                  <a:pt x="16194" y="257439"/>
                </a:cubicBezTo>
                <a:cubicBezTo>
                  <a:pt x="21397" y="228124"/>
                  <a:pt x="25585" y="198683"/>
                  <a:pt x="28377" y="169114"/>
                </a:cubicBezTo>
                <a:cubicBezTo>
                  <a:pt x="33580" y="113784"/>
                  <a:pt x="34341" y="58454"/>
                  <a:pt x="28123" y="3124"/>
                </a:cubicBezTo>
                <a:cubicBezTo>
                  <a:pt x="27869" y="1348"/>
                  <a:pt x="25331" y="1475"/>
                  <a:pt x="25331" y="3251"/>
                </a:cubicBezTo>
                <a:cubicBezTo>
                  <a:pt x="24697" y="79901"/>
                  <a:pt x="22032" y="156424"/>
                  <a:pt x="9849" y="232185"/>
                </a:cubicBezTo>
                <a:cubicBezTo>
                  <a:pt x="4011" y="268607"/>
                  <a:pt x="-14897" y="323429"/>
                  <a:pt x="23301" y="329266"/>
                </a:cubicBezTo>
                <a:cubicBezTo>
                  <a:pt x="62133" y="335358"/>
                  <a:pt x="88022" y="243607"/>
                  <a:pt x="93098" y="218480"/>
                </a:cubicBezTo>
                <a:cubicBezTo>
                  <a:pt x="106930" y="148429"/>
                  <a:pt x="108199" y="72541"/>
                  <a:pt x="103250" y="1475"/>
                </a:cubicBezTo>
                <a:close/>
              </a:path>
            </a:pathLst>
          </a:custGeom>
          <a:solidFill>
            <a:srgbClr val="37474F"/>
          </a:solidFill>
          <a:ln w="12677">
            <a:noFill/>
            <a:prstDash val="solid"/>
          </a:ln>
        </p:spPr>
        <p:txBody>
          <a:bodyPr/>
          <a:lstStyle/>
          <a:p>
            <a:endParaRPr/>
          </a:p>
        </p:txBody>
      </p:sp>
      <p:sp>
        <p:nvSpPr>
          <p:cNvPr id="352" name="Freeform: Shape 351">
            <a:extLst>
              <a:ext uri="{FF2B5EF4-FFF2-40B4-BE49-F238E27FC236}">
                <a16:creationId xmlns:a16="http://schemas.microsoft.com/office/drawing/2014/main" id="{14D293FE-B657-C3C9-B869-7DD3279A4143}"/>
              </a:ext>
            </a:extLst>
          </p:cNvPr>
          <p:cNvSpPr>
            <a:spLocks noGrp="1"/>
          </p:cNvSpPr>
          <p:nvPr/>
        </p:nvSpPr>
        <p:spPr>
          <a:xfrm>
            <a:off x="6657542" y="3112887"/>
            <a:ext cx="15719" cy="35947"/>
          </a:xfrm>
          <a:custGeom>
            <a:avLst/>
            <a:gdLst>
              <a:gd name="csX0" fmla="*/ 14591 w 24189"/>
              <a:gd name="csY0" fmla="*/ 3055 h 57191"/>
              <a:gd name="csX1" fmla="*/ 4438 w 24189"/>
              <a:gd name="csY1" fmla="*/ 31989 h 57191"/>
              <a:gd name="csX2" fmla="*/ 124 w 24189"/>
              <a:gd name="csY2" fmla="*/ 55847 h 57191"/>
              <a:gd name="csX3" fmla="*/ 3169 w 24189"/>
              <a:gd name="csY3" fmla="*/ 56482 h 57191"/>
              <a:gd name="csX4" fmla="*/ 13575 w 24189"/>
              <a:gd name="csY4" fmla="*/ 33385 h 57191"/>
              <a:gd name="csX5" fmla="*/ 23855 w 24189"/>
              <a:gd name="csY5" fmla="*/ 6482 h 57191"/>
              <a:gd name="csX6" fmla="*/ 14591 w 24189"/>
              <a:gd name="csY6" fmla="*/ 3055 h 57191"/>
            </a:gdLst>
            <a:ahLst/>
            <a:cxnLst/>
            <a:rect l="l" t="t" r="r" b="b"/>
            <a:pathLst>
              <a:path w="24189" h="57191">
                <a:moveTo>
                  <a:pt x="14591" y="3055"/>
                </a:moveTo>
                <a:cubicBezTo>
                  <a:pt x="10530" y="12446"/>
                  <a:pt x="7230" y="22217"/>
                  <a:pt x="4438" y="31989"/>
                </a:cubicBezTo>
                <a:cubicBezTo>
                  <a:pt x="2281" y="39603"/>
                  <a:pt x="-638" y="47852"/>
                  <a:pt x="124" y="55847"/>
                </a:cubicBezTo>
                <a:cubicBezTo>
                  <a:pt x="251" y="57370"/>
                  <a:pt x="2281" y="57624"/>
                  <a:pt x="3169" y="56482"/>
                </a:cubicBezTo>
                <a:cubicBezTo>
                  <a:pt x="8372" y="50009"/>
                  <a:pt x="10657" y="40999"/>
                  <a:pt x="13575" y="33385"/>
                </a:cubicBezTo>
                <a:cubicBezTo>
                  <a:pt x="17002" y="24375"/>
                  <a:pt x="20682" y="15492"/>
                  <a:pt x="23855" y="6482"/>
                </a:cubicBezTo>
                <a:cubicBezTo>
                  <a:pt x="26012" y="517"/>
                  <a:pt x="17129" y="-2783"/>
                  <a:pt x="14591" y="3055"/>
                </a:cubicBezTo>
                <a:close/>
              </a:path>
            </a:pathLst>
          </a:custGeom>
          <a:solidFill>
            <a:srgbClr val="37474F"/>
          </a:solidFill>
          <a:ln w="12677">
            <a:noFill/>
            <a:prstDash val="solid"/>
          </a:ln>
        </p:spPr>
        <p:txBody>
          <a:bodyPr/>
          <a:lstStyle/>
          <a:p>
            <a:endParaRPr/>
          </a:p>
        </p:txBody>
      </p:sp>
      <p:sp>
        <p:nvSpPr>
          <p:cNvPr id="349" name="Freeform: Shape 348">
            <a:extLst>
              <a:ext uri="{FF2B5EF4-FFF2-40B4-BE49-F238E27FC236}">
                <a16:creationId xmlns:a16="http://schemas.microsoft.com/office/drawing/2014/main" id="{7476C455-9D2C-75F5-1D82-BDF46AACD014}"/>
              </a:ext>
            </a:extLst>
          </p:cNvPr>
          <p:cNvSpPr>
            <a:spLocks noGrp="1"/>
          </p:cNvSpPr>
          <p:nvPr/>
        </p:nvSpPr>
        <p:spPr>
          <a:xfrm>
            <a:off x="6328736" y="2881252"/>
            <a:ext cx="349832" cy="1859343"/>
          </a:xfrm>
          <a:custGeom>
            <a:avLst/>
            <a:gdLst>
              <a:gd name="csX0" fmla="*/ 84772 w 538324"/>
              <a:gd name="csY0" fmla="*/ 254 h 2958122"/>
              <a:gd name="csX1" fmla="*/ 42132 w 538324"/>
              <a:gd name="csY1" fmla="*/ 175381 h 2958122"/>
              <a:gd name="csX2" fmla="*/ 9391 w 538324"/>
              <a:gd name="csY2" fmla="*/ 352284 h 2958122"/>
              <a:gd name="csX3" fmla="*/ 7360 w 538324"/>
              <a:gd name="csY3" fmla="*/ 374619 h 2958122"/>
              <a:gd name="csX4" fmla="*/ 6726 w 538324"/>
              <a:gd name="csY4" fmla="*/ 396828 h 2958122"/>
              <a:gd name="csX5" fmla="*/ 13325 w 538324"/>
              <a:gd name="csY5" fmla="*/ 440863 h 2958122"/>
              <a:gd name="csX6" fmla="*/ 30076 w 538324"/>
              <a:gd name="csY6" fmla="*/ 529315 h 2958122"/>
              <a:gd name="csX7" fmla="*/ 65990 w 538324"/>
              <a:gd name="csY7" fmla="*/ 705965 h 2958122"/>
              <a:gd name="csX8" fmla="*/ 213198 w 538324"/>
              <a:gd name="csY8" fmla="*/ 1411675 h 2958122"/>
              <a:gd name="csX9" fmla="*/ 360660 w 538324"/>
              <a:gd name="csY9" fmla="*/ 2117386 h 2958122"/>
              <a:gd name="csX10" fmla="*/ 466117 w 538324"/>
              <a:gd name="csY10" fmla="*/ 2604950 h 2958122"/>
              <a:gd name="csX11" fmla="*/ 538325 w 538324"/>
              <a:gd name="csY11" fmla="*/ 2958123 h 2958122"/>
              <a:gd name="csX12" fmla="*/ 460025 w 538324"/>
              <a:gd name="csY12" fmla="*/ 2606219 h 2958122"/>
              <a:gd name="csX13" fmla="*/ 351015 w 538324"/>
              <a:gd name="csY13" fmla="*/ 2119290 h 2958122"/>
              <a:gd name="csX14" fmla="*/ 200761 w 538324"/>
              <a:gd name="csY14" fmla="*/ 1414087 h 2958122"/>
              <a:gd name="csX15" fmla="*/ 56345 w 538324"/>
              <a:gd name="csY15" fmla="*/ 707614 h 2958122"/>
              <a:gd name="csX16" fmla="*/ 22208 w 538324"/>
              <a:gd name="csY16" fmla="*/ 530584 h 2958122"/>
              <a:gd name="csX17" fmla="*/ 6218 w 538324"/>
              <a:gd name="csY17" fmla="*/ 441751 h 2958122"/>
              <a:gd name="csX18" fmla="*/ 0 w 538324"/>
              <a:gd name="csY18" fmla="*/ 396701 h 2958122"/>
              <a:gd name="csX19" fmla="*/ 3299 w 538324"/>
              <a:gd name="csY19" fmla="*/ 351269 h 2958122"/>
              <a:gd name="csX20" fmla="*/ 39213 w 538324"/>
              <a:gd name="csY20" fmla="*/ 174366 h 2958122"/>
              <a:gd name="csX21" fmla="*/ 84898 w 538324"/>
              <a:gd name="csY21" fmla="*/ 0 h 2958122"/>
            </a:gdLst>
            <a:ahLst/>
            <a:cxnLst/>
            <a:rect l="l" t="t" r="r" b="b"/>
            <a:pathLst>
              <a:path w="538324" h="2958122">
                <a:moveTo>
                  <a:pt x="84772" y="254"/>
                </a:moveTo>
                <a:cubicBezTo>
                  <a:pt x="69543" y="58376"/>
                  <a:pt x="55203" y="116751"/>
                  <a:pt x="42132" y="175381"/>
                </a:cubicBezTo>
                <a:cubicBezTo>
                  <a:pt x="29188" y="234010"/>
                  <a:pt x="16751" y="292893"/>
                  <a:pt x="9391" y="352284"/>
                </a:cubicBezTo>
                <a:lnTo>
                  <a:pt x="7360" y="374619"/>
                </a:lnTo>
                <a:cubicBezTo>
                  <a:pt x="6726" y="381980"/>
                  <a:pt x="6980" y="389467"/>
                  <a:pt x="6726" y="396828"/>
                </a:cubicBezTo>
                <a:lnTo>
                  <a:pt x="13325" y="440863"/>
                </a:lnTo>
                <a:lnTo>
                  <a:pt x="30076" y="529315"/>
                </a:lnTo>
                <a:lnTo>
                  <a:pt x="65990" y="705965"/>
                </a:lnTo>
                <a:lnTo>
                  <a:pt x="213198" y="1411675"/>
                </a:lnTo>
                <a:lnTo>
                  <a:pt x="360660" y="2117386"/>
                </a:lnTo>
                <a:lnTo>
                  <a:pt x="466117" y="2604950"/>
                </a:lnTo>
                <a:lnTo>
                  <a:pt x="538325" y="2958123"/>
                </a:lnTo>
                <a:lnTo>
                  <a:pt x="460025" y="2606219"/>
                </a:lnTo>
                <a:lnTo>
                  <a:pt x="351015" y="2119290"/>
                </a:lnTo>
                <a:lnTo>
                  <a:pt x="200761" y="1414087"/>
                </a:lnTo>
                <a:cubicBezTo>
                  <a:pt x="152030" y="1178681"/>
                  <a:pt x="102919" y="943528"/>
                  <a:pt x="56345" y="707614"/>
                </a:cubicBezTo>
                <a:lnTo>
                  <a:pt x="22208" y="530584"/>
                </a:lnTo>
                <a:lnTo>
                  <a:pt x="6218" y="441751"/>
                </a:lnTo>
                <a:lnTo>
                  <a:pt x="0" y="396701"/>
                </a:lnTo>
                <a:cubicBezTo>
                  <a:pt x="0" y="381345"/>
                  <a:pt x="1396" y="366244"/>
                  <a:pt x="3299" y="351269"/>
                </a:cubicBezTo>
                <a:cubicBezTo>
                  <a:pt x="11675" y="291498"/>
                  <a:pt x="25254" y="232868"/>
                  <a:pt x="39213" y="174366"/>
                </a:cubicBezTo>
                <a:cubicBezTo>
                  <a:pt x="53300" y="115990"/>
                  <a:pt x="68655" y="57868"/>
                  <a:pt x="84898" y="0"/>
                </a:cubicBezTo>
                <a:close/>
              </a:path>
            </a:pathLst>
          </a:custGeom>
          <a:solidFill>
            <a:srgbClr val="37474F"/>
          </a:solidFill>
          <a:ln w="12677">
            <a:noFill/>
            <a:prstDash val="solid"/>
          </a:ln>
        </p:spPr>
        <p:txBody>
          <a:bodyPr/>
          <a:lstStyle/>
          <a:p>
            <a:endParaRPr/>
          </a:p>
        </p:txBody>
      </p:sp>
      <p:sp>
        <p:nvSpPr>
          <p:cNvPr id="335" name="Freeform: Shape 334">
            <a:extLst>
              <a:ext uri="{FF2B5EF4-FFF2-40B4-BE49-F238E27FC236}">
                <a16:creationId xmlns:a16="http://schemas.microsoft.com/office/drawing/2014/main" id="{737D1595-CAB3-569F-D870-7C38FD39E68D}"/>
              </a:ext>
            </a:extLst>
          </p:cNvPr>
          <p:cNvSpPr>
            <a:spLocks noGrp="1"/>
          </p:cNvSpPr>
          <p:nvPr/>
        </p:nvSpPr>
        <p:spPr>
          <a:xfrm>
            <a:off x="6587738" y="1924112"/>
            <a:ext cx="502508" cy="585058"/>
          </a:xfrm>
          <a:custGeom>
            <a:avLst/>
            <a:gdLst>
              <a:gd name="csX0" fmla="*/ 70482 w 773263"/>
              <a:gd name="csY0" fmla="*/ 867686 h 930799"/>
              <a:gd name="csX1" fmla="*/ 695101 w 773263"/>
              <a:gd name="csY1" fmla="*/ 896494 h 930799"/>
              <a:gd name="csX2" fmla="*/ 734695 w 773263"/>
              <a:gd name="csY2" fmla="*/ 19336 h 930799"/>
              <a:gd name="csX3" fmla="*/ 417183 w 773263"/>
              <a:gd name="csY3" fmla="*/ 139514 h 930799"/>
              <a:gd name="csX4" fmla="*/ 413122 w 773263"/>
              <a:gd name="csY4" fmla="*/ 658169 h 930799"/>
              <a:gd name="csX5" fmla="*/ 102081 w 773263"/>
              <a:gd name="csY5" fmla="*/ 711722 h 930799"/>
              <a:gd name="csX6" fmla="*/ 70482 w 773263"/>
              <a:gd name="csY6" fmla="*/ 867559 h 930799"/>
            </a:gdLst>
            <a:ahLst/>
            <a:cxnLst/>
            <a:rect l="l" t="t" r="r" b="b"/>
            <a:pathLst>
              <a:path w="773263" h="930799">
                <a:moveTo>
                  <a:pt x="70482" y="867686"/>
                </a:moveTo>
                <a:cubicBezTo>
                  <a:pt x="167817" y="914006"/>
                  <a:pt x="592817" y="967179"/>
                  <a:pt x="695101" y="896494"/>
                </a:cubicBezTo>
                <a:cubicBezTo>
                  <a:pt x="796244" y="826570"/>
                  <a:pt x="787614" y="214260"/>
                  <a:pt x="734695" y="19336"/>
                </a:cubicBezTo>
                <a:cubicBezTo>
                  <a:pt x="716041" y="-49192"/>
                  <a:pt x="445863" y="82026"/>
                  <a:pt x="417183" y="139514"/>
                </a:cubicBezTo>
                <a:cubicBezTo>
                  <a:pt x="392563" y="188879"/>
                  <a:pt x="432665" y="648016"/>
                  <a:pt x="413122" y="658169"/>
                </a:cubicBezTo>
                <a:cubicBezTo>
                  <a:pt x="380000" y="675174"/>
                  <a:pt x="272893" y="687864"/>
                  <a:pt x="102081" y="711722"/>
                </a:cubicBezTo>
                <a:cubicBezTo>
                  <a:pt x="-58579" y="734184"/>
                  <a:pt x="1954" y="834945"/>
                  <a:pt x="70482" y="867559"/>
                </a:cubicBezTo>
                <a:close/>
              </a:path>
            </a:pathLst>
          </a:custGeom>
          <a:solidFill>
            <a:srgbClr val="EB9481"/>
          </a:solidFill>
          <a:ln w="12677">
            <a:noFill/>
            <a:prstDash val="solid"/>
          </a:ln>
        </p:spPr>
        <p:txBody>
          <a:bodyPr/>
          <a:lstStyle/>
          <a:p>
            <a:endParaRPr/>
          </a:p>
        </p:txBody>
      </p:sp>
      <p:sp>
        <p:nvSpPr>
          <p:cNvPr id="337" name="Freeform: Shape 336">
            <a:extLst>
              <a:ext uri="{FF2B5EF4-FFF2-40B4-BE49-F238E27FC236}">
                <a16:creationId xmlns:a16="http://schemas.microsoft.com/office/drawing/2014/main" id="{51F50577-C872-3248-888E-F0D386716085}"/>
              </a:ext>
            </a:extLst>
          </p:cNvPr>
          <p:cNvSpPr>
            <a:spLocks noGrp="1"/>
          </p:cNvSpPr>
          <p:nvPr/>
        </p:nvSpPr>
        <p:spPr>
          <a:xfrm>
            <a:off x="6578685" y="2073861"/>
            <a:ext cx="527571" cy="446080"/>
          </a:xfrm>
          <a:custGeom>
            <a:avLst/>
            <a:gdLst>
              <a:gd name="csX0" fmla="*/ 396215 w 811830"/>
              <a:gd name="csY0" fmla="*/ 76396 h 709692"/>
              <a:gd name="csX1" fmla="*/ 802560 w 811830"/>
              <a:gd name="csY1" fmla="*/ 0 h 709692"/>
              <a:gd name="csX2" fmla="*/ 719819 w 811830"/>
              <a:gd name="csY2" fmla="*/ 694416 h 709692"/>
              <a:gd name="csX3" fmla="*/ 104718 w 811830"/>
              <a:gd name="csY3" fmla="*/ 652031 h 709692"/>
              <a:gd name="csX4" fmla="*/ 137713 w 811830"/>
              <a:gd name="csY4" fmla="*/ 464467 h 709692"/>
              <a:gd name="csX5" fmla="*/ 419312 w 811830"/>
              <a:gd name="csY5" fmla="*/ 408376 h 709692"/>
              <a:gd name="csX6" fmla="*/ 396088 w 811830"/>
              <a:gd name="csY6" fmla="*/ 76396 h 709692"/>
            </a:gdLst>
            <a:ahLst/>
            <a:cxnLst/>
            <a:rect l="l" t="t" r="r" b="b"/>
            <a:pathLst>
              <a:path w="811830" h="709692">
                <a:moveTo>
                  <a:pt x="396215" y="76396"/>
                </a:moveTo>
                <a:lnTo>
                  <a:pt x="802560" y="0"/>
                </a:lnTo>
                <a:cubicBezTo>
                  <a:pt x="802560" y="0"/>
                  <a:pt x="852687" y="607107"/>
                  <a:pt x="719819" y="694416"/>
                </a:cubicBezTo>
                <a:cubicBezTo>
                  <a:pt x="677560" y="722208"/>
                  <a:pt x="340124" y="714340"/>
                  <a:pt x="104718" y="652031"/>
                </a:cubicBezTo>
                <a:cubicBezTo>
                  <a:pt x="21596" y="630076"/>
                  <a:pt x="-96932" y="501650"/>
                  <a:pt x="137713" y="464467"/>
                </a:cubicBezTo>
                <a:cubicBezTo>
                  <a:pt x="372357" y="427411"/>
                  <a:pt x="415124" y="414213"/>
                  <a:pt x="419312" y="408376"/>
                </a:cubicBezTo>
                <a:cubicBezTo>
                  <a:pt x="423626" y="402538"/>
                  <a:pt x="396088" y="76396"/>
                  <a:pt x="396088" y="76396"/>
                </a:cubicBezTo>
                <a:close/>
              </a:path>
            </a:pathLst>
          </a:custGeom>
          <a:solidFill>
            <a:srgbClr val="455A64"/>
          </a:solidFill>
          <a:ln w="12677">
            <a:noFill/>
            <a:prstDash val="solid"/>
          </a:ln>
        </p:spPr>
        <p:txBody>
          <a:bodyPr/>
          <a:lstStyle/>
          <a:p>
            <a:endParaRPr/>
          </a:p>
        </p:txBody>
      </p:sp>
      <p:sp>
        <p:nvSpPr>
          <p:cNvPr id="338" name="Freeform: Shape 337">
            <a:extLst>
              <a:ext uri="{FF2B5EF4-FFF2-40B4-BE49-F238E27FC236}">
                <a16:creationId xmlns:a16="http://schemas.microsoft.com/office/drawing/2014/main" id="{DB455639-BE67-6DBB-E396-4DF960CEC5FF}"/>
              </a:ext>
            </a:extLst>
          </p:cNvPr>
          <p:cNvSpPr>
            <a:spLocks noGrp="1"/>
          </p:cNvSpPr>
          <p:nvPr/>
        </p:nvSpPr>
        <p:spPr>
          <a:xfrm>
            <a:off x="6859100" y="2142536"/>
            <a:ext cx="225416" cy="41964"/>
          </a:xfrm>
          <a:custGeom>
            <a:avLst/>
            <a:gdLst>
              <a:gd name="csX0" fmla="*/ 345675 w 346873"/>
              <a:gd name="csY0" fmla="*/ 6 h 66763"/>
              <a:gd name="csX1" fmla="*/ 258238 w 346873"/>
              <a:gd name="csY1" fmla="*/ 13712 h 66763"/>
              <a:gd name="csX2" fmla="*/ 172832 w 346873"/>
              <a:gd name="csY2" fmla="*/ 29448 h 66763"/>
              <a:gd name="csX3" fmla="*/ 878 w 346873"/>
              <a:gd name="csY3" fmla="*/ 64600 h 66763"/>
              <a:gd name="csX4" fmla="*/ 1131 w 346873"/>
              <a:gd name="csY4" fmla="*/ 66757 h 66763"/>
              <a:gd name="csX5" fmla="*/ 176004 w 346873"/>
              <a:gd name="csY5" fmla="*/ 39473 h 66763"/>
              <a:gd name="csX6" fmla="*/ 262933 w 346873"/>
              <a:gd name="csY6" fmla="*/ 22214 h 66763"/>
              <a:gd name="csX7" fmla="*/ 346182 w 346873"/>
              <a:gd name="csY7" fmla="*/ 2163 h 66763"/>
              <a:gd name="csX8" fmla="*/ 345548 w 346873"/>
              <a:gd name="csY8" fmla="*/ 6 h 66763"/>
            </a:gdLst>
            <a:ahLst/>
            <a:cxnLst/>
            <a:rect l="l" t="t" r="r" b="b"/>
            <a:pathLst>
              <a:path w="346873" h="66763">
                <a:moveTo>
                  <a:pt x="345675" y="6"/>
                </a:moveTo>
                <a:cubicBezTo>
                  <a:pt x="316360" y="2163"/>
                  <a:pt x="287172" y="8636"/>
                  <a:pt x="258238" y="13712"/>
                </a:cubicBezTo>
                <a:cubicBezTo>
                  <a:pt x="229685" y="18788"/>
                  <a:pt x="201258" y="23991"/>
                  <a:pt x="172832" y="29448"/>
                </a:cubicBezTo>
                <a:cubicBezTo>
                  <a:pt x="115471" y="40361"/>
                  <a:pt x="57477" y="50006"/>
                  <a:pt x="878" y="64600"/>
                </a:cubicBezTo>
                <a:cubicBezTo>
                  <a:pt x="-391" y="64981"/>
                  <a:pt x="-265" y="66884"/>
                  <a:pt x="1131" y="66757"/>
                </a:cubicBezTo>
                <a:cubicBezTo>
                  <a:pt x="59761" y="61427"/>
                  <a:pt x="118136" y="50133"/>
                  <a:pt x="176004" y="39473"/>
                </a:cubicBezTo>
                <a:cubicBezTo>
                  <a:pt x="205065" y="34143"/>
                  <a:pt x="233999" y="28306"/>
                  <a:pt x="262933" y="22214"/>
                </a:cubicBezTo>
                <a:cubicBezTo>
                  <a:pt x="290725" y="16377"/>
                  <a:pt x="319279" y="11174"/>
                  <a:pt x="346182" y="2163"/>
                </a:cubicBezTo>
                <a:cubicBezTo>
                  <a:pt x="347451" y="1783"/>
                  <a:pt x="346817" y="-121"/>
                  <a:pt x="345548" y="6"/>
                </a:cubicBezTo>
                <a:close/>
              </a:path>
            </a:pathLst>
          </a:custGeom>
          <a:solidFill>
            <a:srgbClr val="263238"/>
          </a:solidFill>
          <a:ln w="12677">
            <a:noFill/>
            <a:prstDash val="solid"/>
          </a:ln>
        </p:spPr>
        <p:txBody>
          <a:bodyPr/>
          <a:lstStyle/>
          <a:p>
            <a:endParaRPr/>
          </a:p>
        </p:txBody>
      </p:sp>
      <p:sp>
        <p:nvSpPr>
          <p:cNvPr id="339" name="Freeform: Shape 338">
            <a:extLst>
              <a:ext uri="{FF2B5EF4-FFF2-40B4-BE49-F238E27FC236}">
                <a16:creationId xmlns:a16="http://schemas.microsoft.com/office/drawing/2014/main" id="{759F9E1C-FF7A-2715-ACBB-1174BA3FB908}"/>
              </a:ext>
            </a:extLst>
          </p:cNvPr>
          <p:cNvSpPr>
            <a:spLocks noGrp="1"/>
          </p:cNvSpPr>
          <p:nvPr/>
        </p:nvSpPr>
        <p:spPr>
          <a:xfrm>
            <a:off x="6578714" y="2366124"/>
            <a:ext cx="226279" cy="144854"/>
          </a:xfrm>
          <a:custGeom>
            <a:avLst/>
            <a:gdLst>
              <a:gd name="csX0" fmla="*/ 348201 w 348200"/>
              <a:gd name="csY0" fmla="*/ 230457 h 230456"/>
              <a:gd name="csX1" fmla="*/ 104673 w 348200"/>
              <a:gd name="csY1" fmla="*/ 186929 h 230456"/>
              <a:gd name="csX2" fmla="*/ 134876 w 348200"/>
              <a:gd name="csY2" fmla="*/ 0 h 230456"/>
              <a:gd name="csX3" fmla="*/ 348201 w 348200"/>
              <a:gd name="csY3" fmla="*/ 230457 h 230456"/>
            </a:gdLst>
            <a:ahLst/>
            <a:cxnLst/>
            <a:rect l="l" t="t" r="r" b="b"/>
            <a:pathLst>
              <a:path w="348200" h="230456">
                <a:moveTo>
                  <a:pt x="348201" y="230457"/>
                </a:moveTo>
                <a:cubicBezTo>
                  <a:pt x="265206" y="221066"/>
                  <a:pt x="179800" y="206853"/>
                  <a:pt x="104673" y="186929"/>
                </a:cubicBezTo>
                <a:cubicBezTo>
                  <a:pt x="21932" y="165102"/>
                  <a:pt x="-95962" y="37563"/>
                  <a:pt x="134876" y="0"/>
                </a:cubicBezTo>
                <a:lnTo>
                  <a:pt x="348201" y="230457"/>
                </a:lnTo>
                <a:close/>
              </a:path>
            </a:pathLst>
          </a:custGeom>
          <a:solidFill>
            <a:srgbClr val="000000">
              <a:alpha val="10000"/>
            </a:srgbClr>
          </a:solidFill>
          <a:ln w="12677">
            <a:noFill/>
            <a:prstDash val="solid"/>
          </a:ln>
        </p:spPr>
        <p:txBody>
          <a:bodyPr/>
          <a:lstStyle/>
          <a:p>
            <a:endParaRPr/>
          </a:p>
        </p:txBody>
      </p:sp>
      <p:sp>
        <p:nvSpPr>
          <p:cNvPr id="28" name="Freeform: Shape 27">
            <a:extLst>
              <a:ext uri="{FF2B5EF4-FFF2-40B4-BE49-F238E27FC236}">
                <a16:creationId xmlns:a16="http://schemas.microsoft.com/office/drawing/2014/main" id="{76D5BDE3-CF7F-E440-4CE4-5C48158E59F0}"/>
              </a:ext>
            </a:extLst>
          </p:cNvPr>
          <p:cNvSpPr>
            <a:spLocks noGrp="1"/>
          </p:cNvSpPr>
          <p:nvPr/>
        </p:nvSpPr>
        <p:spPr>
          <a:xfrm>
            <a:off x="6296276" y="2351502"/>
            <a:ext cx="565843" cy="658412"/>
          </a:xfrm>
          <a:custGeom>
            <a:avLst/>
            <a:gdLst>
              <a:gd name="csX0" fmla="*/ 870381 w 870724"/>
              <a:gd name="csY0" fmla="*/ 1029101 h 1047501"/>
              <a:gd name="csX1" fmla="*/ 457 w 870724"/>
              <a:gd name="csY1" fmla="*/ 1047502 h 1047501"/>
              <a:gd name="csX2" fmla="*/ 365178 w 870724"/>
              <a:gd name="csY2" fmla="*/ 47121 h 1047501"/>
              <a:gd name="csX3" fmla="*/ 588148 w 870724"/>
              <a:gd name="csY3" fmla="*/ 26435 h 1047501"/>
              <a:gd name="csX4" fmla="*/ 870255 w 870724"/>
              <a:gd name="csY4" fmla="*/ 1029101 h 1047501"/>
            </a:gdLst>
            <a:ahLst/>
            <a:cxnLst/>
            <a:rect l="l" t="t" r="r" b="b"/>
            <a:pathLst>
              <a:path w="870724" h="1047501">
                <a:moveTo>
                  <a:pt x="870381" y="1029101"/>
                </a:moveTo>
                <a:lnTo>
                  <a:pt x="457" y="1047502"/>
                </a:lnTo>
                <a:cubicBezTo>
                  <a:pt x="-10203" y="1034558"/>
                  <a:pt x="167082" y="305623"/>
                  <a:pt x="365178" y="47121"/>
                </a:cubicBezTo>
                <a:cubicBezTo>
                  <a:pt x="411244" y="-13032"/>
                  <a:pt x="542082" y="-10620"/>
                  <a:pt x="588148" y="26435"/>
                </a:cubicBezTo>
                <a:cubicBezTo>
                  <a:pt x="720001" y="132400"/>
                  <a:pt x="880534" y="1017679"/>
                  <a:pt x="870255" y="1029101"/>
                </a:cubicBezTo>
                <a:close/>
              </a:path>
            </a:pathLst>
          </a:custGeom>
          <a:solidFill>
            <a:srgbClr val="455A64"/>
          </a:solidFill>
          <a:ln w="12677">
            <a:noFill/>
            <a:prstDash val="solid"/>
          </a:ln>
        </p:spPr>
        <p:txBody>
          <a:bodyPr/>
          <a:lstStyle/>
          <a:p>
            <a:endParaRPr/>
          </a:p>
        </p:txBody>
      </p:sp>
      <p:sp>
        <p:nvSpPr>
          <p:cNvPr id="29" name="Freeform: Shape 28">
            <a:extLst>
              <a:ext uri="{FF2B5EF4-FFF2-40B4-BE49-F238E27FC236}">
                <a16:creationId xmlns:a16="http://schemas.microsoft.com/office/drawing/2014/main" id="{ADE641C8-A183-5072-87C1-69DB0F7D3FD3}"/>
              </a:ext>
            </a:extLst>
          </p:cNvPr>
          <p:cNvSpPr>
            <a:spLocks noGrp="1"/>
          </p:cNvSpPr>
          <p:nvPr/>
        </p:nvSpPr>
        <p:spPr>
          <a:xfrm>
            <a:off x="6646347" y="1804354"/>
            <a:ext cx="731947" cy="1215189"/>
          </a:xfrm>
          <a:custGeom>
            <a:avLst/>
            <a:gdLst>
              <a:gd name="csX0" fmla="*/ 1055041 w 1126325"/>
              <a:gd name="csY0" fmla="*/ 4787 h 1933305"/>
              <a:gd name="csX1" fmla="*/ 1068874 w 1126325"/>
              <a:gd name="csY1" fmla="*/ 24330 h 1933305"/>
              <a:gd name="csX2" fmla="*/ 1125473 w 1126325"/>
              <a:gd name="csY2" fmla="*/ 271031 h 1933305"/>
              <a:gd name="csX3" fmla="*/ 1121539 w 1126325"/>
              <a:gd name="csY3" fmla="*/ 294762 h 1933305"/>
              <a:gd name="csX4" fmla="*/ 1101996 w 1126325"/>
              <a:gd name="csY4" fmla="*/ 308594 h 1933305"/>
              <a:gd name="csX5" fmla="*/ 783975 w 1126325"/>
              <a:gd name="csY5" fmla="*/ 381564 h 1933305"/>
              <a:gd name="csX6" fmla="*/ 774204 w 1126325"/>
              <a:gd name="csY6" fmla="*/ 397173 h 1933305"/>
              <a:gd name="csX7" fmla="*/ 1102376 w 1126325"/>
              <a:gd name="csY7" fmla="*/ 1826742 h 1933305"/>
              <a:gd name="csX8" fmla="*/ 1098442 w 1126325"/>
              <a:gd name="csY8" fmla="*/ 1850346 h 1933305"/>
              <a:gd name="csX9" fmla="*/ 1078899 w 1126325"/>
              <a:gd name="csY9" fmla="*/ 1864178 h 1933305"/>
              <a:gd name="csX10" fmla="*/ 781310 w 1126325"/>
              <a:gd name="csY10" fmla="*/ 1932453 h 1933305"/>
              <a:gd name="csX11" fmla="*/ 757706 w 1126325"/>
              <a:gd name="csY11" fmla="*/ 1928518 h 1933305"/>
              <a:gd name="csX12" fmla="*/ 743874 w 1126325"/>
              <a:gd name="csY12" fmla="*/ 1908975 h 1933305"/>
              <a:gd name="csX13" fmla="*/ 415701 w 1126325"/>
              <a:gd name="csY13" fmla="*/ 479407 h 1933305"/>
              <a:gd name="csX14" fmla="*/ 400092 w 1126325"/>
              <a:gd name="csY14" fmla="*/ 469635 h 1933305"/>
              <a:gd name="csX15" fmla="*/ 94889 w 1126325"/>
              <a:gd name="csY15" fmla="*/ 539686 h 1933305"/>
              <a:gd name="csX16" fmla="*/ 71285 w 1126325"/>
              <a:gd name="csY16" fmla="*/ 535752 h 1933305"/>
              <a:gd name="csX17" fmla="*/ 57452 w 1126325"/>
              <a:gd name="csY17" fmla="*/ 516209 h 1933305"/>
              <a:gd name="csX18" fmla="*/ 853 w 1126325"/>
              <a:gd name="csY18" fmla="*/ 269508 h 1933305"/>
              <a:gd name="csX19" fmla="*/ 4787 w 1126325"/>
              <a:gd name="csY19" fmla="*/ 245904 h 1933305"/>
              <a:gd name="csX20" fmla="*/ 24330 w 1126325"/>
              <a:gd name="csY20" fmla="*/ 232072 h 1933305"/>
              <a:gd name="csX21" fmla="*/ 1031691 w 1126325"/>
              <a:gd name="csY21" fmla="*/ 853 h 1933305"/>
              <a:gd name="csX22" fmla="*/ 1055295 w 1126325"/>
              <a:gd name="csY22" fmla="*/ 4787 h 1933305"/>
            </a:gdLst>
            <a:ahLst/>
            <a:cxnLst/>
            <a:rect l="l" t="t" r="r" b="b"/>
            <a:pathLst>
              <a:path w="1126325" h="1933305">
                <a:moveTo>
                  <a:pt x="1055041" y="4787"/>
                </a:moveTo>
                <a:cubicBezTo>
                  <a:pt x="1062275" y="9356"/>
                  <a:pt x="1066970" y="15955"/>
                  <a:pt x="1068874" y="24330"/>
                </a:cubicBezTo>
                <a:lnTo>
                  <a:pt x="1125473" y="271031"/>
                </a:lnTo>
                <a:cubicBezTo>
                  <a:pt x="1127376" y="279533"/>
                  <a:pt x="1126107" y="287402"/>
                  <a:pt x="1121539" y="294762"/>
                </a:cubicBezTo>
                <a:cubicBezTo>
                  <a:pt x="1116970" y="302122"/>
                  <a:pt x="1110498" y="306691"/>
                  <a:pt x="1101996" y="308594"/>
                </a:cubicBezTo>
                <a:lnTo>
                  <a:pt x="783975" y="381564"/>
                </a:lnTo>
                <a:cubicBezTo>
                  <a:pt x="775473" y="383468"/>
                  <a:pt x="772173" y="388671"/>
                  <a:pt x="774204" y="397173"/>
                </a:cubicBezTo>
                <a:lnTo>
                  <a:pt x="1102376" y="1826742"/>
                </a:lnTo>
                <a:cubicBezTo>
                  <a:pt x="1104280" y="1835244"/>
                  <a:pt x="1103011" y="1843112"/>
                  <a:pt x="1098442" y="1850346"/>
                </a:cubicBezTo>
                <a:cubicBezTo>
                  <a:pt x="1093874" y="1857706"/>
                  <a:pt x="1087275" y="1862275"/>
                  <a:pt x="1078899" y="1864178"/>
                </a:cubicBezTo>
                <a:lnTo>
                  <a:pt x="781310" y="1932453"/>
                </a:lnTo>
                <a:cubicBezTo>
                  <a:pt x="772808" y="1934356"/>
                  <a:pt x="764940" y="1933087"/>
                  <a:pt x="757706" y="1928518"/>
                </a:cubicBezTo>
                <a:cubicBezTo>
                  <a:pt x="750346" y="1923950"/>
                  <a:pt x="745777" y="1917478"/>
                  <a:pt x="743874" y="1908975"/>
                </a:cubicBezTo>
                <a:lnTo>
                  <a:pt x="415701" y="479407"/>
                </a:lnTo>
                <a:cubicBezTo>
                  <a:pt x="413797" y="470904"/>
                  <a:pt x="408594" y="467605"/>
                  <a:pt x="400092" y="469635"/>
                </a:cubicBezTo>
                <a:lnTo>
                  <a:pt x="94889" y="539686"/>
                </a:lnTo>
                <a:cubicBezTo>
                  <a:pt x="86386" y="541589"/>
                  <a:pt x="78518" y="540320"/>
                  <a:pt x="71285" y="535752"/>
                </a:cubicBezTo>
                <a:cubicBezTo>
                  <a:pt x="63924" y="531183"/>
                  <a:pt x="59356" y="524711"/>
                  <a:pt x="57452" y="516209"/>
                </a:cubicBezTo>
                <a:lnTo>
                  <a:pt x="853" y="269508"/>
                </a:lnTo>
                <a:cubicBezTo>
                  <a:pt x="-1050" y="261006"/>
                  <a:pt x="219" y="253138"/>
                  <a:pt x="4787" y="245904"/>
                </a:cubicBezTo>
                <a:cubicBezTo>
                  <a:pt x="9356" y="238671"/>
                  <a:pt x="15828" y="233975"/>
                  <a:pt x="24330" y="232072"/>
                </a:cubicBezTo>
                <a:lnTo>
                  <a:pt x="1031691" y="853"/>
                </a:lnTo>
                <a:cubicBezTo>
                  <a:pt x="1040194" y="-1050"/>
                  <a:pt x="1048061" y="219"/>
                  <a:pt x="1055295" y="4787"/>
                </a:cubicBezTo>
                <a:close/>
              </a:path>
            </a:pathLst>
          </a:custGeom>
          <a:solidFill>
            <a:srgbClr val="4B5565"/>
          </a:solidFill>
          <a:ln w="12677">
            <a:noFill/>
            <a:prstDash val="solid"/>
          </a:ln>
        </p:spPr>
        <p:txBody>
          <a:bodyPr/>
          <a:lstStyle/>
          <a:p>
            <a:endParaRPr/>
          </a:p>
        </p:txBody>
      </p:sp>
      <p:sp>
        <p:nvSpPr>
          <p:cNvPr id="328" name="Freeform: Shape 327">
            <a:extLst>
              <a:ext uri="{FF2B5EF4-FFF2-40B4-BE49-F238E27FC236}">
                <a16:creationId xmlns:a16="http://schemas.microsoft.com/office/drawing/2014/main" id="{48BF2B98-34A8-EA6E-916C-D129703C7C12}"/>
              </a:ext>
            </a:extLst>
          </p:cNvPr>
          <p:cNvSpPr>
            <a:spLocks noGrp="1"/>
          </p:cNvSpPr>
          <p:nvPr/>
        </p:nvSpPr>
        <p:spPr>
          <a:xfrm>
            <a:off x="6508304" y="2446722"/>
            <a:ext cx="599319" cy="518452"/>
          </a:xfrm>
          <a:custGeom>
            <a:avLst/>
            <a:gdLst>
              <a:gd name="csX0" fmla="*/ 2996 w 922237"/>
              <a:gd name="csY0" fmla="*/ 103752 h 824832"/>
              <a:gd name="csX1" fmla="*/ 349062 w 922237"/>
              <a:gd name="csY1" fmla="*/ 767331 h 824832"/>
              <a:gd name="csX2" fmla="*/ 895508 w 922237"/>
              <a:gd name="csY2" fmla="*/ 824818 h 824832"/>
              <a:gd name="csX3" fmla="*/ 817082 w 922237"/>
              <a:gd name="csY3" fmla="*/ 449818 h 824832"/>
              <a:gd name="csX4" fmla="*/ 516194 w 922237"/>
              <a:gd name="csY4" fmla="*/ 444107 h 824832"/>
              <a:gd name="csX5" fmla="*/ 146397 w 922237"/>
              <a:gd name="csY5" fmla="*/ 58955 h 824832"/>
              <a:gd name="csX6" fmla="*/ 3249 w 922237"/>
              <a:gd name="csY6" fmla="*/ 103752 h 824832"/>
            </a:gdLst>
            <a:ahLst/>
            <a:cxnLst/>
            <a:rect l="l" t="t" r="r" b="b"/>
            <a:pathLst>
              <a:path w="922237" h="824832">
                <a:moveTo>
                  <a:pt x="2996" y="103752"/>
                </a:moveTo>
                <a:cubicBezTo>
                  <a:pt x="32437" y="229259"/>
                  <a:pt x="185356" y="720122"/>
                  <a:pt x="349062" y="767331"/>
                </a:cubicBezTo>
                <a:cubicBezTo>
                  <a:pt x="538275" y="821899"/>
                  <a:pt x="730661" y="818219"/>
                  <a:pt x="895508" y="824818"/>
                </a:cubicBezTo>
                <a:cubicBezTo>
                  <a:pt x="966448" y="827610"/>
                  <a:pt x="880788" y="441950"/>
                  <a:pt x="817082" y="449818"/>
                </a:cubicBezTo>
                <a:cubicBezTo>
                  <a:pt x="716574" y="462254"/>
                  <a:pt x="552996" y="449056"/>
                  <a:pt x="516194" y="444107"/>
                </a:cubicBezTo>
                <a:cubicBezTo>
                  <a:pt x="479392" y="439158"/>
                  <a:pt x="265686" y="193853"/>
                  <a:pt x="146397" y="58955"/>
                </a:cubicBezTo>
                <a:cubicBezTo>
                  <a:pt x="38909" y="-62619"/>
                  <a:pt x="-14136" y="29894"/>
                  <a:pt x="3249" y="103752"/>
                </a:cubicBezTo>
                <a:close/>
              </a:path>
            </a:pathLst>
          </a:custGeom>
          <a:solidFill>
            <a:srgbClr val="EB9481"/>
          </a:solidFill>
          <a:ln w="12677">
            <a:noFill/>
            <a:prstDash val="solid"/>
          </a:ln>
        </p:spPr>
        <p:txBody>
          <a:bodyPr/>
          <a:lstStyle/>
          <a:p>
            <a:endParaRPr/>
          </a:p>
        </p:txBody>
      </p:sp>
      <p:sp>
        <p:nvSpPr>
          <p:cNvPr id="330" name="Freeform: Shape 329">
            <a:extLst>
              <a:ext uri="{FF2B5EF4-FFF2-40B4-BE49-F238E27FC236}">
                <a16:creationId xmlns:a16="http://schemas.microsoft.com/office/drawing/2014/main" id="{5D915F9B-2215-D361-8CA1-55E9AC6D5FC1}"/>
              </a:ext>
            </a:extLst>
          </p:cNvPr>
          <p:cNvSpPr>
            <a:spLocks noGrp="1"/>
          </p:cNvSpPr>
          <p:nvPr/>
        </p:nvSpPr>
        <p:spPr>
          <a:xfrm>
            <a:off x="7003001" y="2656699"/>
            <a:ext cx="366776" cy="316154"/>
          </a:xfrm>
          <a:custGeom>
            <a:avLst/>
            <a:gdLst>
              <a:gd name="csX0" fmla="*/ 509645 w 564398"/>
              <a:gd name="csY0" fmla="*/ 35299 h 502986"/>
              <a:gd name="csX1" fmla="*/ 508376 w 564398"/>
              <a:gd name="csY1" fmla="*/ 101035 h 502986"/>
              <a:gd name="csX2" fmla="*/ 551523 w 564398"/>
              <a:gd name="csY2" fmla="*/ 139994 h 502986"/>
              <a:gd name="csX3" fmla="*/ 523350 w 564398"/>
              <a:gd name="csY3" fmla="*/ 209411 h 502986"/>
              <a:gd name="csX4" fmla="*/ 562310 w 564398"/>
              <a:gd name="csY4" fmla="*/ 257761 h 502986"/>
              <a:gd name="csX5" fmla="*/ 535406 w 564398"/>
              <a:gd name="csY5" fmla="*/ 333776 h 502986"/>
              <a:gd name="csX6" fmla="*/ 542894 w 564398"/>
              <a:gd name="csY6" fmla="*/ 397862 h 502986"/>
              <a:gd name="csX7" fmla="*/ 384137 w 564398"/>
              <a:gd name="csY7" fmla="*/ 496086 h 502986"/>
              <a:gd name="csX8" fmla="*/ 97081 w 564398"/>
              <a:gd name="csY8" fmla="*/ 480730 h 502986"/>
              <a:gd name="csX9" fmla="*/ 0 w 564398"/>
              <a:gd name="csY9" fmla="*/ 151669 h 502986"/>
              <a:gd name="csX10" fmla="*/ 310279 w 564398"/>
              <a:gd name="csY10" fmla="*/ 2050 h 502986"/>
              <a:gd name="csX11" fmla="*/ 509772 w 564398"/>
              <a:gd name="csY11" fmla="*/ 35426 h 502986"/>
            </a:gdLst>
            <a:ahLst/>
            <a:cxnLst/>
            <a:rect l="l" t="t" r="r" b="b"/>
            <a:pathLst>
              <a:path w="564398" h="502986">
                <a:moveTo>
                  <a:pt x="509645" y="35299"/>
                </a:moveTo>
                <a:cubicBezTo>
                  <a:pt x="533122" y="67786"/>
                  <a:pt x="508376" y="101035"/>
                  <a:pt x="508376" y="101035"/>
                </a:cubicBezTo>
                <a:cubicBezTo>
                  <a:pt x="508376" y="101035"/>
                  <a:pt x="538325" y="112202"/>
                  <a:pt x="551523" y="139994"/>
                </a:cubicBezTo>
                <a:cubicBezTo>
                  <a:pt x="566624" y="171847"/>
                  <a:pt x="523350" y="209411"/>
                  <a:pt x="523350" y="209411"/>
                </a:cubicBezTo>
                <a:cubicBezTo>
                  <a:pt x="523350" y="209411"/>
                  <a:pt x="551396" y="227050"/>
                  <a:pt x="562310" y="257761"/>
                </a:cubicBezTo>
                <a:cubicBezTo>
                  <a:pt x="573604" y="289614"/>
                  <a:pt x="535406" y="333776"/>
                  <a:pt x="535406" y="333776"/>
                </a:cubicBezTo>
                <a:cubicBezTo>
                  <a:pt x="535406" y="333776"/>
                  <a:pt x="552538" y="364487"/>
                  <a:pt x="542894" y="397862"/>
                </a:cubicBezTo>
                <a:cubicBezTo>
                  <a:pt x="526523" y="454842"/>
                  <a:pt x="439340" y="479715"/>
                  <a:pt x="384137" y="496086"/>
                </a:cubicBezTo>
                <a:cubicBezTo>
                  <a:pt x="328934" y="512456"/>
                  <a:pt x="117894" y="496593"/>
                  <a:pt x="97081" y="480730"/>
                </a:cubicBezTo>
                <a:lnTo>
                  <a:pt x="0" y="151669"/>
                </a:lnTo>
                <a:cubicBezTo>
                  <a:pt x="0" y="151669"/>
                  <a:pt x="169543" y="14487"/>
                  <a:pt x="310279" y="2050"/>
                </a:cubicBezTo>
                <a:cubicBezTo>
                  <a:pt x="367640" y="-3026"/>
                  <a:pt x="483376" y="-996"/>
                  <a:pt x="509772" y="35426"/>
                </a:cubicBezTo>
                <a:close/>
              </a:path>
            </a:pathLst>
          </a:custGeom>
          <a:solidFill>
            <a:srgbClr val="EB9481"/>
          </a:solidFill>
          <a:ln w="12677">
            <a:noFill/>
            <a:prstDash val="solid"/>
          </a:ln>
        </p:spPr>
        <p:txBody>
          <a:bodyPr/>
          <a:lstStyle/>
          <a:p>
            <a:endParaRPr/>
          </a:p>
        </p:txBody>
      </p:sp>
      <p:sp>
        <p:nvSpPr>
          <p:cNvPr id="332" name="Freeform: Shape 331">
            <a:extLst>
              <a:ext uri="{FF2B5EF4-FFF2-40B4-BE49-F238E27FC236}">
                <a16:creationId xmlns:a16="http://schemas.microsoft.com/office/drawing/2014/main" id="{D0E188CF-A2F0-C95A-F8B5-5A62DF0E9746}"/>
              </a:ext>
            </a:extLst>
          </p:cNvPr>
          <p:cNvSpPr>
            <a:spLocks noGrp="1"/>
          </p:cNvSpPr>
          <p:nvPr/>
        </p:nvSpPr>
        <p:spPr>
          <a:xfrm>
            <a:off x="7209594" y="2716264"/>
            <a:ext cx="121942" cy="13206"/>
          </a:xfrm>
          <a:custGeom>
            <a:avLst/>
            <a:gdLst>
              <a:gd name="csX0" fmla="*/ 186282 w 187646"/>
              <a:gd name="csY0" fmla="*/ 1321 h 21011"/>
              <a:gd name="csX1" fmla="*/ 876 w 187646"/>
              <a:gd name="csY1" fmla="*/ 18833 h 21011"/>
              <a:gd name="csX2" fmla="*/ 1256 w 187646"/>
              <a:gd name="csY2" fmla="*/ 20991 h 21011"/>
              <a:gd name="csX3" fmla="*/ 186409 w 187646"/>
              <a:gd name="csY3" fmla="*/ 4239 h 21011"/>
              <a:gd name="csX4" fmla="*/ 186409 w 187646"/>
              <a:gd name="csY4" fmla="*/ 1194 h 21011"/>
            </a:gdLst>
            <a:ahLst/>
            <a:cxnLst/>
            <a:rect l="l" t="t" r="r" b="b"/>
            <a:pathLst>
              <a:path w="187646" h="21011">
                <a:moveTo>
                  <a:pt x="186282" y="1321"/>
                </a:moveTo>
                <a:cubicBezTo>
                  <a:pt x="123465" y="-4263"/>
                  <a:pt x="62551" y="9062"/>
                  <a:pt x="876" y="18833"/>
                </a:cubicBezTo>
                <a:cubicBezTo>
                  <a:pt x="-520" y="19087"/>
                  <a:pt x="-139" y="21245"/>
                  <a:pt x="1256" y="20991"/>
                </a:cubicBezTo>
                <a:cubicBezTo>
                  <a:pt x="62424" y="10458"/>
                  <a:pt x="124987" y="12361"/>
                  <a:pt x="186409" y="4239"/>
                </a:cubicBezTo>
                <a:cubicBezTo>
                  <a:pt x="188059" y="3986"/>
                  <a:pt x="188059" y="1447"/>
                  <a:pt x="186409" y="1194"/>
                </a:cubicBezTo>
                <a:close/>
              </a:path>
            </a:pathLst>
          </a:custGeom>
          <a:solidFill>
            <a:srgbClr val="263238"/>
          </a:solidFill>
          <a:ln w="12677">
            <a:noFill/>
            <a:prstDash val="solid"/>
          </a:ln>
        </p:spPr>
        <p:txBody>
          <a:bodyPr/>
          <a:lstStyle/>
          <a:p>
            <a:endParaRPr/>
          </a:p>
        </p:txBody>
      </p:sp>
      <p:sp>
        <p:nvSpPr>
          <p:cNvPr id="333" name="Freeform: Shape 332">
            <a:extLst>
              <a:ext uri="{FF2B5EF4-FFF2-40B4-BE49-F238E27FC236}">
                <a16:creationId xmlns:a16="http://schemas.microsoft.com/office/drawing/2014/main" id="{8347241C-5A0A-1BD7-D357-BD5F5680B9EE}"/>
              </a:ext>
            </a:extLst>
          </p:cNvPr>
          <p:cNvSpPr>
            <a:spLocks noGrp="1"/>
          </p:cNvSpPr>
          <p:nvPr/>
        </p:nvSpPr>
        <p:spPr>
          <a:xfrm>
            <a:off x="7226947" y="2785533"/>
            <a:ext cx="115717" cy="26655"/>
          </a:xfrm>
          <a:custGeom>
            <a:avLst/>
            <a:gdLst>
              <a:gd name="csX0" fmla="*/ 176077 w 178067"/>
              <a:gd name="csY0" fmla="*/ 128 h 42408"/>
              <a:gd name="csX1" fmla="*/ 133564 w 178067"/>
              <a:gd name="csY1" fmla="*/ 6092 h 42408"/>
              <a:gd name="csX2" fmla="*/ 89021 w 178067"/>
              <a:gd name="csY2" fmla="*/ 16245 h 42408"/>
              <a:gd name="csX3" fmla="*/ 823 w 178067"/>
              <a:gd name="csY3" fmla="*/ 40229 h 42408"/>
              <a:gd name="csX4" fmla="*/ 1204 w 178067"/>
              <a:gd name="csY4" fmla="*/ 42387 h 42408"/>
              <a:gd name="csX5" fmla="*/ 90163 w 178067"/>
              <a:gd name="csY5" fmla="*/ 22463 h 42408"/>
              <a:gd name="csX6" fmla="*/ 134960 w 178067"/>
              <a:gd name="csY6" fmla="*/ 13833 h 42408"/>
              <a:gd name="csX7" fmla="*/ 176838 w 178067"/>
              <a:gd name="csY7" fmla="*/ 4062 h 42408"/>
              <a:gd name="csX8" fmla="*/ 176204 w 178067"/>
              <a:gd name="csY8" fmla="*/ 1 h 42408"/>
            </a:gdLst>
            <a:ahLst/>
            <a:cxnLst/>
            <a:rect l="l" t="t" r="r" b="b"/>
            <a:pathLst>
              <a:path w="178067" h="42408">
                <a:moveTo>
                  <a:pt x="176077" y="128"/>
                </a:moveTo>
                <a:cubicBezTo>
                  <a:pt x="161864" y="-761"/>
                  <a:pt x="147397" y="3173"/>
                  <a:pt x="133564" y="6092"/>
                </a:cubicBezTo>
                <a:cubicBezTo>
                  <a:pt x="118716" y="9265"/>
                  <a:pt x="103869" y="12691"/>
                  <a:pt x="89021" y="16245"/>
                </a:cubicBezTo>
                <a:cubicBezTo>
                  <a:pt x="59453" y="23478"/>
                  <a:pt x="30011" y="31473"/>
                  <a:pt x="823" y="40229"/>
                </a:cubicBezTo>
                <a:cubicBezTo>
                  <a:pt x="-446" y="40610"/>
                  <a:pt x="-192" y="42640"/>
                  <a:pt x="1204" y="42387"/>
                </a:cubicBezTo>
                <a:cubicBezTo>
                  <a:pt x="30772" y="35153"/>
                  <a:pt x="60341" y="28427"/>
                  <a:pt x="90163" y="22463"/>
                </a:cubicBezTo>
                <a:cubicBezTo>
                  <a:pt x="105011" y="19544"/>
                  <a:pt x="119986" y="16625"/>
                  <a:pt x="134960" y="13833"/>
                </a:cubicBezTo>
                <a:cubicBezTo>
                  <a:pt x="148920" y="11295"/>
                  <a:pt x="163767" y="9772"/>
                  <a:pt x="176838" y="4062"/>
                </a:cubicBezTo>
                <a:cubicBezTo>
                  <a:pt x="178742" y="3173"/>
                  <a:pt x="178361" y="128"/>
                  <a:pt x="176204" y="1"/>
                </a:cubicBezTo>
                <a:close/>
              </a:path>
            </a:pathLst>
          </a:custGeom>
          <a:solidFill>
            <a:srgbClr val="263238"/>
          </a:solidFill>
          <a:ln w="12677">
            <a:noFill/>
            <a:prstDash val="solid"/>
          </a:ln>
        </p:spPr>
        <p:txBody>
          <a:bodyPr/>
          <a:lstStyle/>
          <a:p>
            <a:endParaRPr/>
          </a:p>
        </p:txBody>
      </p:sp>
      <p:sp>
        <p:nvSpPr>
          <p:cNvPr id="334" name="Freeform: Shape 333">
            <a:extLst>
              <a:ext uri="{FF2B5EF4-FFF2-40B4-BE49-F238E27FC236}">
                <a16:creationId xmlns:a16="http://schemas.microsoft.com/office/drawing/2014/main" id="{4A0063CC-8B27-C2DB-D454-620632DC8969}"/>
              </a:ext>
            </a:extLst>
          </p:cNvPr>
          <p:cNvSpPr>
            <a:spLocks noGrp="1"/>
          </p:cNvSpPr>
          <p:nvPr/>
        </p:nvSpPr>
        <p:spPr>
          <a:xfrm>
            <a:off x="7245881" y="2866457"/>
            <a:ext cx="104490" cy="25097"/>
          </a:xfrm>
          <a:custGeom>
            <a:avLst/>
            <a:gdLst>
              <a:gd name="csX0" fmla="*/ 160267 w 160790"/>
              <a:gd name="csY0" fmla="*/ 188 h 39929"/>
              <a:gd name="csX1" fmla="*/ 122196 w 160790"/>
              <a:gd name="csY1" fmla="*/ 7548 h 39929"/>
              <a:gd name="csX2" fmla="*/ 81840 w 160790"/>
              <a:gd name="csY2" fmla="*/ 18081 h 39929"/>
              <a:gd name="csX3" fmla="*/ 876 w 160790"/>
              <a:gd name="csY3" fmla="*/ 37751 h 39929"/>
              <a:gd name="csX4" fmla="*/ 1257 w 160790"/>
              <a:gd name="csY4" fmla="*/ 39909 h 39929"/>
              <a:gd name="csX5" fmla="*/ 84125 w 160790"/>
              <a:gd name="csY5" fmla="*/ 22396 h 39929"/>
              <a:gd name="csX6" fmla="*/ 124607 w 160790"/>
              <a:gd name="csY6" fmla="*/ 13132 h 39929"/>
              <a:gd name="csX7" fmla="*/ 160521 w 160790"/>
              <a:gd name="csY7" fmla="*/ 1457 h 39929"/>
              <a:gd name="csX8" fmla="*/ 160140 w 160790"/>
              <a:gd name="csY8" fmla="*/ 61 h 39929"/>
            </a:gdLst>
            <a:ahLst/>
            <a:cxnLst/>
            <a:rect l="l" t="t" r="r" b="b"/>
            <a:pathLst>
              <a:path w="160790" h="39929">
                <a:moveTo>
                  <a:pt x="160267" y="188"/>
                </a:moveTo>
                <a:cubicBezTo>
                  <a:pt x="147957" y="-1081"/>
                  <a:pt x="134125" y="4376"/>
                  <a:pt x="122196" y="7548"/>
                </a:cubicBezTo>
                <a:cubicBezTo>
                  <a:pt x="108744" y="11102"/>
                  <a:pt x="95292" y="14655"/>
                  <a:pt x="81840" y="18081"/>
                </a:cubicBezTo>
                <a:cubicBezTo>
                  <a:pt x="54937" y="24934"/>
                  <a:pt x="28033" y="31787"/>
                  <a:pt x="876" y="37751"/>
                </a:cubicBezTo>
                <a:cubicBezTo>
                  <a:pt x="-520" y="38005"/>
                  <a:pt x="-139" y="40163"/>
                  <a:pt x="1257" y="39909"/>
                </a:cubicBezTo>
                <a:cubicBezTo>
                  <a:pt x="28795" y="33944"/>
                  <a:pt x="56587" y="28487"/>
                  <a:pt x="84125" y="22396"/>
                </a:cubicBezTo>
                <a:cubicBezTo>
                  <a:pt x="97703" y="19350"/>
                  <a:pt x="111155" y="16305"/>
                  <a:pt x="124607" y="13132"/>
                </a:cubicBezTo>
                <a:cubicBezTo>
                  <a:pt x="136028" y="10467"/>
                  <a:pt x="150749" y="8437"/>
                  <a:pt x="160521" y="1457"/>
                </a:cubicBezTo>
                <a:cubicBezTo>
                  <a:pt x="161028" y="1076"/>
                  <a:pt x="160774" y="188"/>
                  <a:pt x="160140" y="61"/>
                </a:cubicBezTo>
                <a:close/>
              </a:path>
            </a:pathLst>
          </a:custGeom>
          <a:solidFill>
            <a:srgbClr val="263238"/>
          </a:solidFill>
          <a:ln w="12677">
            <a:noFill/>
            <a:prstDash val="solid"/>
          </a:ln>
        </p:spPr>
        <p:txBody>
          <a:bodyPr/>
          <a:lstStyle/>
          <a:p>
            <a:endParaRPr/>
          </a:p>
        </p:txBody>
      </p:sp>
      <p:sp>
        <p:nvSpPr>
          <p:cNvPr id="323" name="Freeform: Shape 322">
            <a:extLst>
              <a:ext uri="{FF2B5EF4-FFF2-40B4-BE49-F238E27FC236}">
                <a16:creationId xmlns:a16="http://schemas.microsoft.com/office/drawing/2014/main" id="{EC7BB4C4-6D5A-E0D7-4E0A-A317053357F5}"/>
              </a:ext>
            </a:extLst>
          </p:cNvPr>
          <p:cNvSpPr>
            <a:spLocks noGrp="1"/>
          </p:cNvSpPr>
          <p:nvPr/>
        </p:nvSpPr>
        <p:spPr>
          <a:xfrm>
            <a:off x="6496065" y="2431953"/>
            <a:ext cx="545614" cy="549724"/>
          </a:xfrm>
          <a:custGeom>
            <a:avLst/>
            <a:gdLst>
              <a:gd name="csX0" fmla="*/ 781727 w 839595"/>
              <a:gd name="csY0" fmla="*/ 467732 h 874584"/>
              <a:gd name="csX1" fmla="*/ 839595 w 839595"/>
              <a:gd name="csY1" fmla="*/ 874584 h 874584"/>
              <a:gd name="csX2" fmla="*/ 335281 w 839595"/>
              <a:gd name="csY2" fmla="*/ 791843 h 874584"/>
              <a:gd name="csX3" fmla="*/ 17641 w 839595"/>
              <a:gd name="csY3" fmla="*/ 204660 h 874584"/>
              <a:gd name="csX4" fmla="*/ 230331 w 839595"/>
              <a:gd name="csY4" fmla="*/ 124584 h 874584"/>
              <a:gd name="csX5" fmla="*/ 534519 w 839595"/>
              <a:gd name="csY5" fmla="*/ 456057 h 874584"/>
              <a:gd name="csX6" fmla="*/ 781854 w 839595"/>
              <a:gd name="csY6" fmla="*/ 467858 h 874584"/>
            </a:gdLst>
            <a:ahLst/>
            <a:cxnLst/>
            <a:rect l="l" t="t" r="r" b="b"/>
            <a:pathLst>
              <a:path w="839595" h="874584">
                <a:moveTo>
                  <a:pt x="781727" y="467732"/>
                </a:moveTo>
                <a:lnTo>
                  <a:pt x="839595" y="874584"/>
                </a:lnTo>
                <a:cubicBezTo>
                  <a:pt x="839595" y="874584"/>
                  <a:pt x="467133" y="875346"/>
                  <a:pt x="335281" y="791843"/>
                </a:cubicBezTo>
                <a:cubicBezTo>
                  <a:pt x="203428" y="708341"/>
                  <a:pt x="72844" y="387655"/>
                  <a:pt x="17641" y="204660"/>
                </a:cubicBezTo>
                <a:cubicBezTo>
                  <a:pt x="-37689" y="21666"/>
                  <a:pt x="38199" y="-106634"/>
                  <a:pt x="230331" y="124584"/>
                </a:cubicBezTo>
                <a:cubicBezTo>
                  <a:pt x="422590" y="355803"/>
                  <a:pt x="519037" y="449331"/>
                  <a:pt x="534519" y="456057"/>
                </a:cubicBezTo>
                <a:cubicBezTo>
                  <a:pt x="550001" y="462656"/>
                  <a:pt x="781854" y="467858"/>
                  <a:pt x="781854" y="467858"/>
                </a:cubicBezTo>
                <a:close/>
              </a:path>
            </a:pathLst>
          </a:custGeom>
          <a:solidFill>
            <a:srgbClr val="455A64"/>
          </a:solidFill>
          <a:ln w="12677">
            <a:noFill/>
            <a:prstDash val="solid"/>
          </a:ln>
        </p:spPr>
        <p:txBody>
          <a:bodyPr/>
          <a:lstStyle/>
          <a:p>
            <a:endParaRPr/>
          </a:p>
        </p:txBody>
      </p:sp>
      <p:sp>
        <p:nvSpPr>
          <p:cNvPr id="325" name="Freeform: Shape 324">
            <a:extLst>
              <a:ext uri="{FF2B5EF4-FFF2-40B4-BE49-F238E27FC236}">
                <a16:creationId xmlns:a16="http://schemas.microsoft.com/office/drawing/2014/main" id="{372BA8DB-F311-802F-9F0D-49D2194096CC}"/>
              </a:ext>
            </a:extLst>
          </p:cNvPr>
          <p:cNvSpPr>
            <a:spLocks noGrp="1"/>
          </p:cNvSpPr>
          <p:nvPr/>
        </p:nvSpPr>
        <p:spPr>
          <a:xfrm>
            <a:off x="6500369" y="2572800"/>
            <a:ext cx="331724" cy="395164"/>
          </a:xfrm>
          <a:custGeom>
            <a:avLst/>
            <a:gdLst>
              <a:gd name="csX0" fmla="*/ 508988 w 510460"/>
              <a:gd name="csY0" fmla="*/ 624488 h 628687"/>
              <a:gd name="csX1" fmla="*/ 300105 w 510460"/>
              <a:gd name="csY1" fmla="*/ 545301 h 628687"/>
              <a:gd name="csX2" fmla="*/ 82211 w 510460"/>
              <a:gd name="csY2" fmla="*/ 185529 h 628687"/>
              <a:gd name="csX3" fmla="*/ 1881 w 510460"/>
              <a:gd name="csY3" fmla="*/ 377 h 628687"/>
              <a:gd name="csX4" fmla="*/ 739 w 510460"/>
              <a:gd name="csY4" fmla="*/ 884 h 628687"/>
              <a:gd name="csX5" fmla="*/ 42744 w 510460"/>
              <a:gd name="csY5" fmla="*/ 123346 h 628687"/>
              <a:gd name="csX6" fmla="*/ 38429 w 510460"/>
              <a:gd name="csY6" fmla="*/ 117636 h 628687"/>
              <a:gd name="csX7" fmla="*/ 2008 w 510460"/>
              <a:gd name="csY7" fmla="*/ 68016 h 628687"/>
              <a:gd name="csX8" fmla="*/ 231 w 510460"/>
              <a:gd name="csY8" fmla="*/ 69412 h 628687"/>
              <a:gd name="csX9" fmla="*/ 31957 w 510460"/>
              <a:gd name="csY9" fmla="*/ 121443 h 628687"/>
              <a:gd name="csX10" fmla="*/ 48328 w 510460"/>
              <a:gd name="csY10" fmla="*/ 145808 h 628687"/>
              <a:gd name="csX11" fmla="*/ 55434 w 510460"/>
              <a:gd name="csY11" fmla="*/ 155072 h 628687"/>
              <a:gd name="csX12" fmla="*/ 298962 w 510460"/>
              <a:gd name="csY12" fmla="*/ 555580 h 628687"/>
              <a:gd name="csX13" fmla="*/ 509495 w 510460"/>
              <a:gd name="csY13" fmla="*/ 628676 h 628687"/>
              <a:gd name="csX14" fmla="*/ 508861 w 510460"/>
              <a:gd name="csY14" fmla="*/ 624362 h 628687"/>
            </a:gdLst>
            <a:ahLst/>
            <a:cxnLst/>
            <a:rect l="l" t="t" r="r" b="b"/>
            <a:pathLst>
              <a:path w="510460" h="628687">
                <a:moveTo>
                  <a:pt x="508988" y="624488"/>
                </a:moveTo>
                <a:cubicBezTo>
                  <a:pt x="477516" y="614844"/>
                  <a:pt x="372820" y="597458"/>
                  <a:pt x="300105" y="545301"/>
                </a:cubicBezTo>
                <a:cubicBezTo>
                  <a:pt x="246678" y="506976"/>
                  <a:pt x="150612" y="331722"/>
                  <a:pt x="82211" y="185529"/>
                </a:cubicBezTo>
                <a:cubicBezTo>
                  <a:pt x="52516" y="122204"/>
                  <a:pt x="31703" y="60656"/>
                  <a:pt x="1881" y="377"/>
                </a:cubicBezTo>
                <a:cubicBezTo>
                  <a:pt x="1500" y="-385"/>
                  <a:pt x="485" y="123"/>
                  <a:pt x="739" y="884"/>
                </a:cubicBezTo>
                <a:cubicBezTo>
                  <a:pt x="12541" y="42382"/>
                  <a:pt x="27008" y="83118"/>
                  <a:pt x="42744" y="123346"/>
                </a:cubicBezTo>
                <a:cubicBezTo>
                  <a:pt x="41348" y="121443"/>
                  <a:pt x="39825" y="119539"/>
                  <a:pt x="38429" y="117636"/>
                </a:cubicBezTo>
                <a:cubicBezTo>
                  <a:pt x="25993" y="101392"/>
                  <a:pt x="12795" y="85402"/>
                  <a:pt x="2008" y="68016"/>
                </a:cubicBezTo>
                <a:cubicBezTo>
                  <a:pt x="1247" y="66747"/>
                  <a:pt x="-657" y="68143"/>
                  <a:pt x="231" y="69412"/>
                </a:cubicBezTo>
                <a:cubicBezTo>
                  <a:pt x="11526" y="86290"/>
                  <a:pt x="21170" y="104184"/>
                  <a:pt x="31957" y="121443"/>
                </a:cubicBezTo>
                <a:cubicBezTo>
                  <a:pt x="37160" y="129691"/>
                  <a:pt x="42490" y="137940"/>
                  <a:pt x="48328" y="145808"/>
                </a:cubicBezTo>
                <a:cubicBezTo>
                  <a:pt x="50485" y="148727"/>
                  <a:pt x="52896" y="152026"/>
                  <a:pt x="55434" y="155072"/>
                </a:cubicBezTo>
                <a:cubicBezTo>
                  <a:pt x="152516" y="374488"/>
                  <a:pt x="243125" y="515859"/>
                  <a:pt x="298962" y="555580"/>
                </a:cubicBezTo>
                <a:cubicBezTo>
                  <a:pt x="351881" y="593143"/>
                  <a:pt x="416983" y="614209"/>
                  <a:pt x="509495" y="628676"/>
                </a:cubicBezTo>
                <a:cubicBezTo>
                  <a:pt x="511145" y="628930"/>
                  <a:pt x="510511" y="624742"/>
                  <a:pt x="508861" y="624362"/>
                </a:cubicBezTo>
                <a:close/>
              </a:path>
            </a:pathLst>
          </a:custGeom>
          <a:solidFill>
            <a:srgbClr val="263238"/>
          </a:solidFill>
          <a:ln w="12677">
            <a:noFill/>
            <a:prstDash val="solid"/>
          </a:ln>
        </p:spPr>
        <p:txBody>
          <a:bodyPr/>
          <a:lstStyle/>
          <a:p>
            <a:endParaRPr/>
          </a:p>
        </p:txBody>
      </p:sp>
      <p:sp>
        <p:nvSpPr>
          <p:cNvPr id="326" name="Freeform: Shape 325">
            <a:extLst>
              <a:ext uri="{FF2B5EF4-FFF2-40B4-BE49-F238E27FC236}">
                <a16:creationId xmlns:a16="http://schemas.microsoft.com/office/drawing/2014/main" id="{BEBDDFD6-69FC-5B82-A622-D92DA1CD2CA8}"/>
              </a:ext>
            </a:extLst>
          </p:cNvPr>
          <p:cNvSpPr>
            <a:spLocks noGrp="1"/>
          </p:cNvSpPr>
          <p:nvPr/>
        </p:nvSpPr>
        <p:spPr>
          <a:xfrm>
            <a:off x="6954259" y="2736504"/>
            <a:ext cx="34726" cy="235539"/>
          </a:xfrm>
          <a:custGeom>
            <a:avLst/>
            <a:gdLst>
              <a:gd name="csX0" fmla="*/ 53432 w 53437"/>
              <a:gd name="csY0" fmla="*/ 373434 h 374731"/>
              <a:gd name="csX1" fmla="*/ 43280 w 53437"/>
              <a:gd name="csY1" fmla="*/ 279145 h 374731"/>
              <a:gd name="csX2" fmla="*/ 30970 w 53437"/>
              <a:gd name="csY2" fmla="*/ 186886 h 374731"/>
              <a:gd name="csX3" fmla="*/ 2290 w 53437"/>
              <a:gd name="csY3" fmla="*/ 972 h 374731"/>
              <a:gd name="csX4" fmla="*/ 5 w 53437"/>
              <a:gd name="csY4" fmla="*/ 1226 h 374731"/>
              <a:gd name="csX5" fmla="*/ 20183 w 53437"/>
              <a:gd name="csY5" fmla="*/ 189805 h 374731"/>
              <a:gd name="csX6" fmla="*/ 34142 w 53437"/>
              <a:gd name="csY6" fmla="*/ 283713 h 374731"/>
              <a:gd name="csX7" fmla="*/ 51148 w 53437"/>
              <a:gd name="csY7" fmla="*/ 373942 h 374731"/>
              <a:gd name="csX8" fmla="*/ 53432 w 53437"/>
              <a:gd name="csY8" fmla="*/ 373434 h 374731"/>
            </a:gdLst>
            <a:ahLst/>
            <a:cxnLst/>
            <a:rect l="l" t="t" r="r" b="b"/>
            <a:pathLst>
              <a:path w="53437" h="374731">
                <a:moveTo>
                  <a:pt x="53432" y="373434"/>
                </a:moveTo>
                <a:cubicBezTo>
                  <a:pt x="52543" y="341962"/>
                  <a:pt x="47341" y="310363"/>
                  <a:pt x="43280" y="279145"/>
                </a:cubicBezTo>
                <a:cubicBezTo>
                  <a:pt x="39346" y="248434"/>
                  <a:pt x="35285" y="217597"/>
                  <a:pt x="30970" y="186886"/>
                </a:cubicBezTo>
                <a:cubicBezTo>
                  <a:pt x="22214" y="124957"/>
                  <a:pt x="14980" y="62267"/>
                  <a:pt x="2290" y="972"/>
                </a:cubicBezTo>
                <a:cubicBezTo>
                  <a:pt x="2036" y="-424"/>
                  <a:pt x="-121" y="-297"/>
                  <a:pt x="5" y="1226"/>
                </a:cubicBezTo>
                <a:cubicBezTo>
                  <a:pt x="2544" y="64297"/>
                  <a:pt x="11808" y="127368"/>
                  <a:pt x="20183" y="189805"/>
                </a:cubicBezTo>
                <a:cubicBezTo>
                  <a:pt x="24371" y="221150"/>
                  <a:pt x="29066" y="252495"/>
                  <a:pt x="34142" y="283713"/>
                </a:cubicBezTo>
                <a:cubicBezTo>
                  <a:pt x="38965" y="313790"/>
                  <a:pt x="43026" y="344500"/>
                  <a:pt x="51148" y="373942"/>
                </a:cubicBezTo>
                <a:cubicBezTo>
                  <a:pt x="51528" y="375338"/>
                  <a:pt x="53559" y="374703"/>
                  <a:pt x="53432" y="373434"/>
                </a:cubicBezTo>
                <a:close/>
              </a:path>
            </a:pathLst>
          </a:custGeom>
          <a:solidFill>
            <a:srgbClr val="263238"/>
          </a:solidFill>
          <a:ln w="12677">
            <a:noFill/>
            <a:prstDash val="solid"/>
          </a:ln>
        </p:spPr>
        <p:txBody>
          <a:bodyPr/>
          <a:lstStyle/>
          <a:p>
            <a:endParaRPr/>
          </a:p>
        </p:txBody>
      </p:sp>
      <p:sp>
        <p:nvSpPr>
          <p:cNvPr id="327" name="Freeform: Shape 326">
            <a:extLst>
              <a:ext uri="{FF2B5EF4-FFF2-40B4-BE49-F238E27FC236}">
                <a16:creationId xmlns:a16="http://schemas.microsoft.com/office/drawing/2014/main" id="{A93BBAFF-7FD1-B25A-5443-947B1D7A4624}"/>
              </a:ext>
            </a:extLst>
          </p:cNvPr>
          <p:cNvSpPr>
            <a:spLocks noGrp="1"/>
          </p:cNvSpPr>
          <p:nvPr/>
        </p:nvSpPr>
        <p:spPr>
          <a:xfrm>
            <a:off x="6666909" y="2536248"/>
            <a:ext cx="340613" cy="201664"/>
          </a:xfrm>
          <a:custGeom>
            <a:avLst/>
            <a:gdLst>
              <a:gd name="csX0" fmla="*/ 520735 w 524138"/>
              <a:gd name="csY0" fmla="*/ 298249 h 320838"/>
              <a:gd name="csX1" fmla="*/ 301445 w 524138"/>
              <a:gd name="csY1" fmla="*/ 288858 h 320838"/>
              <a:gd name="csX2" fmla="*/ 257790 w 524138"/>
              <a:gd name="csY2" fmla="*/ 269950 h 320838"/>
              <a:gd name="csX3" fmla="*/ 2080 w 524138"/>
              <a:gd name="csY3" fmla="*/ 406 h 320838"/>
              <a:gd name="csX4" fmla="*/ 303 w 524138"/>
              <a:gd name="csY4" fmla="*/ 1802 h 320838"/>
              <a:gd name="csX5" fmla="*/ 218450 w 524138"/>
              <a:gd name="csY5" fmla="*/ 248122 h 320838"/>
              <a:gd name="csX6" fmla="*/ 255125 w 524138"/>
              <a:gd name="csY6" fmla="*/ 284290 h 320838"/>
              <a:gd name="csX7" fmla="*/ 298653 w 524138"/>
              <a:gd name="csY7" fmla="*/ 298630 h 320838"/>
              <a:gd name="csX8" fmla="*/ 517181 w 524138"/>
              <a:gd name="csY8" fmla="*/ 302564 h 320838"/>
              <a:gd name="csX9" fmla="*/ 522131 w 524138"/>
              <a:gd name="csY9" fmla="*/ 320838 h 320838"/>
              <a:gd name="csX10" fmla="*/ 524034 w 524138"/>
              <a:gd name="csY10" fmla="*/ 320838 h 320838"/>
              <a:gd name="csX11" fmla="*/ 520608 w 524138"/>
              <a:gd name="csY11" fmla="*/ 298122 h 320838"/>
            </a:gdLst>
            <a:ahLst/>
            <a:cxnLst/>
            <a:rect l="l" t="t" r="r" b="b"/>
            <a:pathLst>
              <a:path w="524138" h="320838">
                <a:moveTo>
                  <a:pt x="520735" y="298249"/>
                </a:moveTo>
                <a:cubicBezTo>
                  <a:pt x="484440" y="294442"/>
                  <a:pt x="337613" y="292792"/>
                  <a:pt x="301445" y="288858"/>
                </a:cubicBezTo>
                <a:cubicBezTo>
                  <a:pt x="284567" y="287082"/>
                  <a:pt x="270608" y="281244"/>
                  <a:pt x="257790" y="269950"/>
                </a:cubicBezTo>
                <a:cubicBezTo>
                  <a:pt x="244212" y="258148"/>
                  <a:pt x="25938" y="27564"/>
                  <a:pt x="2080" y="406"/>
                </a:cubicBezTo>
                <a:cubicBezTo>
                  <a:pt x="1065" y="-736"/>
                  <a:pt x="-712" y="787"/>
                  <a:pt x="303" y="1802"/>
                </a:cubicBezTo>
                <a:cubicBezTo>
                  <a:pt x="25557" y="29087"/>
                  <a:pt x="192308" y="220584"/>
                  <a:pt x="218450" y="248122"/>
                </a:cubicBezTo>
                <a:cubicBezTo>
                  <a:pt x="230126" y="260432"/>
                  <a:pt x="241674" y="273757"/>
                  <a:pt x="255125" y="284290"/>
                </a:cubicBezTo>
                <a:cubicBezTo>
                  <a:pt x="268197" y="294442"/>
                  <a:pt x="282283" y="298503"/>
                  <a:pt x="298653" y="298630"/>
                </a:cubicBezTo>
                <a:cubicBezTo>
                  <a:pt x="333552" y="299011"/>
                  <a:pt x="469593" y="301422"/>
                  <a:pt x="517181" y="302564"/>
                </a:cubicBezTo>
                <a:cubicBezTo>
                  <a:pt x="518070" y="302564"/>
                  <a:pt x="521242" y="320838"/>
                  <a:pt x="522131" y="320838"/>
                </a:cubicBezTo>
                <a:cubicBezTo>
                  <a:pt x="523400" y="320838"/>
                  <a:pt x="522892" y="320838"/>
                  <a:pt x="524034" y="320838"/>
                </a:cubicBezTo>
                <a:cubicBezTo>
                  <a:pt x="524669" y="320838"/>
                  <a:pt x="522257" y="298249"/>
                  <a:pt x="520608" y="298122"/>
                </a:cubicBezTo>
                <a:close/>
              </a:path>
            </a:pathLst>
          </a:custGeom>
          <a:solidFill>
            <a:srgbClr val="263238"/>
          </a:solidFill>
          <a:ln w="12677">
            <a:noFill/>
            <a:prstDash val="solid"/>
          </a:ln>
        </p:spPr>
        <p:txBody>
          <a:bodyPr/>
          <a:lstStyle/>
          <a:p>
            <a:endParaRPr/>
          </a:p>
        </p:txBody>
      </p:sp>
      <p:sp>
        <p:nvSpPr>
          <p:cNvPr id="59" name="Freeform: Shape 58">
            <a:extLst>
              <a:ext uri="{FF2B5EF4-FFF2-40B4-BE49-F238E27FC236}">
                <a16:creationId xmlns:a16="http://schemas.microsoft.com/office/drawing/2014/main" id="{EB909F43-AAFA-ABCE-1185-E975AA39BF8A}"/>
              </a:ext>
            </a:extLst>
          </p:cNvPr>
          <p:cNvSpPr>
            <a:spLocks noGrp="1"/>
          </p:cNvSpPr>
          <p:nvPr/>
        </p:nvSpPr>
        <p:spPr>
          <a:xfrm>
            <a:off x="6794850" y="1752238"/>
            <a:ext cx="342757" cy="279643"/>
          </a:xfrm>
          <a:custGeom>
            <a:avLst/>
            <a:gdLst>
              <a:gd name="csX0" fmla="*/ 0 w 527437"/>
              <a:gd name="csY0" fmla="*/ 256738 h 444898"/>
              <a:gd name="csX1" fmla="*/ 117259 w 527437"/>
              <a:gd name="csY1" fmla="*/ 104961 h 444898"/>
              <a:gd name="csX2" fmla="*/ 178173 w 527437"/>
              <a:gd name="csY2" fmla="*/ 110799 h 444898"/>
              <a:gd name="csX3" fmla="*/ 220432 w 527437"/>
              <a:gd name="csY3" fmla="*/ 47601 h 444898"/>
              <a:gd name="csX4" fmla="*/ 269162 w 527437"/>
              <a:gd name="csY4" fmla="*/ 65875 h 444898"/>
              <a:gd name="csX5" fmla="*/ 308883 w 527437"/>
              <a:gd name="csY5" fmla="*/ 16256 h 444898"/>
              <a:gd name="csX6" fmla="*/ 361675 w 527437"/>
              <a:gd name="csY6" fmla="*/ 34911 h 444898"/>
              <a:gd name="csX7" fmla="*/ 414848 w 527437"/>
              <a:gd name="csY7" fmla="*/ 12 h 444898"/>
              <a:gd name="csX8" fmla="*/ 502411 w 527437"/>
              <a:gd name="csY8" fmla="*/ 304073 h 444898"/>
              <a:gd name="csX9" fmla="*/ 449366 w 527437"/>
              <a:gd name="csY9" fmla="*/ 279200 h 444898"/>
              <a:gd name="csX10" fmla="*/ 411041 w 527437"/>
              <a:gd name="csY10" fmla="*/ 390114 h 444898"/>
              <a:gd name="csX11" fmla="*/ 342132 w 527437"/>
              <a:gd name="csY11" fmla="*/ 334149 h 444898"/>
              <a:gd name="csX12" fmla="*/ 298858 w 527437"/>
              <a:gd name="csY12" fmla="*/ 438210 h 444898"/>
              <a:gd name="csX13" fmla="*/ 237056 w 527437"/>
              <a:gd name="csY13" fmla="*/ 375139 h 444898"/>
              <a:gd name="csX14" fmla="*/ 181218 w 527437"/>
              <a:gd name="csY14" fmla="*/ 444682 h 444898"/>
              <a:gd name="csX15" fmla="*/ 116371 w 527437"/>
              <a:gd name="csY15" fmla="*/ 275647 h 444898"/>
              <a:gd name="csX16" fmla="*/ 20939 w 527437"/>
              <a:gd name="csY16" fmla="*/ 281992 h 444898"/>
              <a:gd name="csX17" fmla="*/ 0 w 527437"/>
              <a:gd name="csY17" fmla="*/ 256738 h 444898"/>
            </a:gdLst>
            <a:ahLst/>
            <a:cxnLst/>
            <a:rect l="l" t="t" r="r" b="b"/>
            <a:pathLst>
              <a:path w="527437" h="444898">
                <a:moveTo>
                  <a:pt x="0" y="256738"/>
                </a:moveTo>
                <a:cubicBezTo>
                  <a:pt x="40482" y="212322"/>
                  <a:pt x="78173" y="126662"/>
                  <a:pt x="117259" y="104961"/>
                </a:cubicBezTo>
                <a:cubicBezTo>
                  <a:pt x="152538" y="85291"/>
                  <a:pt x="178173" y="110799"/>
                  <a:pt x="178173" y="110799"/>
                </a:cubicBezTo>
                <a:cubicBezTo>
                  <a:pt x="178173" y="110799"/>
                  <a:pt x="181853" y="61433"/>
                  <a:pt x="220432" y="47601"/>
                </a:cubicBezTo>
                <a:cubicBezTo>
                  <a:pt x="240355" y="40494"/>
                  <a:pt x="269162" y="65875"/>
                  <a:pt x="269162" y="65875"/>
                </a:cubicBezTo>
                <a:cubicBezTo>
                  <a:pt x="269162" y="65875"/>
                  <a:pt x="273731" y="26535"/>
                  <a:pt x="308883" y="16256"/>
                </a:cubicBezTo>
                <a:cubicBezTo>
                  <a:pt x="336929" y="8134"/>
                  <a:pt x="361675" y="34911"/>
                  <a:pt x="361675" y="34911"/>
                </a:cubicBezTo>
                <a:cubicBezTo>
                  <a:pt x="361675" y="34911"/>
                  <a:pt x="383756" y="-749"/>
                  <a:pt x="414848" y="12"/>
                </a:cubicBezTo>
                <a:cubicBezTo>
                  <a:pt x="478046" y="1662"/>
                  <a:pt x="573097" y="233261"/>
                  <a:pt x="502411" y="304073"/>
                </a:cubicBezTo>
                <a:cubicBezTo>
                  <a:pt x="469543" y="337068"/>
                  <a:pt x="449366" y="279200"/>
                  <a:pt x="449366" y="279200"/>
                </a:cubicBezTo>
                <a:cubicBezTo>
                  <a:pt x="449366" y="279200"/>
                  <a:pt x="458249" y="369301"/>
                  <a:pt x="411041" y="390114"/>
                </a:cubicBezTo>
                <a:cubicBezTo>
                  <a:pt x="363833" y="410926"/>
                  <a:pt x="342132" y="334149"/>
                  <a:pt x="342132" y="334149"/>
                </a:cubicBezTo>
                <a:cubicBezTo>
                  <a:pt x="342132" y="334149"/>
                  <a:pt x="350000" y="421586"/>
                  <a:pt x="298858" y="438210"/>
                </a:cubicBezTo>
                <a:cubicBezTo>
                  <a:pt x="245558" y="455469"/>
                  <a:pt x="237056" y="375139"/>
                  <a:pt x="237056" y="375139"/>
                </a:cubicBezTo>
                <a:cubicBezTo>
                  <a:pt x="237056" y="375139"/>
                  <a:pt x="223223" y="441002"/>
                  <a:pt x="181218" y="444682"/>
                </a:cubicBezTo>
                <a:cubicBezTo>
                  <a:pt x="111675" y="450900"/>
                  <a:pt x="149239" y="321586"/>
                  <a:pt x="116371" y="275647"/>
                </a:cubicBezTo>
                <a:lnTo>
                  <a:pt x="20939" y="281992"/>
                </a:lnTo>
                <a:lnTo>
                  <a:pt x="0" y="256738"/>
                </a:lnTo>
                <a:close/>
              </a:path>
            </a:pathLst>
          </a:custGeom>
          <a:solidFill>
            <a:srgbClr val="EB9481"/>
          </a:solidFill>
          <a:ln w="12677">
            <a:noFill/>
            <a:prstDash val="solid"/>
          </a:ln>
        </p:spPr>
        <p:txBody>
          <a:bodyPr/>
          <a:lstStyle/>
          <a:p>
            <a:endParaRPr/>
          </a:p>
        </p:txBody>
      </p:sp>
      <p:sp>
        <p:nvSpPr>
          <p:cNvPr id="60" name="Freeform: Shape 59">
            <a:extLst>
              <a:ext uri="{FF2B5EF4-FFF2-40B4-BE49-F238E27FC236}">
                <a16:creationId xmlns:a16="http://schemas.microsoft.com/office/drawing/2014/main" id="{F8F832C2-CA2B-F523-BBFE-5535042054D8}"/>
              </a:ext>
            </a:extLst>
          </p:cNvPr>
          <p:cNvSpPr>
            <a:spLocks noGrp="1"/>
          </p:cNvSpPr>
          <p:nvPr/>
        </p:nvSpPr>
        <p:spPr>
          <a:xfrm>
            <a:off x="6704543" y="1865673"/>
            <a:ext cx="154797" cy="67615"/>
          </a:xfrm>
          <a:custGeom>
            <a:avLst/>
            <a:gdLst>
              <a:gd name="csX0" fmla="*/ 192900 w 238204"/>
              <a:gd name="csY0" fmla="*/ 0 h 107573"/>
              <a:gd name="csX1" fmla="*/ 19169 w 238204"/>
              <a:gd name="csY1" fmla="*/ 33756 h 107573"/>
              <a:gd name="csX2" fmla="*/ 159905 w 238204"/>
              <a:gd name="csY2" fmla="*/ 101523 h 107573"/>
              <a:gd name="csX3" fmla="*/ 238205 w 238204"/>
              <a:gd name="csY3" fmla="*/ 69162 h 107573"/>
              <a:gd name="csX4" fmla="*/ 192900 w 238204"/>
              <a:gd name="csY4" fmla="*/ 0 h 107573"/>
            </a:gdLst>
            <a:ahLst/>
            <a:cxnLst/>
            <a:rect l="l" t="t" r="r" b="b"/>
            <a:pathLst>
              <a:path w="238204" h="107573">
                <a:moveTo>
                  <a:pt x="192900" y="0"/>
                </a:moveTo>
                <a:cubicBezTo>
                  <a:pt x="150895" y="38706"/>
                  <a:pt x="64601" y="2538"/>
                  <a:pt x="19169" y="33756"/>
                </a:cubicBezTo>
                <a:cubicBezTo>
                  <a:pt x="-42379" y="76015"/>
                  <a:pt x="54956" y="124873"/>
                  <a:pt x="159905" y="101523"/>
                </a:cubicBezTo>
                <a:lnTo>
                  <a:pt x="238205" y="69162"/>
                </a:lnTo>
                <a:lnTo>
                  <a:pt x="192900" y="0"/>
                </a:lnTo>
                <a:close/>
              </a:path>
            </a:pathLst>
          </a:custGeom>
          <a:solidFill>
            <a:srgbClr val="EB9481"/>
          </a:solidFill>
          <a:ln w="12677">
            <a:noFill/>
            <a:prstDash val="solid"/>
          </a:ln>
        </p:spPr>
        <p:txBody>
          <a:bodyPr/>
          <a:lstStyle/>
          <a:p>
            <a:endParaRPr/>
          </a:p>
        </p:txBody>
      </p:sp>
      <p:sp>
        <p:nvSpPr>
          <p:cNvPr id="62" name="Freeform: Shape 61">
            <a:extLst>
              <a:ext uri="{FF2B5EF4-FFF2-40B4-BE49-F238E27FC236}">
                <a16:creationId xmlns:a16="http://schemas.microsoft.com/office/drawing/2014/main" id="{302FD7E1-B8D1-6450-D817-D5705ADD88A4}"/>
              </a:ext>
            </a:extLst>
          </p:cNvPr>
          <p:cNvSpPr>
            <a:spLocks noGrp="1"/>
          </p:cNvSpPr>
          <p:nvPr/>
        </p:nvSpPr>
        <p:spPr>
          <a:xfrm>
            <a:off x="7033461" y="1775054"/>
            <a:ext cx="55143" cy="155521"/>
          </a:xfrm>
          <a:custGeom>
            <a:avLst/>
            <a:gdLst>
              <a:gd name="csX0" fmla="*/ 84 w 84855"/>
              <a:gd name="csY0" fmla="*/ 1021 h 247427"/>
              <a:gd name="csX1" fmla="*/ 1226 w 84855"/>
              <a:gd name="csY1" fmla="*/ 260 h 247427"/>
              <a:gd name="csX2" fmla="*/ 84855 w 84855"/>
              <a:gd name="csY2" fmla="*/ 244676 h 247427"/>
              <a:gd name="csX3" fmla="*/ 79779 w 84855"/>
              <a:gd name="csY3" fmla="*/ 245564 h 247427"/>
              <a:gd name="csX4" fmla="*/ 211 w 84855"/>
              <a:gd name="csY4" fmla="*/ 894 h 247427"/>
            </a:gdLst>
            <a:ahLst/>
            <a:cxnLst/>
            <a:rect l="l" t="t" r="r" b="b"/>
            <a:pathLst>
              <a:path w="84855" h="247427">
                <a:moveTo>
                  <a:pt x="84" y="1021"/>
                </a:moveTo>
                <a:cubicBezTo>
                  <a:pt x="-297" y="260"/>
                  <a:pt x="718" y="-375"/>
                  <a:pt x="1226" y="260"/>
                </a:cubicBezTo>
                <a:cubicBezTo>
                  <a:pt x="50972" y="68788"/>
                  <a:pt x="84728" y="159397"/>
                  <a:pt x="84855" y="244676"/>
                </a:cubicBezTo>
                <a:cubicBezTo>
                  <a:pt x="84855" y="247468"/>
                  <a:pt x="80287" y="248737"/>
                  <a:pt x="79779" y="245564"/>
                </a:cubicBezTo>
                <a:cubicBezTo>
                  <a:pt x="62901" y="157747"/>
                  <a:pt x="40820" y="81097"/>
                  <a:pt x="211" y="894"/>
                </a:cubicBezTo>
                <a:close/>
              </a:path>
            </a:pathLst>
          </a:custGeom>
          <a:solidFill>
            <a:srgbClr val="263238"/>
          </a:solidFill>
          <a:ln w="12677">
            <a:noFill/>
            <a:prstDash val="solid"/>
          </a:ln>
        </p:spPr>
        <p:txBody>
          <a:bodyPr/>
          <a:lstStyle/>
          <a:p>
            <a:endParaRPr/>
          </a:p>
        </p:txBody>
      </p:sp>
      <p:sp>
        <p:nvSpPr>
          <p:cNvPr id="63" name="Freeform: Shape 62">
            <a:extLst>
              <a:ext uri="{FF2B5EF4-FFF2-40B4-BE49-F238E27FC236}">
                <a16:creationId xmlns:a16="http://schemas.microsoft.com/office/drawing/2014/main" id="{DE117E66-8FBD-8F9D-E287-FD1236C483B1}"/>
              </a:ext>
            </a:extLst>
          </p:cNvPr>
          <p:cNvSpPr>
            <a:spLocks noGrp="1"/>
          </p:cNvSpPr>
          <p:nvPr/>
        </p:nvSpPr>
        <p:spPr>
          <a:xfrm>
            <a:off x="6969725" y="1792039"/>
            <a:ext cx="51010" cy="173955"/>
          </a:xfrm>
          <a:custGeom>
            <a:avLst/>
            <a:gdLst>
              <a:gd name="csX0" fmla="*/ 65 w 78495"/>
              <a:gd name="csY0" fmla="*/ 1157 h 276754"/>
              <a:gd name="csX1" fmla="*/ 1715 w 78495"/>
              <a:gd name="csY1" fmla="*/ 396 h 276754"/>
              <a:gd name="csX2" fmla="*/ 76334 w 78495"/>
              <a:gd name="csY2" fmla="*/ 272731 h 276754"/>
              <a:gd name="csX3" fmla="*/ 72400 w 78495"/>
              <a:gd name="csY3" fmla="*/ 274762 h 276754"/>
              <a:gd name="csX4" fmla="*/ 65 w 78495"/>
              <a:gd name="csY4" fmla="*/ 1157 h 276754"/>
            </a:gdLst>
            <a:ahLst/>
            <a:cxnLst/>
            <a:rect l="l" t="t" r="r" b="b"/>
            <a:pathLst>
              <a:path w="78495" h="276754">
                <a:moveTo>
                  <a:pt x="65" y="1157"/>
                </a:moveTo>
                <a:cubicBezTo>
                  <a:pt x="-316" y="269"/>
                  <a:pt x="1080" y="-492"/>
                  <a:pt x="1715" y="396"/>
                </a:cubicBezTo>
                <a:cubicBezTo>
                  <a:pt x="52603" y="71335"/>
                  <a:pt x="87755" y="174381"/>
                  <a:pt x="76334" y="272731"/>
                </a:cubicBezTo>
                <a:cubicBezTo>
                  <a:pt x="75953" y="276157"/>
                  <a:pt x="72273" y="278696"/>
                  <a:pt x="72400" y="274762"/>
                </a:cubicBezTo>
                <a:cubicBezTo>
                  <a:pt x="75065" y="208772"/>
                  <a:pt x="37121" y="73112"/>
                  <a:pt x="65" y="1157"/>
                </a:cubicBezTo>
                <a:close/>
              </a:path>
            </a:pathLst>
          </a:custGeom>
          <a:solidFill>
            <a:srgbClr val="263238"/>
          </a:solidFill>
          <a:ln w="12677">
            <a:noFill/>
            <a:prstDash val="solid"/>
          </a:ln>
        </p:spPr>
        <p:txBody>
          <a:bodyPr/>
          <a:lstStyle/>
          <a:p>
            <a:endParaRPr/>
          </a:p>
        </p:txBody>
      </p:sp>
      <p:sp>
        <p:nvSpPr>
          <p:cNvPr id="320" name="Freeform: Shape 319">
            <a:extLst>
              <a:ext uri="{FF2B5EF4-FFF2-40B4-BE49-F238E27FC236}">
                <a16:creationId xmlns:a16="http://schemas.microsoft.com/office/drawing/2014/main" id="{B20AE0E9-160F-A68D-410F-D9B73775D279}"/>
              </a:ext>
            </a:extLst>
          </p:cNvPr>
          <p:cNvSpPr>
            <a:spLocks noGrp="1"/>
          </p:cNvSpPr>
          <p:nvPr/>
        </p:nvSpPr>
        <p:spPr>
          <a:xfrm>
            <a:off x="6911976" y="1822770"/>
            <a:ext cx="43573" cy="170517"/>
          </a:xfrm>
          <a:custGeom>
            <a:avLst/>
            <a:gdLst>
              <a:gd name="csX0" fmla="*/ 53903 w 67051"/>
              <a:gd name="csY0" fmla="*/ 269778 h 271285"/>
              <a:gd name="csX1" fmla="*/ 96 w 67051"/>
              <a:gd name="csY1" fmla="*/ 1250 h 271285"/>
              <a:gd name="csX2" fmla="*/ 1872 w 67051"/>
              <a:gd name="csY2" fmla="*/ 362 h 271285"/>
              <a:gd name="csX3" fmla="*/ 59994 w 67051"/>
              <a:gd name="csY3" fmla="*/ 141098 h 271285"/>
              <a:gd name="csX4" fmla="*/ 57202 w 67051"/>
              <a:gd name="csY4" fmla="*/ 270032 h 271285"/>
              <a:gd name="csX5" fmla="*/ 53903 w 67051"/>
              <a:gd name="csY5" fmla="*/ 269778 h 271285"/>
            </a:gdLst>
            <a:ahLst/>
            <a:cxnLst/>
            <a:rect l="l" t="t" r="r" b="b"/>
            <a:pathLst>
              <a:path w="67051" h="271285">
                <a:moveTo>
                  <a:pt x="53903" y="269778"/>
                </a:moveTo>
                <a:cubicBezTo>
                  <a:pt x="61263" y="175108"/>
                  <a:pt x="37405" y="87672"/>
                  <a:pt x="96" y="1250"/>
                </a:cubicBezTo>
                <a:cubicBezTo>
                  <a:pt x="-412" y="108"/>
                  <a:pt x="1238" y="-399"/>
                  <a:pt x="1872" y="362"/>
                </a:cubicBezTo>
                <a:cubicBezTo>
                  <a:pt x="31695" y="37672"/>
                  <a:pt x="49715" y="95159"/>
                  <a:pt x="59994" y="141098"/>
                </a:cubicBezTo>
                <a:cubicBezTo>
                  <a:pt x="69766" y="185134"/>
                  <a:pt x="69893" y="226758"/>
                  <a:pt x="57202" y="270032"/>
                </a:cubicBezTo>
                <a:cubicBezTo>
                  <a:pt x="56695" y="271682"/>
                  <a:pt x="53776" y="271809"/>
                  <a:pt x="53903" y="269778"/>
                </a:cubicBezTo>
                <a:close/>
              </a:path>
            </a:pathLst>
          </a:custGeom>
          <a:solidFill>
            <a:srgbClr val="263238"/>
          </a:solidFill>
          <a:ln w="12677">
            <a:noFill/>
            <a:prstDash val="solid"/>
          </a:ln>
        </p:spPr>
        <p:txBody>
          <a:bodyPr/>
          <a:lstStyle/>
          <a:p>
            <a:endParaRPr/>
          </a:p>
        </p:txBody>
      </p:sp>
      <p:sp>
        <p:nvSpPr>
          <p:cNvPr id="57" name="Freeform: Shape 56">
            <a:extLst>
              <a:ext uri="{FF2B5EF4-FFF2-40B4-BE49-F238E27FC236}">
                <a16:creationId xmlns:a16="http://schemas.microsoft.com/office/drawing/2014/main" id="{60C0E88D-D853-34C2-769D-6DA2905B89B5}"/>
              </a:ext>
            </a:extLst>
          </p:cNvPr>
          <p:cNvSpPr>
            <a:spLocks noGrp="1"/>
          </p:cNvSpPr>
          <p:nvPr/>
        </p:nvSpPr>
        <p:spPr>
          <a:xfrm>
            <a:off x="6560268" y="2257902"/>
            <a:ext cx="144278" cy="186333"/>
          </a:xfrm>
          <a:custGeom>
            <a:avLst/>
            <a:gdLst>
              <a:gd name="csX0" fmla="*/ 157677 w 222017"/>
              <a:gd name="csY0" fmla="*/ 295272 h 296447"/>
              <a:gd name="csX1" fmla="*/ 317 w 222017"/>
              <a:gd name="csY1" fmla="*/ 195526 h 296447"/>
              <a:gd name="csX2" fmla="*/ 13641 w 222017"/>
              <a:gd name="csY2" fmla="*/ 98318 h 296447"/>
              <a:gd name="csX3" fmla="*/ 23540 w 222017"/>
              <a:gd name="csY3" fmla="*/ 475 h 296447"/>
              <a:gd name="csX4" fmla="*/ 222017 w 222017"/>
              <a:gd name="csY4" fmla="*/ 58216 h 296447"/>
              <a:gd name="csX5" fmla="*/ 197144 w 222017"/>
              <a:gd name="csY5" fmla="*/ 180170 h 296447"/>
              <a:gd name="csX6" fmla="*/ 197906 w 222017"/>
              <a:gd name="csY6" fmla="*/ 193368 h 296447"/>
              <a:gd name="csX7" fmla="*/ 198159 w 222017"/>
              <a:gd name="csY7" fmla="*/ 195526 h 296447"/>
              <a:gd name="csX8" fmla="*/ 157677 w 222017"/>
              <a:gd name="csY8" fmla="*/ 295272 h 296447"/>
            </a:gdLst>
            <a:ahLst/>
            <a:cxnLst/>
            <a:rect l="l" t="t" r="r" b="b"/>
            <a:pathLst>
              <a:path w="222017" h="296447">
                <a:moveTo>
                  <a:pt x="157677" y="295272"/>
                </a:moveTo>
                <a:cubicBezTo>
                  <a:pt x="116053" y="304790"/>
                  <a:pt x="29631" y="255170"/>
                  <a:pt x="317" y="195526"/>
                </a:cubicBezTo>
                <a:cubicBezTo>
                  <a:pt x="-1714" y="191465"/>
                  <a:pt x="6408" y="149587"/>
                  <a:pt x="13641" y="98318"/>
                </a:cubicBezTo>
                <a:cubicBezTo>
                  <a:pt x="17956" y="67226"/>
                  <a:pt x="22017" y="32455"/>
                  <a:pt x="23540" y="475"/>
                </a:cubicBezTo>
                <a:cubicBezTo>
                  <a:pt x="23794" y="-6124"/>
                  <a:pt x="222017" y="58216"/>
                  <a:pt x="222017" y="58216"/>
                </a:cubicBezTo>
                <a:cubicBezTo>
                  <a:pt x="222017" y="58216"/>
                  <a:pt x="199301" y="124460"/>
                  <a:pt x="197144" y="180170"/>
                </a:cubicBezTo>
                <a:cubicBezTo>
                  <a:pt x="197017" y="184866"/>
                  <a:pt x="197271" y="189181"/>
                  <a:pt x="197906" y="193368"/>
                </a:cubicBezTo>
                <a:cubicBezTo>
                  <a:pt x="197906" y="194003"/>
                  <a:pt x="198032" y="194764"/>
                  <a:pt x="198159" y="195526"/>
                </a:cubicBezTo>
                <a:cubicBezTo>
                  <a:pt x="201078" y="220653"/>
                  <a:pt x="202347" y="284993"/>
                  <a:pt x="157677" y="295272"/>
                </a:cubicBezTo>
                <a:close/>
              </a:path>
            </a:pathLst>
          </a:custGeom>
          <a:solidFill>
            <a:srgbClr val="EB9481"/>
          </a:solidFill>
          <a:ln w="12677">
            <a:noFill/>
            <a:prstDash val="solid"/>
          </a:ln>
        </p:spPr>
        <p:txBody>
          <a:bodyPr/>
          <a:lstStyle/>
          <a:p>
            <a:endParaRPr/>
          </a:p>
        </p:txBody>
      </p:sp>
      <p:sp>
        <p:nvSpPr>
          <p:cNvPr id="58" name="Freeform: Shape 57">
            <a:extLst>
              <a:ext uri="{FF2B5EF4-FFF2-40B4-BE49-F238E27FC236}">
                <a16:creationId xmlns:a16="http://schemas.microsoft.com/office/drawing/2014/main" id="{E00A5D6A-1CCD-E15D-F616-BA01085D65BB}"/>
              </a:ext>
            </a:extLst>
          </p:cNvPr>
          <p:cNvSpPr>
            <a:spLocks noGrp="1"/>
          </p:cNvSpPr>
          <p:nvPr/>
        </p:nvSpPr>
        <p:spPr>
          <a:xfrm>
            <a:off x="6580184" y="2258360"/>
            <a:ext cx="124362" cy="122723"/>
          </a:xfrm>
          <a:custGeom>
            <a:avLst/>
            <a:gdLst>
              <a:gd name="csX0" fmla="*/ 167386 w 191370"/>
              <a:gd name="csY0" fmla="*/ 192640 h 195247"/>
              <a:gd name="csX1" fmla="*/ 167386 w 191370"/>
              <a:gd name="csY1" fmla="*/ 194797 h 195247"/>
              <a:gd name="csX2" fmla="*/ 146827 w 191370"/>
              <a:gd name="csY2" fmla="*/ 194924 h 195247"/>
              <a:gd name="csX3" fmla="*/ 0 w 191370"/>
              <a:gd name="csY3" fmla="*/ 0 h 195247"/>
              <a:gd name="csX4" fmla="*/ 191371 w 191370"/>
              <a:gd name="csY4" fmla="*/ 57360 h 195247"/>
              <a:gd name="csX5" fmla="*/ 166497 w 191370"/>
              <a:gd name="csY5" fmla="*/ 179442 h 195247"/>
              <a:gd name="csX6" fmla="*/ 167386 w 191370"/>
              <a:gd name="csY6" fmla="*/ 192513 h 195247"/>
            </a:gdLst>
            <a:ahLst/>
            <a:cxnLst/>
            <a:rect l="l" t="t" r="r" b="b"/>
            <a:pathLst>
              <a:path w="191370" h="195247">
                <a:moveTo>
                  <a:pt x="167386" y="192640"/>
                </a:moveTo>
                <a:cubicBezTo>
                  <a:pt x="167386" y="193274"/>
                  <a:pt x="167386" y="194036"/>
                  <a:pt x="167386" y="194797"/>
                </a:cubicBezTo>
                <a:cubicBezTo>
                  <a:pt x="161041" y="195305"/>
                  <a:pt x="154315" y="195432"/>
                  <a:pt x="146827" y="194924"/>
                </a:cubicBezTo>
                <a:cubicBezTo>
                  <a:pt x="28807" y="187056"/>
                  <a:pt x="4315" y="37817"/>
                  <a:pt x="0" y="0"/>
                </a:cubicBezTo>
                <a:cubicBezTo>
                  <a:pt x="35406" y="6726"/>
                  <a:pt x="191371" y="57360"/>
                  <a:pt x="191371" y="57360"/>
                </a:cubicBezTo>
                <a:cubicBezTo>
                  <a:pt x="191371" y="57360"/>
                  <a:pt x="168655" y="123604"/>
                  <a:pt x="166497" y="179442"/>
                </a:cubicBezTo>
                <a:cubicBezTo>
                  <a:pt x="166497" y="184010"/>
                  <a:pt x="166624" y="188452"/>
                  <a:pt x="167386" y="192513"/>
                </a:cubicBezTo>
                <a:close/>
              </a:path>
            </a:pathLst>
          </a:custGeom>
          <a:solidFill>
            <a:srgbClr val="263238"/>
          </a:solidFill>
          <a:ln w="12677">
            <a:noFill/>
            <a:prstDash val="solid"/>
          </a:ln>
        </p:spPr>
        <p:txBody>
          <a:bodyPr/>
          <a:lstStyle/>
          <a:p>
            <a:endParaRPr/>
          </a:p>
        </p:txBody>
      </p:sp>
      <p:sp>
        <p:nvSpPr>
          <p:cNvPr id="35" name="Freeform: Shape 34">
            <a:extLst>
              <a:ext uri="{FF2B5EF4-FFF2-40B4-BE49-F238E27FC236}">
                <a16:creationId xmlns:a16="http://schemas.microsoft.com/office/drawing/2014/main" id="{D7F194AE-8302-F341-C370-FF245C9DEBE7}"/>
              </a:ext>
            </a:extLst>
          </p:cNvPr>
          <p:cNvSpPr>
            <a:spLocks noGrp="1"/>
          </p:cNvSpPr>
          <p:nvPr/>
        </p:nvSpPr>
        <p:spPr>
          <a:xfrm>
            <a:off x="6522326" y="2030792"/>
            <a:ext cx="246735" cy="302259"/>
          </a:xfrm>
          <a:custGeom>
            <a:avLst/>
            <a:gdLst>
              <a:gd name="csX0" fmla="*/ 453 w 379678"/>
              <a:gd name="csY0" fmla="*/ 150248 h 480879"/>
              <a:gd name="csX1" fmla="*/ 130022 w 379678"/>
              <a:gd name="csY1" fmla="*/ 453420 h 480879"/>
              <a:gd name="csX2" fmla="*/ 372154 w 379678"/>
              <a:gd name="csY2" fmla="*/ 388446 h 480879"/>
              <a:gd name="csX3" fmla="*/ 239032 w 379678"/>
              <a:gd name="csY3" fmla="*/ 12938 h 480879"/>
              <a:gd name="csX4" fmla="*/ 453 w 379678"/>
              <a:gd name="csY4" fmla="*/ 150374 h 480879"/>
            </a:gdLst>
            <a:ahLst/>
            <a:cxnLst/>
            <a:rect l="l" t="t" r="r" b="b"/>
            <a:pathLst>
              <a:path w="379678" h="480879">
                <a:moveTo>
                  <a:pt x="453" y="150248"/>
                </a:moveTo>
                <a:cubicBezTo>
                  <a:pt x="-6653" y="224359"/>
                  <a:pt x="71266" y="418522"/>
                  <a:pt x="130022" y="453420"/>
                </a:cubicBezTo>
                <a:cubicBezTo>
                  <a:pt x="215301" y="503928"/>
                  <a:pt x="334337" y="486161"/>
                  <a:pt x="372154" y="388446"/>
                </a:cubicBezTo>
                <a:cubicBezTo>
                  <a:pt x="408829" y="293649"/>
                  <a:pt x="302865" y="42506"/>
                  <a:pt x="239032" y="12938"/>
                </a:cubicBezTo>
                <a:cubicBezTo>
                  <a:pt x="145123" y="-30590"/>
                  <a:pt x="10986" y="40857"/>
                  <a:pt x="453" y="150374"/>
                </a:cubicBezTo>
                <a:close/>
              </a:path>
            </a:pathLst>
          </a:custGeom>
          <a:solidFill>
            <a:srgbClr val="EB9481"/>
          </a:solidFill>
          <a:ln w="12677">
            <a:noFill/>
            <a:prstDash val="solid"/>
          </a:ln>
        </p:spPr>
        <p:txBody>
          <a:bodyPr/>
          <a:lstStyle/>
          <a:p>
            <a:endParaRPr/>
          </a:p>
        </p:txBody>
      </p:sp>
      <p:sp>
        <p:nvSpPr>
          <p:cNvPr id="55" name="Freeform: Shape 54">
            <a:extLst>
              <a:ext uri="{FF2B5EF4-FFF2-40B4-BE49-F238E27FC236}">
                <a16:creationId xmlns:a16="http://schemas.microsoft.com/office/drawing/2014/main" id="{D2E604AE-0FFF-DF8A-FABA-3DF19984B1FD}"/>
              </a:ext>
            </a:extLst>
          </p:cNvPr>
          <p:cNvSpPr>
            <a:spLocks noGrp="1"/>
          </p:cNvSpPr>
          <p:nvPr/>
        </p:nvSpPr>
        <p:spPr>
          <a:xfrm>
            <a:off x="6665802" y="2175882"/>
            <a:ext cx="5691" cy="25162"/>
          </a:xfrm>
          <a:custGeom>
            <a:avLst/>
            <a:gdLst>
              <a:gd name="csX0" fmla="*/ 864 w 8758"/>
              <a:gd name="csY0" fmla="*/ 127 h 40033"/>
              <a:gd name="csX1" fmla="*/ 356 w 8758"/>
              <a:gd name="csY1" fmla="*/ 1650 h 40033"/>
              <a:gd name="csX2" fmla="*/ 102 w 8758"/>
              <a:gd name="csY2" fmla="*/ 39340 h 40033"/>
              <a:gd name="csX3" fmla="*/ 483 w 8758"/>
              <a:gd name="csY3" fmla="*/ 39975 h 40033"/>
              <a:gd name="csX4" fmla="*/ 991 w 8758"/>
              <a:gd name="csY4" fmla="*/ 0 h 40033"/>
            </a:gdLst>
            <a:ahLst/>
            <a:cxnLst/>
            <a:rect l="l" t="t" r="r" b="b"/>
            <a:pathLst>
              <a:path w="8758" h="40033">
                <a:moveTo>
                  <a:pt x="864" y="127"/>
                </a:moveTo>
                <a:cubicBezTo>
                  <a:pt x="864" y="127"/>
                  <a:pt x="102" y="1142"/>
                  <a:pt x="356" y="1650"/>
                </a:cubicBezTo>
                <a:cubicBezTo>
                  <a:pt x="5940" y="14594"/>
                  <a:pt x="10128" y="30330"/>
                  <a:pt x="102" y="39340"/>
                </a:cubicBezTo>
                <a:cubicBezTo>
                  <a:pt x="-152" y="39594"/>
                  <a:pt x="102" y="40228"/>
                  <a:pt x="483" y="39975"/>
                </a:cubicBezTo>
                <a:cubicBezTo>
                  <a:pt x="14188" y="32234"/>
                  <a:pt x="8351" y="11294"/>
                  <a:pt x="991" y="0"/>
                </a:cubicBezTo>
                <a:close/>
              </a:path>
            </a:pathLst>
          </a:custGeom>
          <a:solidFill>
            <a:srgbClr val="263238"/>
          </a:solidFill>
          <a:ln w="12677">
            <a:noFill/>
            <a:prstDash val="solid"/>
          </a:ln>
        </p:spPr>
        <p:txBody>
          <a:bodyPr/>
          <a:lstStyle/>
          <a:p>
            <a:endParaRPr/>
          </a:p>
        </p:txBody>
      </p:sp>
      <p:sp>
        <p:nvSpPr>
          <p:cNvPr id="56" name="Freeform: Shape 55">
            <a:extLst>
              <a:ext uri="{FF2B5EF4-FFF2-40B4-BE49-F238E27FC236}">
                <a16:creationId xmlns:a16="http://schemas.microsoft.com/office/drawing/2014/main" id="{9EF89312-7E68-C77D-54A8-2A97B5D43C46}"/>
              </a:ext>
            </a:extLst>
          </p:cNvPr>
          <p:cNvSpPr>
            <a:spLocks noGrp="1"/>
          </p:cNvSpPr>
          <p:nvPr/>
        </p:nvSpPr>
        <p:spPr>
          <a:xfrm>
            <a:off x="6648324" y="2169892"/>
            <a:ext cx="21720" cy="27992"/>
          </a:xfrm>
          <a:custGeom>
            <a:avLst/>
            <a:gdLst>
              <a:gd name="csX0" fmla="*/ 10627 w 33423"/>
              <a:gd name="csY0" fmla="*/ 521 h 44535"/>
              <a:gd name="csX1" fmla="*/ 24079 w 33423"/>
              <a:gd name="csY1" fmla="*/ 43922 h 44535"/>
              <a:gd name="csX2" fmla="*/ 10627 w 33423"/>
              <a:gd name="csY2" fmla="*/ 521 h 44535"/>
            </a:gdLst>
            <a:ahLst/>
            <a:cxnLst/>
            <a:rect l="l" t="t" r="r" b="b"/>
            <a:pathLst>
              <a:path w="33423" h="44535">
                <a:moveTo>
                  <a:pt x="10627" y="521"/>
                </a:moveTo>
                <a:cubicBezTo>
                  <a:pt x="-11073" y="7247"/>
                  <a:pt x="4028" y="50140"/>
                  <a:pt x="24079" y="43922"/>
                </a:cubicBezTo>
                <a:cubicBezTo>
                  <a:pt x="43876" y="37830"/>
                  <a:pt x="28774" y="-5190"/>
                  <a:pt x="10627" y="521"/>
                </a:cubicBezTo>
                <a:close/>
              </a:path>
            </a:pathLst>
          </a:custGeom>
          <a:solidFill>
            <a:srgbClr val="263238"/>
          </a:solidFill>
          <a:ln w="12677">
            <a:noFill/>
            <a:prstDash val="solid"/>
          </a:ln>
        </p:spPr>
        <p:txBody>
          <a:bodyPr/>
          <a:lstStyle/>
          <a:p>
            <a:endParaRPr/>
          </a:p>
        </p:txBody>
      </p:sp>
      <p:sp>
        <p:nvSpPr>
          <p:cNvPr id="53" name="Freeform: Shape 52">
            <a:extLst>
              <a:ext uri="{FF2B5EF4-FFF2-40B4-BE49-F238E27FC236}">
                <a16:creationId xmlns:a16="http://schemas.microsoft.com/office/drawing/2014/main" id="{4A373F93-0ABF-94B6-2325-B2694B78BD48}"/>
              </a:ext>
            </a:extLst>
          </p:cNvPr>
          <p:cNvSpPr>
            <a:spLocks noGrp="1"/>
          </p:cNvSpPr>
          <p:nvPr/>
        </p:nvSpPr>
        <p:spPr>
          <a:xfrm>
            <a:off x="6716835" y="2160248"/>
            <a:ext cx="17420" cy="19023"/>
          </a:xfrm>
          <a:custGeom>
            <a:avLst/>
            <a:gdLst>
              <a:gd name="csX0" fmla="*/ 0 w 26807"/>
              <a:gd name="csY0" fmla="*/ 127 h 30266"/>
              <a:gd name="csX1" fmla="*/ 1396 w 26807"/>
              <a:gd name="csY1" fmla="*/ 888 h 30266"/>
              <a:gd name="csX2" fmla="*/ 26396 w 26807"/>
              <a:gd name="csY2" fmla="*/ 29188 h 30266"/>
              <a:gd name="csX3" fmla="*/ 26523 w 26807"/>
              <a:gd name="csY3" fmla="*/ 29949 h 30266"/>
              <a:gd name="csX4" fmla="*/ 0 w 26807"/>
              <a:gd name="csY4" fmla="*/ 0 h 30266"/>
            </a:gdLst>
            <a:ahLst/>
            <a:cxnLst/>
            <a:rect l="l" t="t" r="r" b="b"/>
            <a:pathLst>
              <a:path w="26807" h="30266">
                <a:moveTo>
                  <a:pt x="0" y="127"/>
                </a:moveTo>
                <a:cubicBezTo>
                  <a:pt x="0" y="127"/>
                  <a:pt x="1269" y="381"/>
                  <a:pt x="1396" y="888"/>
                </a:cubicBezTo>
                <a:cubicBezTo>
                  <a:pt x="5584" y="14340"/>
                  <a:pt x="12817" y="29061"/>
                  <a:pt x="26396" y="29188"/>
                </a:cubicBezTo>
                <a:cubicBezTo>
                  <a:pt x="26777" y="29188"/>
                  <a:pt x="27030" y="29822"/>
                  <a:pt x="26523" y="29949"/>
                </a:cubicBezTo>
                <a:cubicBezTo>
                  <a:pt x="11167" y="32995"/>
                  <a:pt x="1904" y="13452"/>
                  <a:pt x="0" y="0"/>
                </a:cubicBezTo>
                <a:close/>
              </a:path>
            </a:pathLst>
          </a:custGeom>
          <a:solidFill>
            <a:srgbClr val="263238"/>
          </a:solidFill>
          <a:ln w="12677">
            <a:noFill/>
            <a:prstDash val="solid"/>
          </a:ln>
        </p:spPr>
        <p:txBody>
          <a:bodyPr/>
          <a:lstStyle/>
          <a:p>
            <a:endParaRPr/>
          </a:p>
        </p:txBody>
      </p:sp>
      <p:sp>
        <p:nvSpPr>
          <p:cNvPr id="54" name="Freeform: Shape 53">
            <a:extLst>
              <a:ext uri="{FF2B5EF4-FFF2-40B4-BE49-F238E27FC236}">
                <a16:creationId xmlns:a16="http://schemas.microsoft.com/office/drawing/2014/main" id="{15FA6ADF-F07A-AEA6-8DFE-657CA706C308}"/>
              </a:ext>
            </a:extLst>
          </p:cNvPr>
          <p:cNvSpPr>
            <a:spLocks noGrp="1"/>
          </p:cNvSpPr>
          <p:nvPr/>
        </p:nvSpPr>
        <p:spPr>
          <a:xfrm>
            <a:off x="6716614" y="2148193"/>
            <a:ext cx="22155" cy="27656"/>
          </a:xfrm>
          <a:custGeom>
            <a:avLst/>
            <a:gdLst>
              <a:gd name="csX0" fmla="*/ 7319 w 34093"/>
              <a:gd name="csY0" fmla="*/ 1286 h 44000"/>
              <a:gd name="csX1" fmla="*/ 25593 w 34093"/>
              <a:gd name="csY1" fmla="*/ 42910 h 44000"/>
              <a:gd name="csX2" fmla="*/ 7319 w 34093"/>
              <a:gd name="csY2" fmla="*/ 1286 h 44000"/>
            </a:gdLst>
            <a:ahLst/>
            <a:cxnLst/>
            <a:rect l="l" t="t" r="r" b="b"/>
            <a:pathLst>
              <a:path w="34093" h="44000">
                <a:moveTo>
                  <a:pt x="7319" y="1286"/>
                </a:moveTo>
                <a:cubicBezTo>
                  <a:pt x="28131" y="-7851"/>
                  <a:pt x="44882" y="34408"/>
                  <a:pt x="25593" y="42910"/>
                </a:cubicBezTo>
                <a:cubicBezTo>
                  <a:pt x="6557" y="51286"/>
                  <a:pt x="-10067" y="8900"/>
                  <a:pt x="7319" y="1286"/>
                </a:cubicBezTo>
                <a:close/>
              </a:path>
            </a:pathLst>
          </a:custGeom>
          <a:solidFill>
            <a:srgbClr val="263238"/>
          </a:solidFill>
          <a:ln w="12677">
            <a:noFill/>
            <a:prstDash val="solid"/>
          </a:ln>
        </p:spPr>
        <p:txBody>
          <a:bodyPr/>
          <a:lstStyle/>
          <a:p>
            <a:endParaRPr/>
          </a:p>
        </p:txBody>
      </p:sp>
      <p:sp>
        <p:nvSpPr>
          <p:cNvPr id="46" name="Freeform: Shape 45">
            <a:extLst>
              <a:ext uri="{FF2B5EF4-FFF2-40B4-BE49-F238E27FC236}">
                <a16:creationId xmlns:a16="http://schemas.microsoft.com/office/drawing/2014/main" id="{8A48E6D1-0B1D-525F-C6EF-97B473ED4F65}"/>
              </a:ext>
            </a:extLst>
          </p:cNvPr>
          <p:cNvSpPr>
            <a:spLocks noGrp="1"/>
          </p:cNvSpPr>
          <p:nvPr/>
        </p:nvSpPr>
        <p:spPr>
          <a:xfrm>
            <a:off x="6629318" y="2137649"/>
            <a:ext cx="28224" cy="24966"/>
          </a:xfrm>
          <a:custGeom>
            <a:avLst/>
            <a:gdLst>
              <a:gd name="csX0" fmla="*/ 16016 w 43432"/>
              <a:gd name="csY0" fmla="*/ 38238 h 39721"/>
              <a:gd name="csX1" fmla="*/ 30610 w 43432"/>
              <a:gd name="csY1" fmla="*/ 26563 h 39721"/>
              <a:gd name="csX2" fmla="*/ 43174 w 43432"/>
              <a:gd name="csY2" fmla="*/ 11842 h 39721"/>
              <a:gd name="csX3" fmla="*/ 37844 w 43432"/>
              <a:gd name="csY3" fmla="*/ 1309 h 39721"/>
              <a:gd name="csX4" fmla="*/ 14366 w 43432"/>
              <a:gd name="csY4" fmla="*/ 6892 h 39721"/>
              <a:gd name="csX5" fmla="*/ 280 w 43432"/>
              <a:gd name="csY5" fmla="*/ 27832 h 39721"/>
              <a:gd name="csX6" fmla="*/ 16016 w 43432"/>
              <a:gd name="csY6" fmla="*/ 38111 h 39721"/>
            </a:gdLst>
            <a:ahLst/>
            <a:cxnLst/>
            <a:rect l="l" t="t" r="r" b="b"/>
            <a:pathLst>
              <a:path w="43432" h="39721">
                <a:moveTo>
                  <a:pt x="16016" y="38238"/>
                </a:moveTo>
                <a:cubicBezTo>
                  <a:pt x="21346" y="34684"/>
                  <a:pt x="25661" y="30623"/>
                  <a:pt x="30610" y="26563"/>
                </a:cubicBezTo>
                <a:cubicBezTo>
                  <a:pt x="36194" y="21994"/>
                  <a:pt x="41016" y="18948"/>
                  <a:pt x="43174" y="11842"/>
                </a:cubicBezTo>
                <a:cubicBezTo>
                  <a:pt x="44316" y="8035"/>
                  <a:pt x="41524" y="2832"/>
                  <a:pt x="37844" y="1309"/>
                </a:cubicBezTo>
                <a:cubicBezTo>
                  <a:pt x="29468" y="-2118"/>
                  <a:pt x="21219" y="1689"/>
                  <a:pt x="14366" y="6892"/>
                </a:cubicBezTo>
                <a:cubicBezTo>
                  <a:pt x="6879" y="12476"/>
                  <a:pt x="2564" y="18821"/>
                  <a:pt x="280" y="27832"/>
                </a:cubicBezTo>
                <a:cubicBezTo>
                  <a:pt x="-1877" y="36588"/>
                  <a:pt x="8910" y="42806"/>
                  <a:pt x="16016" y="38111"/>
                </a:cubicBezTo>
                <a:close/>
              </a:path>
            </a:pathLst>
          </a:custGeom>
          <a:solidFill>
            <a:srgbClr val="263238"/>
          </a:solidFill>
          <a:ln w="12677">
            <a:noFill/>
            <a:prstDash val="solid"/>
          </a:ln>
        </p:spPr>
        <p:txBody>
          <a:bodyPr/>
          <a:lstStyle/>
          <a:p>
            <a:endParaRPr/>
          </a:p>
        </p:txBody>
      </p:sp>
      <p:sp>
        <p:nvSpPr>
          <p:cNvPr id="47" name="Freeform: Shape 46">
            <a:extLst>
              <a:ext uri="{FF2B5EF4-FFF2-40B4-BE49-F238E27FC236}">
                <a16:creationId xmlns:a16="http://schemas.microsoft.com/office/drawing/2014/main" id="{E7A50C0F-4BC0-56A9-FF78-030D6D7361F1}"/>
              </a:ext>
            </a:extLst>
          </p:cNvPr>
          <p:cNvSpPr>
            <a:spLocks noGrp="1"/>
          </p:cNvSpPr>
          <p:nvPr/>
        </p:nvSpPr>
        <p:spPr>
          <a:xfrm>
            <a:off x="6699989" y="2116589"/>
            <a:ext cx="32763" cy="16500"/>
          </a:xfrm>
          <a:custGeom>
            <a:avLst/>
            <a:gdLst>
              <a:gd name="csX0" fmla="*/ 41911 w 50416"/>
              <a:gd name="csY0" fmla="*/ 24155 h 26251"/>
              <a:gd name="csX1" fmla="*/ 23257 w 50416"/>
              <a:gd name="csY1" fmla="*/ 25678 h 26251"/>
              <a:gd name="csX2" fmla="*/ 3967 w 50416"/>
              <a:gd name="csY2" fmla="*/ 23647 h 26251"/>
              <a:gd name="csX3" fmla="*/ 668 w 50416"/>
              <a:gd name="csY3" fmla="*/ 12353 h 26251"/>
              <a:gd name="csX4" fmla="*/ 21607 w 50416"/>
              <a:gd name="csY4" fmla="*/ 297 h 26251"/>
              <a:gd name="csX5" fmla="*/ 46226 w 50416"/>
              <a:gd name="csY5" fmla="*/ 5881 h 26251"/>
              <a:gd name="csX6" fmla="*/ 41911 w 50416"/>
              <a:gd name="csY6" fmla="*/ 24155 h 26251"/>
            </a:gdLst>
            <a:ahLst/>
            <a:cxnLst/>
            <a:rect l="l" t="t" r="r" b="b"/>
            <a:pathLst>
              <a:path w="50416" h="26251">
                <a:moveTo>
                  <a:pt x="41911" y="24155"/>
                </a:moveTo>
                <a:cubicBezTo>
                  <a:pt x="35566" y="25297"/>
                  <a:pt x="29602" y="25297"/>
                  <a:pt x="23257" y="25678"/>
                </a:cubicBezTo>
                <a:cubicBezTo>
                  <a:pt x="16150" y="26185"/>
                  <a:pt x="10439" y="27327"/>
                  <a:pt x="3967" y="23647"/>
                </a:cubicBezTo>
                <a:cubicBezTo>
                  <a:pt x="541" y="21617"/>
                  <a:pt x="-982" y="15906"/>
                  <a:pt x="668" y="12353"/>
                </a:cubicBezTo>
                <a:cubicBezTo>
                  <a:pt x="4475" y="4104"/>
                  <a:pt x="12977" y="1185"/>
                  <a:pt x="21607" y="297"/>
                </a:cubicBezTo>
                <a:cubicBezTo>
                  <a:pt x="30871" y="-718"/>
                  <a:pt x="38358" y="804"/>
                  <a:pt x="46226" y="5881"/>
                </a:cubicBezTo>
                <a:cubicBezTo>
                  <a:pt x="53840" y="10830"/>
                  <a:pt x="50287" y="22632"/>
                  <a:pt x="41911" y="24155"/>
                </a:cubicBezTo>
                <a:close/>
              </a:path>
            </a:pathLst>
          </a:custGeom>
          <a:solidFill>
            <a:srgbClr val="263238"/>
          </a:solidFill>
          <a:ln w="12677">
            <a:noFill/>
            <a:prstDash val="solid"/>
          </a:ln>
        </p:spPr>
        <p:txBody>
          <a:bodyPr/>
          <a:lstStyle/>
          <a:p>
            <a:endParaRPr/>
          </a:p>
        </p:txBody>
      </p:sp>
      <p:sp>
        <p:nvSpPr>
          <p:cNvPr id="48" name="Freeform: Shape 47">
            <a:extLst>
              <a:ext uri="{FF2B5EF4-FFF2-40B4-BE49-F238E27FC236}">
                <a16:creationId xmlns:a16="http://schemas.microsoft.com/office/drawing/2014/main" id="{5EB7A339-0B53-CB64-8F64-DBD10A1F59A3}"/>
              </a:ext>
            </a:extLst>
          </p:cNvPr>
          <p:cNvSpPr>
            <a:spLocks noGrp="1"/>
          </p:cNvSpPr>
          <p:nvPr/>
        </p:nvSpPr>
        <p:spPr>
          <a:xfrm>
            <a:off x="6685646" y="2253352"/>
            <a:ext cx="18913" cy="8775"/>
          </a:xfrm>
          <a:custGeom>
            <a:avLst/>
            <a:gdLst>
              <a:gd name="csX0" fmla="*/ 1293 w 29104"/>
              <a:gd name="csY0" fmla="*/ 4541 h 13961"/>
              <a:gd name="csX1" fmla="*/ 15252 w 29104"/>
              <a:gd name="csY1" fmla="*/ 8475 h 13961"/>
              <a:gd name="csX2" fmla="*/ 28323 w 29104"/>
              <a:gd name="csY2" fmla="*/ 100 h 13961"/>
              <a:gd name="csX3" fmla="*/ 29084 w 29104"/>
              <a:gd name="csY3" fmla="*/ 607 h 13961"/>
              <a:gd name="csX4" fmla="*/ 14744 w 29104"/>
              <a:gd name="csY4" fmla="*/ 13805 h 13961"/>
              <a:gd name="csX5" fmla="*/ 150 w 29104"/>
              <a:gd name="csY5" fmla="*/ 5683 h 13961"/>
              <a:gd name="csX6" fmla="*/ 1166 w 29104"/>
              <a:gd name="csY6" fmla="*/ 4668 h 13961"/>
            </a:gdLst>
            <a:ahLst/>
            <a:cxnLst/>
            <a:rect l="l" t="t" r="r" b="b"/>
            <a:pathLst>
              <a:path w="29104" h="13961">
                <a:moveTo>
                  <a:pt x="1293" y="4541"/>
                </a:moveTo>
                <a:cubicBezTo>
                  <a:pt x="5607" y="6572"/>
                  <a:pt x="10303" y="9744"/>
                  <a:pt x="15252" y="8475"/>
                </a:cubicBezTo>
                <a:cubicBezTo>
                  <a:pt x="20074" y="7206"/>
                  <a:pt x="24643" y="3272"/>
                  <a:pt x="28323" y="100"/>
                </a:cubicBezTo>
                <a:cubicBezTo>
                  <a:pt x="28704" y="-154"/>
                  <a:pt x="29211" y="100"/>
                  <a:pt x="29084" y="607"/>
                </a:cubicBezTo>
                <a:cubicBezTo>
                  <a:pt x="27435" y="6952"/>
                  <a:pt x="21343" y="12663"/>
                  <a:pt x="14744" y="13805"/>
                </a:cubicBezTo>
                <a:cubicBezTo>
                  <a:pt x="8399" y="14820"/>
                  <a:pt x="3577" y="10759"/>
                  <a:pt x="150" y="5683"/>
                </a:cubicBezTo>
                <a:cubicBezTo>
                  <a:pt x="-357" y="4922"/>
                  <a:pt x="531" y="4287"/>
                  <a:pt x="1166" y="4668"/>
                </a:cubicBezTo>
                <a:close/>
              </a:path>
            </a:pathLst>
          </a:custGeom>
          <a:solidFill>
            <a:srgbClr val="263238"/>
          </a:solidFill>
          <a:ln w="12677">
            <a:noFill/>
            <a:prstDash val="solid"/>
          </a:ln>
        </p:spPr>
        <p:txBody>
          <a:bodyPr/>
          <a:lstStyle/>
          <a:p>
            <a:endParaRPr/>
          </a:p>
        </p:txBody>
      </p:sp>
      <p:sp>
        <p:nvSpPr>
          <p:cNvPr id="49" name="Freeform: Shape 48">
            <a:extLst>
              <a:ext uri="{FF2B5EF4-FFF2-40B4-BE49-F238E27FC236}">
                <a16:creationId xmlns:a16="http://schemas.microsoft.com/office/drawing/2014/main" id="{F848A144-4127-0D5B-E43F-34CB1D5AF0DF}"/>
              </a:ext>
            </a:extLst>
          </p:cNvPr>
          <p:cNvSpPr>
            <a:spLocks noGrp="1"/>
          </p:cNvSpPr>
          <p:nvPr/>
        </p:nvSpPr>
        <p:spPr>
          <a:xfrm>
            <a:off x="6686227" y="2124592"/>
            <a:ext cx="48939" cy="109892"/>
          </a:xfrm>
          <a:custGeom>
            <a:avLst/>
            <a:gdLst>
              <a:gd name="csX0" fmla="*/ 398 w 75309"/>
              <a:gd name="csY0" fmla="*/ 164722 h 174833"/>
              <a:gd name="csX1" fmla="*/ 37708 w 75309"/>
              <a:gd name="csY1" fmla="*/ 174239 h 174833"/>
              <a:gd name="csX2" fmla="*/ 54205 w 75309"/>
              <a:gd name="csY2" fmla="*/ 169290 h 174833"/>
              <a:gd name="csX3" fmla="*/ 57251 w 75309"/>
              <a:gd name="csY3" fmla="*/ 167894 h 174833"/>
              <a:gd name="csX4" fmla="*/ 60043 w 75309"/>
              <a:gd name="csY4" fmla="*/ 166371 h 174833"/>
              <a:gd name="csX5" fmla="*/ 61693 w 75309"/>
              <a:gd name="csY5" fmla="*/ 162437 h 174833"/>
              <a:gd name="csX6" fmla="*/ 61693 w 75309"/>
              <a:gd name="csY6" fmla="*/ 162437 h 174833"/>
              <a:gd name="csX7" fmla="*/ 61058 w 75309"/>
              <a:gd name="csY7" fmla="*/ 161041 h 174833"/>
              <a:gd name="csX8" fmla="*/ 61058 w 75309"/>
              <a:gd name="csY8" fmla="*/ 161041 h 174833"/>
              <a:gd name="csX9" fmla="*/ 60678 w 75309"/>
              <a:gd name="csY9" fmla="*/ 159772 h 174833"/>
              <a:gd name="csX10" fmla="*/ 50906 w 75309"/>
              <a:gd name="csY10" fmla="*/ 134265 h 174833"/>
              <a:gd name="csX11" fmla="*/ 75145 w 75309"/>
              <a:gd name="csY11" fmla="*/ 131473 h 174833"/>
              <a:gd name="csX12" fmla="*/ 9535 w 75309"/>
              <a:gd name="csY12" fmla="*/ 635 h 174833"/>
              <a:gd name="csX13" fmla="*/ 7251 w 75309"/>
              <a:gd name="csY13" fmla="*/ 1777 h 174833"/>
              <a:gd name="csX14" fmla="*/ 62835 w 75309"/>
              <a:gd name="csY14" fmla="*/ 125635 h 174833"/>
              <a:gd name="csX15" fmla="*/ 39231 w 75309"/>
              <a:gd name="csY15" fmla="*/ 126650 h 174833"/>
              <a:gd name="csX16" fmla="*/ 53317 w 75309"/>
              <a:gd name="csY16" fmla="*/ 160534 h 174833"/>
              <a:gd name="csX17" fmla="*/ 53317 w 75309"/>
              <a:gd name="csY17" fmla="*/ 161041 h 174833"/>
              <a:gd name="csX18" fmla="*/ 1414 w 75309"/>
              <a:gd name="csY18" fmla="*/ 162945 h 174833"/>
              <a:gd name="csX19" fmla="*/ 652 w 75309"/>
              <a:gd name="csY19" fmla="*/ 164595 h 174833"/>
            </a:gdLst>
            <a:ahLst/>
            <a:cxnLst/>
            <a:rect l="l" t="t" r="r" b="b"/>
            <a:pathLst>
              <a:path w="75309" h="174833">
                <a:moveTo>
                  <a:pt x="398" y="164722"/>
                </a:moveTo>
                <a:cubicBezTo>
                  <a:pt x="11947" y="173605"/>
                  <a:pt x="25018" y="176143"/>
                  <a:pt x="37708" y="174239"/>
                </a:cubicBezTo>
                <a:cubicBezTo>
                  <a:pt x="43419" y="173478"/>
                  <a:pt x="49002" y="171701"/>
                  <a:pt x="54205" y="169290"/>
                </a:cubicBezTo>
                <a:cubicBezTo>
                  <a:pt x="55221" y="168909"/>
                  <a:pt x="56236" y="168402"/>
                  <a:pt x="57251" y="167894"/>
                </a:cubicBezTo>
                <a:cubicBezTo>
                  <a:pt x="58139" y="167387"/>
                  <a:pt x="59028" y="167006"/>
                  <a:pt x="60043" y="166371"/>
                </a:cubicBezTo>
                <a:cubicBezTo>
                  <a:pt x="61566" y="165610"/>
                  <a:pt x="61947" y="163960"/>
                  <a:pt x="61693" y="162437"/>
                </a:cubicBezTo>
                <a:lnTo>
                  <a:pt x="61693" y="162437"/>
                </a:lnTo>
                <a:cubicBezTo>
                  <a:pt x="61693" y="162437"/>
                  <a:pt x="61312" y="161422"/>
                  <a:pt x="61058" y="161041"/>
                </a:cubicBezTo>
                <a:lnTo>
                  <a:pt x="61058" y="161041"/>
                </a:lnTo>
                <a:cubicBezTo>
                  <a:pt x="61058" y="161041"/>
                  <a:pt x="60678" y="159772"/>
                  <a:pt x="60678" y="159772"/>
                </a:cubicBezTo>
                <a:cubicBezTo>
                  <a:pt x="57378" y="149493"/>
                  <a:pt x="50906" y="134265"/>
                  <a:pt x="50906" y="134265"/>
                </a:cubicBezTo>
                <a:cubicBezTo>
                  <a:pt x="55348" y="134772"/>
                  <a:pt x="77429" y="136676"/>
                  <a:pt x="75145" y="131473"/>
                </a:cubicBezTo>
                <a:cubicBezTo>
                  <a:pt x="56997" y="88072"/>
                  <a:pt x="36693" y="39975"/>
                  <a:pt x="9535" y="635"/>
                </a:cubicBezTo>
                <a:cubicBezTo>
                  <a:pt x="8647" y="-761"/>
                  <a:pt x="6617" y="381"/>
                  <a:pt x="7251" y="1777"/>
                </a:cubicBezTo>
                <a:cubicBezTo>
                  <a:pt x="23114" y="44163"/>
                  <a:pt x="46211" y="83376"/>
                  <a:pt x="62835" y="125635"/>
                </a:cubicBezTo>
                <a:cubicBezTo>
                  <a:pt x="55982" y="125508"/>
                  <a:pt x="44561" y="124620"/>
                  <a:pt x="39231" y="126650"/>
                </a:cubicBezTo>
                <a:cubicBezTo>
                  <a:pt x="37962" y="127539"/>
                  <a:pt x="52175" y="155838"/>
                  <a:pt x="53317" y="160534"/>
                </a:cubicBezTo>
                <a:cubicBezTo>
                  <a:pt x="53317" y="160534"/>
                  <a:pt x="53317" y="160788"/>
                  <a:pt x="53317" y="161041"/>
                </a:cubicBezTo>
                <a:cubicBezTo>
                  <a:pt x="36947" y="169290"/>
                  <a:pt x="22099" y="168656"/>
                  <a:pt x="1414" y="162945"/>
                </a:cubicBezTo>
                <a:cubicBezTo>
                  <a:pt x="145" y="162564"/>
                  <a:pt x="-617" y="163833"/>
                  <a:pt x="652" y="164595"/>
                </a:cubicBezTo>
                <a:close/>
              </a:path>
            </a:pathLst>
          </a:custGeom>
          <a:solidFill>
            <a:srgbClr val="263238"/>
          </a:solidFill>
          <a:ln w="12677">
            <a:noFill/>
            <a:prstDash val="solid"/>
          </a:ln>
        </p:spPr>
        <p:txBody>
          <a:bodyPr/>
          <a:lstStyle/>
          <a:p>
            <a:endParaRPr/>
          </a:p>
        </p:txBody>
      </p:sp>
      <p:sp>
        <p:nvSpPr>
          <p:cNvPr id="51" name="Freeform: Shape 50">
            <a:extLst>
              <a:ext uri="{FF2B5EF4-FFF2-40B4-BE49-F238E27FC236}">
                <a16:creationId xmlns:a16="http://schemas.microsoft.com/office/drawing/2014/main" id="{8C3419A1-77F5-6449-0601-A41AFEAD20B5}"/>
              </a:ext>
            </a:extLst>
          </p:cNvPr>
          <p:cNvSpPr>
            <a:spLocks noGrp="1"/>
          </p:cNvSpPr>
          <p:nvPr/>
        </p:nvSpPr>
        <p:spPr>
          <a:xfrm>
            <a:off x="6686184" y="2227890"/>
            <a:ext cx="30238" cy="20296"/>
          </a:xfrm>
          <a:custGeom>
            <a:avLst/>
            <a:gdLst>
              <a:gd name="csX0" fmla="*/ 46531 w 46531"/>
              <a:gd name="csY0" fmla="*/ 1904 h 32290"/>
              <a:gd name="csX1" fmla="*/ 30922 w 46531"/>
              <a:gd name="csY1" fmla="*/ 26142 h 32290"/>
              <a:gd name="csX2" fmla="*/ 16582 w 46531"/>
              <a:gd name="csY2" fmla="*/ 32234 h 32290"/>
              <a:gd name="csX3" fmla="*/ 338 w 46531"/>
              <a:gd name="csY3" fmla="*/ 14467 h 32290"/>
              <a:gd name="csX4" fmla="*/ 592 w 46531"/>
              <a:gd name="csY4" fmla="*/ 0 h 32290"/>
              <a:gd name="csX5" fmla="*/ 46531 w 46531"/>
              <a:gd name="csY5" fmla="*/ 1904 h 32290"/>
            </a:gdLst>
            <a:ahLst/>
            <a:cxnLst/>
            <a:rect l="l" t="t" r="r" b="b"/>
            <a:pathLst>
              <a:path w="46531" h="32290">
                <a:moveTo>
                  <a:pt x="46531" y="1904"/>
                </a:moveTo>
                <a:cubicBezTo>
                  <a:pt x="46531" y="1904"/>
                  <a:pt x="41709" y="17386"/>
                  <a:pt x="30922" y="26142"/>
                </a:cubicBezTo>
                <a:cubicBezTo>
                  <a:pt x="26861" y="29442"/>
                  <a:pt x="22166" y="31726"/>
                  <a:pt x="16582" y="32234"/>
                </a:cubicBezTo>
                <a:cubicBezTo>
                  <a:pt x="5034" y="33122"/>
                  <a:pt x="1354" y="23477"/>
                  <a:pt x="338" y="14467"/>
                </a:cubicBezTo>
                <a:cubicBezTo>
                  <a:pt x="-550" y="7107"/>
                  <a:pt x="592" y="0"/>
                  <a:pt x="592" y="0"/>
                </a:cubicBezTo>
                <a:cubicBezTo>
                  <a:pt x="592" y="0"/>
                  <a:pt x="21150" y="9010"/>
                  <a:pt x="46531" y="1904"/>
                </a:cubicBezTo>
                <a:close/>
              </a:path>
            </a:pathLst>
          </a:custGeom>
          <a:solidFill>
            <a:srgbClr val="263238"/>
          </a:solidFill>
          <a:ln w="12677">
            <a:noFill/>
            <a:prstDash val="solid"/>
          </a:ln>
        </p:spPr>
        <p:txBody>
          <a:bodyPr/>
          <a:lstStyle/>
          <a:p>
            <a:endParaRPr/>
          </a:p>
        </p:txBody>
      </p:sp>
      <p:sp>
        <p:nvSpPr>
          <p:cNvPr id="52" name="Freeform: Shape 51">
            <a:extLst>
              <a:ext uri="{FF2B5EF4-FFF2-40B4-BE49-F238E27FC236}">
                <a16:creationId xmlns:a16="http://schemas.microsoft.com/office/drawing/2014/main" id="{DC54FDF7-2646-BFA2-78D3-2E33B95B00F7}"/>
              </a:ext>
            </a:extLst>
          </p:cNvPr>
          <p:cNvSpPr>
            <a:spLocks noGrp="1"/>
          </p:cNvSpPr>
          <p:nvPr/>
        </p:nvSpPr>
        <p:spPr>
          <a:xfrm>
            <a:off x="6686321" y="2236339"/>
            <a:ext cx="19874" cy="11766"/>
          </a:xfrm>
          <a:custGeom>
            <a:avLst/>
            <a:gdLst>
              <a:gd name="csX0" fmla="*/ 30584 w 30583"/>
              <a:gd name="csY0" fmla="*/ 12572 h 18720"/>
              <a:gd name="csX1" fmla="*/ 16244 w 30583"/>
              <a:gd name="csY1" fmla="*/ 18663 h 18720"/>
              <a:gd name="csX2" fmla="*/ 0 w 30583"/>
              <a:gd name="csY2" fmla="*/ 897 h 18720"/>
              <a:gd name="csX3" fmla="*/ 30584 w 30583"/>
              <a:gd name="csY3" fmla="*/ 12572 h 18720"/>
            </a:gdLst>
            <a:ahLst/>
            <a:cxnLst/>
            <a:rect l="l" t="t" r="r" b="b"/>
            <a:pathLst>
              <a:path w="30583" h="18720">
                <a:moveTo>
                  <a:pt x="30584" y="12572"/>
                </a:moveTo>
                <a:cubicBezTo>
                  <a:pt x="26523" y="15872"/>
                  <a:pt x="21827" y="18156"/>
                  <a:pt x="16244" y="18663"/>
                </a:cubicBezTo>
                <a:cubicBezTo>
                  <a:pt x="4695" y="19552"/>
                  <a:pt x="1015" y="9907"/>
                  <a:pt x="0" y="897"/>
                </a:cubicBezTo>
                <a:cubicBezTo>
                  <a:pt x="11802" y="-1895"/>
                  <a:pt x="25762" y="1785"/>
                  <a:pt x="30584" y="12572"/>
                </a:cubicBezTo>
                <a:close/>
              </a:path>
            </a:pathLst>
          </a:custGeom>
          <a:solidFill>
            <a:srgbClr val="FF9BBC"/>
          </a:solidFill>
          <a:ln w="12677">
            <a:noFill/>
            <a:prstDash val="solid"/>
          </a:ln>
        </p:spPr>
        <p:txBody>
          <a:bodyPr/>
          <a:lstStyle/>
          <a:p>
            <a:endParaRPr/>
          </a:p>
        </p:txBody>
      </p:sp>
      <p:sp>
        <p:nvSpPr>
          <p:cNvPr id="41" name="Freeform: Shape 40">
            <a:extLst>
              <a:ext uri="{FF2B5EF4-FFF2-40B4-BE49-F238E27FC236}">
                <a16:creationId xmlns:a16="http://schemas.microsoft.com/office/drawing/2014/main" id="{074A7392-4326-A54D-D3FF-3FDBEFE19A3D}"/>
              </a:ext>
            </a:extLst>
          </p:cNvPr>
          <p:cNvSpPr>
            <a:spLocks noGrp="1"/>
          </p:cNvSpPr>
          <p:nvPr/>
        </p:nvSpPr>
        <p:spPr>
          <a:xfrm>
            <a:off x="6446863" y="1950248"/>
            <a:ext cx="298536" cy="341027"/>
          </a:xfrm>
          <a:custGeom>
            <a:avLst/>
            <a:gdLst>
              <a:gd name="csX0" fmla="*/ 216195 w 459390"/>
              <a:gd name="csY0" fmla="*/ 540571 h 542558"/>
              <a:gd name="csX1" fmla="*/ 183581 w 459390"/>
              <a:gd name="csY1" fmla="*/ 536003 h 542558"/>
              <a:gd name="csX2" fmla="*/ 128378 w 459390"/>
              <a:gd name="csY2" fmla="*/ 478388 h 542558"/>
              <a:gd name="csX3" fmla="*/ 91576 w 459390"/>
              <a:gd name="csY3" fmla="*/ 468871 h 542558"/>
              <a:gd name="csX4" fmla="*/ 67337 w 459390"/>
              <a:gd name="csY4" fmla="*/ 421028 h 542558"/>
              <a:gd name="csX5" fmla="*/ 8200 w 459390"/>
              <a:gd name="csY5" fmla="*/ 385241 h 542558"/>
              <a:gd name="csX6" fmla="*/ 17083 w 459390"/>
              <a:gd name="csY6" fmla="*/ 301358 h 542558"/>
              <a:gd name="csX7" fmla="*/ 8834 w 459390"/>
              <a:gd name="csY7" fmla="*/ 231815 h 542558"/>
              <a:gd name="csX8" fmla="*/ 65814 w 459390"/>
              <a:gd name="csY8" fmla="*/ 175977 h 542558"/>
              <a:gd name="csX9" fmla="*/ 88403 w 459390"/>
              <a:gd name="csY9" fmla="*/ 98312 h 542558"/>
              <a:gd name="csX10" fmla="*/ 165560 w 459390"/>
              <a:gd name="csY10" fmla="*/ 74454 h 542558"/>
              <a:gd name="csX11" fmla="*/ 213530 w 459390"/>
              <a:gd name="csY11" fmla="*/ 6561 h 542558"/>
              <a:gd name="csX12" fmla="*/ 354520 w 459390"/>
              <a:gd name="csY12" fmla="*/ 51739 h 542558"/>
              <a:gd name="csX13" fmla="*/ 376347 w 459390"/>
              <a:gd name="csY13" fmla="*/ 120774 h 542558"/>
              <a:gd name="csX14" fmla="*/ 430408 w 459390"/>
              <a:gd name="csY14" fmla="*/ 156307 h 542558"/>
              <a:gd name="csX15" fmla="*/ 436880 w 459390"/>
              <a:gd name="csY15" fmla="*/ 212779 h 542558"/>
              <a:gd name="csX16" fmla="*/ 456931 w 459390"/>
              <a:gd name="csY16" fmla="*/ 254530 h 542558"/>
              <a:gd name="csX17" fmla="*/ 454139 w 459390"/>
              <a:gd name="csY17" fmla="*/ 291840 h 542558"/>
              <a:gd name="csX18" fmla="*/ 350966 w 459390"/>
              <a:gd name="csY18" fmla="*/ 154911 h 542558"/>
              <a:gd name="csX19" fmla="*/ 305789 w 459390"/>
              <a:gd name="csY19" fmla="*/ 134987 h 542558"/>
              <a:gd name="csX20" fmla="*/ 302489 w 459390"/>
              <a:gd name="csY20" fmla="*/ 180799 h 542558"/>
              <a:gd name="csX21" fmla="*/ 226093 w 459390"/>
              <a:gd name="csY21" fmla="*/ 188921 h 542558"/>
              <a:gd name="csX22" fmla="*/ 212768 w 459390"/>
              <a:gd name="csY22" fmla="*/ 282830 h 542558"/>
              <a:gd name="csX23" fmla="*/ 167464 w 459390"/>
              <a:gd name="csY23" fmla="*/ 325596 h 542558"/>
              <a:gd name="csX24" fmla="*/ 200205 w 459390"/>
              <a:gd name="csY24" fmla="*/ 384353 h 542558"/>
              <a:gd name="csX25" fmla="*/ 211626 w 459390"/>
              <a:gd name="csY25" fmla="*/ 424201 h 542558"/>
              <a:gd name="csX26" fmla="*/ 192464 w 459390"/>
              <a:gd name="csY26" fmla="*/ 436129 h 542558"/>
              <a:gd name="csX27" fmla="*/ 152997 w 459390"/>
              <a:gd name="csY27" fmla="*/ 432957 h 542558"/>
              <a:gd name="csX28" fmla="*/ 216068 w 459390"/>
              <a:gd name="csY28" fmla="*/ 540571 h 542558"/>
            </a:gdLst>
            <a:ahLst/>
            <a:cxnLst/>
            <a:rect l="l" t="t" r="r" b="b"/>
            <a:pathLst>
              <a:path w="459390" h="542558">
                <a:moveTo>
                  <a:pt x="216195" y="540571"/>
                </a:moveTo>
                <a:cubicBezTo>
                  <a:pt x="216195" y="540571"/>
                  <a:pt x="194494" y="547297"/>
                  <a:pt x="183581" y="536003"/>
                </a:cubicBezTo>
                <a:cubicBezTo>
                  <a:pt x="172667" y="524835"/>
                  <a:pt x="171779" y="482449"/>
                  <a:pt x="128378" y="478388"/>
                </a:cubicBezTo>
                <a:cubicBezTo>
                  <a:pt x="113276" y="476992"/>
                  <a:pt x="101855" y="477500"/>
                  <a:pt x="91576" y="468871"/>
                </a:cubicBezTo>
                <a:cubicBezTo>
                  <a:pt x="72540" y="453008"/>
                  <a:pt x="76601" y="432576"/>
                  <a:pt x="67337" y="421028"/>
                </a:cubicBezTo>
                <a:cubicBezTo>
                  <a:pt x="55916" y="406815"/>
                  <a:pt x="25205" y="415444"/>
                  <a:pt x="8200" y="385241"/>
                </a:cubicBezTo>
                <a:cubicBezTo>
                  <a:pt x="-14389" y="345013"/>
                  <a:pt x="16829" y="318490"/>
                  <a:pt x="17083" y="301358"/>
                </a:cubicBezTo>
                <a:cubicBezTo>
                  <a:pt x="17337" y="284226"/>
                  <a:pt x="-49" y="266586"/>
                  <a:pt x="8834" y="231815"/>
                </a:cubicBezTo>
                <a:cubicBezTo>
                  <a:pt x="16956" y="199835"/>
                  <a:pt x="51474" y="193744"/>
                  <a:pt x="65814" y="175977"/>
                </a:cubicBezTo>
                <a:cubicBezTo>
                  <a:pt x="81169" y="157068"/>
                  <a:pt x="60484" y="128769"/>
                  <a:pt x="88403" y="98312"/>
                </a:cubicBezTo>
                <a:cubicBezTo>
                  <a:pt x="108708" y="76104"/>
                  <a:pt x="149824" y="86764"/>
                  <a:pt x="165560" y="74454"/>
                </a:cubicBezTo>
                <a:cubicBezTo>
                  <a:pt x="190307" y="55038"/>
                  <a:pt x="179266" y="27627"/>
                  <a:pt x="213530" y="6561"/>
                </a:cubicBezTo>
                <a:cubicBezTo>
                  <a:pt x="251728" y="-16916"/>
                  <a:pt x="335230" y="28388"/>
                  <a:pt x="354520" y="51739"/>
                </a:cubicBezTo>
                <a:cubicBezTo>
                  <a:pt x="375967" y="77881"/>
                  <a:pt x="362769" y="104277"/>
                  <a:pt x="376347" y="120774"/>
                </a:cubicBezTo>
                <a:cubicBezTo>
                  <a:pt x="396017" y="144378"/>
                  <a:pt x="419114" y="132703"/>
                  <a:pt x="430408" y="156307"/>
                </a:cubicBezTo>
                <a:cubicBezTo>
                  <a:pt x="441576" y="179657"/>
                  <a:pt x="431043" y="197424"/>
                  <a:pt x="436880" y="212779"/>
                </a:cubicBezTo>
                <a:cubicBezTo>
                  <a:pt x="444875" y="233591"/>
                  <a:pt x="450332" y="236383"/>
                  <a:pt x="456931" y="254530"/>
                </a:cubicBezTo>
                <a:cubicBezTo>
                  <a:pt x="463784" y="273185"/>
                  <a:pt x="454139" y="291840"/>
                  <a:pt x="454139" y="291840"/>
                </a:cubicBezTo>
                <a:cubicBezTo>
                  <a:pt x="454139" y="291840"/>
                  <a:pt x="407946" y="202881"/>
                  <a:pt x="350966" y="154911"/>
                </a:cubicBezTo>
                <a:cubicBezTo>
                  <a:pt x="331931" y="138921"/>
                  <a:pt x="312007" y="130673"/>
                  <a:pt x="305789" y="134987"/>
                </a:cubicBezTo>
                <a:cubicBezTo>
                  <a:pt x="297794" y="140571"/>
                  <a:pt x="316449" y="172043"/>
                  <a:pt x="302489" y="180799"/>
                </a:cubicBezTo>
                <a:cubicBezTo>
                  <a:pt x="288530" y="189556"/>
                  <a:pt x="241956" y="167855"/>
                  <a:pt x="226093" y="188921"/>
                </a:cubicBezTo>
                <a:cubicBezTo>
                  <a:pt x="205027" y="216967"/>
                  <a:pt x="235865" y="255926"/>
                  <a:pt x="212768" y="282830"/>
                </a:cubicBezTo>
                <a:cubicBezTo>
                  <a:pt x="189672" y="309733"/>
                  <a:pt x="170383" y="307957"/>
                  <a:pt x="167464" y="325596"/>
                </a:cubicBezTo>
                <a:cubicBezTo>
                  <a:pt x="163911" y="347551"/>
                  <a:pt x="185104" y="353769"/>
                  <a:pt x="200205" y="384353"/>
                </a:cubicBezTo>
                <a:cubicBezTo>
                  <a:pt x="213784" y="411891"/>
                  <a:pt x="211626" y="424201"/>
                  <a:pt x="211626" y="424201"/>
                </a:cubicBezTo>
                <a:lnTo>
                  <a:pt x="192464" y="436129"/>
                </a:lnTo>
                <a:cubicBezTo>
                  <a:pt x="192464" y="436129"/>
                  <a:pt x="159342" y="426358"/>
                  <a:pt x="152997" y="432957"/>
                </a:cubicBezTo>
                <a:cubicBezTo>
                  <a:pt x="146652" y="439556"/>
                  <a:pt x="216068" y="540571"/>
                  <a:pt x="216068" y="540571"/>
                </a:cubicBezTo>
                <a:close/>
              </a:path>
            </a:pathLst>
          </a:custGeom>
          <a:solidFill>
            <a:srgbClr val="263238"/>
          </a:solidFill>
          <a:ln w="12677">
            <a:noFill/>
            <a:prstDash val="solid"/>
          </a:ln>
        </p:spPr>
        <p:txBody>
          <a:bodyPr/>
          <a:lstStyle/>
          <a:p>
            <a:endParaRPr/>
          </a:p>
        </p:txBody>
      </p:sp>
      <p:sp>
        <p:nvSpPr>
          <p:cNvPr id="42" name="Freeform: Shape 41">
            <a:extLst>
              <a:ext uri="{FF2B5EF4-FFF2-40B4-BE49-F238E27FC236}">
                <a16:creationId xmlns:a16="http://schemas.microsoft.com/office/drawing/2014/main" id="{E082F40B-1889-4D7C-1B9F-5D3B2329BDAF}"/>
              </a:ext>
            </a:extLst>
          </p:cNvPr>
          <p:cNvSpPr>
            <a:spLocks noGrp="1"/>
          </p:cNvSpPr>
          <p:nvPr/>
        </p:nvSpPr>
        <p:spPr>
          <a:xfrm>
            <a:off x="6439079" y="2124912"/>
            <a:ext cx="54677" cy="93405"/>
          </a:xfrm>
          <a:custGeom>
            <a:avLst/>
            <a:gdLst>
              <a:gd name="csX0" fmla="*/ 25890 w 84138"/>
              <a:gd name="csY0" fmla="*/ 0 h 148604"/>
              <a:gd name="csX1" fmla="*/ 8885 w 84138"/>
              <a:gd name="csY1" fmla="*/ 95812 h 148604"/>
              <a:gd name="csX2" fmla="*/ 62819 w 84138"/>
              <a:gd name="csY2" fmla="*/ 135787 h 148604"/>
              <a:gd name="csX3" fmla="*/ 84139 w 84138"/>
              <a:gd name="csY3" fmla="*/ 148604 h 148604"/>
              <a:gd name="csX4" fmla="*/ 62184 w 84138"/>
              <a:gd name="csY4" fmla="*/ 139848 h 148604"/>
              <a:gd name="csX5" fmla="*/ 14088 w 84138"/>
              <a:gd name="csY5" fmla="*/ 121320 h 148604"/>
              <a:gd name="csX6" fmla="*/ 2920 w 84138"/>
              <a:gd name="csY6" fmla="*/ 70812 h 148604"/>
              <a:gd name="csX7" fmla="*/ 25890 w 84138"/>
              <a:gd name="csY7" fmla="*/ 0 h 148604"/>
              <a:gd name="csX8" fmla="*/ 25890 w 84138"/>
              <a:gd name="csY8" fmla="*/ 0 h 148604"/>
            </a:gdLst>
            <a:ahLst/>
            <a:cxnLst/>
            <a:rect l="l" t="t" r="r" b="b"/>
            <a:pathLst>
              <a:path w="84138" h="148604">
                <a:moveTo>
                  <a:pt x="25890" y="0"/>
                </a:moveTo>
                <a:cubicBezTo>
                  <a:pt x="37819" y="32995"/>
                  <a:pt x="2032" y="63071"/>
                  <a:pt x="8885" y="95812"/>
                </a:cubicBezTo>
                <a:cubicBezTo>
                  <a:pt x="16372" y="121954"/>
                  <a:pt x="37565" y="131726"/>
                  <a:pt x="62819" y="135787"/>
                </a:cubicBezTo>
                <a:cubicBezTo>
                  <a:pt x="70687" y="137690"/>
                  <a:pt x="81220" y="139848"/>
                  <a:pt x="84139" y="148604"/>
                </a:cubicBezTo>
                <a:cubicBezTo>
                  <a:pt x="79570" y="140990"/>
                  <a:pt x="70179" y="140736"/>
                  <a:pt x="62184" y="139848"/>
                </a:cubicBezTo>
                <a:cubicBezTo>
                  <a:pt x="45179" y="138706"/>
                  <a:pt x="26144" y="135152"/>
                  <a:pt x="14088" y="121320"/>
                </a:cubicBezTo>
                <a:cubicBezTo>
                  <a:pt x="1271" y="107614"/>
                  <a:pt x="-3679" y="88325"/>
                  <a:pt x="2920" y="70812"/>
                </a:cubicBezTo>
                <a:cubicBezTo>
                  <a:pt x="9773" y="46701"/>
                  <a:pt x="30078" y="26142"/>
                  <a:pt x="25890" y="0"/>
                </a:cubicBezTo>
                <a:lnTo>
                  <a:pt x="25890" y="0"/>
                </a:lnTo>
                <a:close/>
              </a:path>
            </a:pathLst>
          </a:custGeom>
          <a:solidFill>
            <a:srgbClr val="263238"/>
          </a:solidFill>
          <a:ln w="12677">
            <a:noFill/>
            <a:prstDash val="solid"/>
          </a:ln>
        </p:spPr>
        <p:txBody>
          <a:bodyPr/>
          <a:lstStyle/>
          <a:p>
            <a:endParaRPr/>
          </a:p>
        </p:txBody>
      </p:sp>
      <p:sp>
        <p:nvSpPr>
          <p:cNvPr id="43" name="Freeform: Shape 42">
            <a:extLst>
              <a:ext uri="{FF2B5EF4-FFF2-40B4-BE49-F238E27FC236}">
                <a16:creationId xmlns:a16="http://schemas.microsoft.com/office/drawing/2014/main" id="{D6B87014-F7BD-9AD0-DF6E-5EC0112EDD98}"/>
              </a:ext>
            </a:extLst>
          </p:cNvPr>
          <p:cNvSpPr>
            <a:spLocks noGrp="1"/>
          </p:cNvSpPr>
          <p:nvPr/>
        </p:nvSpPr>
        <p:spPr>
          <a:xfrm>
            <a:off x="6698526" y="2032463"/>
            <a:ext cx="37997" cy="51608"/>
          </a:xfrm>
          <a:custGeom>
            <a:avLst/>
            <a:gdLst>
              <a:gd name="csX0" fmla="*/ 0 w 58471"/>
              <a:gd name="csY0" fmla="*/ 0 h 82106"/>
              <a:gd name="csX1" fmla="*/ 44797 w 58471"/>
              <a:gd name="csY1" fmla="*/ 9391 h 82106"/>
              <a:gd name="csX2" fmla="*/ 51015 w 58471"/>
              <a:gd name="csY2" fmla="*/ 67893 h 82106"/>
              <a:gd name="csX3" fmla="*/ 49619 w 58471"/>
              <a:gd name="csY3" fmla="*/ 82107 h 82106"/>
              <a:gd name="csX4" fmla="*/ 47208 w 58471"/>
              <a:gd name="csY4" fmla="*/ 67132 h 82106"/>
              <a:gd name="csX5" fmla="*/ 47970 w 58471"/>
              <a:gd name="csY5" fmla="*/ 25761 h 82106"/>
              <a:gd name="csX6" fmla="*/ 28426 w 58471"/>
              <a:gd name="csY6" fmla="*/ 9010 h 82106"/>
              <a:gd name="csX7" fmla="*/ 127 w 58471"/>
              <a:gd name="csY7" fmla="*/ 0 h 82106"/>
              <a:gd name="csX8" fmla="*/ 127 w 58471"/>
              <a:gd name="csY8" fmla="*/ 0 h 82106"/>
            </a:gdLst>
            <a:ahLst/>
            <a:cxnLst/>
            <a:rect l="l" t="t" r="r" b="b"/>
            <a:pathLst>
              <a:path w="58471" h="82106">
                <a:moveTo>
                  <a:pt x="0" y="0"/>
                </a:moveTo>
                <a:cubicBezTo>
                  <a:pt x="14594" y="3553"/>
                  <a:pt x="31853" y="-1015"/>
                  <a:pt x="44797" y="9391"/>
                </a:cubicBezTo>
                <a:cubicBezTo>
                  <a:pt x="65228" y="26142"/>
                  <a:pt x="58756" y="46701"/>
                  <a:pt x="51015" y="67893"/>
                </a:cubicBezTo>
                <a:cubicBezTo>
                  <a:pt x="49619" y="72462"/>
                  <a:pt x="48477" y="77157"/>
                  <a:pt x="49619" y="82107"/>
                </a:cubicBezTo>
                <a:cubicBezTo>
                  <a:pt x="46827" y="77792"/>
                  <a:pt x="46701" y="72081"/>
                  <a:pt x="47208" y="67132"/>
                </a:cubicBezTo>
                <a:cubicBezTo>
                  <a:pt x="48604" y="53553"/>
                  <a:pt x="54442" y="37817"/>
                  <a:pt x="47970" y="25761"/>
                </a:cubicBezTo>
                <a:cubicBezTo>
                  <a:pt x="44036" y="17766"/>
                  <a:pt x="37183" y="11548"/>
                  <a:pt x="28426" y="9010"/>
                </a:cubicBezTo>
                <a:cubicBezTo>
                  <a:pt x="19670" y="6345"/>
                  <a:pt x="8629" y="5584"/>
                  <a:pt x="127" y="0"/>
                </a:cubicBezTo>
                <a:lnTo>
                  <a:pt x="127" y="0"/>
                </a:lnTo>
                <a:close/>
              </a:path>
            </a:pathLst>
          </a:custGeom>
          <a:solidFill>
            <a:srgbClr val="263238"/>
          </a:solidFill>
          <a:ln w="12677">
            <a:noFill/>
            <a:prstDash val="solid"/>
          </a:ln>
        </p:spPr>
        <p:txBody>
          <a:bodyPr/>
          <a:lstStyle/>
          <a:p>
            <a:endParaRPr/>
          </a:p>
        </p:txBody>
      </p:sp>
      <p:sp>
        <p:nvSpPr>
          <p:cNvPr id="39" name="Freeform: Shape 38">
            <a:extLst>
              <a:ext uri="{FF2B5EF4-FFF2-40B4-BE49-F238E27FC236}">
                <a16:creationId xmlns:a16="http://schemas.microsoft.com/office/drawing/2014/main" id="{BEA716C7-ED3D-9069-ECD1-28E983B0F890}"/>
              </a:ext>
            </a:extLst>
          </p:cNvPr>
          <p:cNvSpPr>
            <a:spLocks noGrp="1"/>
          </p:cNvSpPr>
          <p:nvPr/>
        </p:nvSpPr>
        <p:spPr>
          <a:xfrm>
            <a:off x="6517630" y="2199850"/>
            <a:ext cx="75665" cy="75660"/>
          </a:xfrm>
          <a:custGeom>
            <a:avLst/>
            <a:gdLst>
              <a:gd name="csX0" fmla="*/ 92450 w 116435"/>
              <a:gd name="csY0" fmla="*/ 37503 h 120372"/>
              <a:gd name="csX1" fmla="*/ 6663 w 116435"/>
              <a:gd name="csY1" fmla="*/ 5523 h 120372"/>
              <a:gd name="csX2" fmla="*/ 73542 w 116435"/>
              <a:gd name="csY2" fmla="*/ 119863 h 120372"/>
              <a:gd name="csX3" fmla="*/ 116435 w 116435"/>
              <a:gd name="csY3" fmla="*/ 90422 h 120372"/>
              <a:gd name="csX4" fmla="*/ 92450 w 116435"/>
              <a:gd name="csY4" fmla="*/ 37503 h 120372"/>
            </a:gdLst>
            <a:ahLst/>
            <a:cxnLst/>
            <a:rect l="l" t="t" r="r" b="b"/>
            <a:pathLst>
              <a:path w="116435" h="120372">
                <a:moveTo>
                  <a:pt x="92450" y="37503"/>
                </a:moveTo>
                <a:cubicBezTo>
                  <a:pt x="92450" y="37503"/>
                  <a:pt x="32425" y="-17193"/>
                  <a:pt x="6663" y="5523"/>
                </a:cubicBezTo>
                <a:cubicBezTo>
                  <a:pt x="-19225" y="28366"/>
                  <a:pt x="36105" y="114787"/>
                  <a:pt x="73542" y="119863"/>
                </a:cubicBezTo>
                <a:cubicBezTo>
                  <a:pt x="110978" y="124939"/>
                  <a:pt x="116435" y="90422"/>
                  <a:pt x="116435" y="90422"/>
                </a:cubicBezTo>
                <a:lnTo>
                  <a:pt x="92450" y="37503"/>
                </a:lnTo>
                <a:close/>
              </a:path>
            </a:pathLst>
          </a:custGeom>
          <a:solidFill>
            <a:srgbClr val="EB9481"/>
          </a:solidFill>
          <a:ln w="12677">
            <a:noFill/>
            <a:prstDash val="solid"/>
          </a:ln>
        </p:spPr>
        <p:txBody>
          <a:bodyPr/>
          <a:lstStyle/>
          <a:p>
            <a:endParaRPr/>
          </a:p>
        </p:txBody>
      </p:sp>
      <p:sp>
        <p:nvSpPr>
          <p:cNvPr id="40" name="Freeform: Shape 39">
            <a:extLst>
              <a:ext uri="{FF2B5EF4-FFF2-40B4-BE49-F238E27FC236}">
                <a16:creationId xmlns:a16="http://schemas.microsoft.com/office/drawing/2014/main" id="{E3E783BD-CBBF-2713-7E8A-CC69ABC5A32A}"/>
              </a:ext>
            </a:extLst>
          </p:cNvPr>
          <p:cNvSpPr>
            <a:spLocks noGrp="1"/>
          </p:cNvSpPr>
          <p:nvPr/>
        </p:nvSpPr>
        <p:spPr>
          <a:xfrm>
            <a:off x="6532535" y="2218584"/>
            <a:ext cx="48591" cy="43122"/>
          </a:xfrm>
          <a:custGeom>
            <a:avLst/>
            <a:gdLst>
              <a:gd name="csX0" fmla="*/ 226 w 74773"/>
              <a:gd name="csY0" fmla="*/ 211 h 68605"/>
              <a:gd name="csX1" fmla="*/ 226 w 74773"/>
              <a:gd name="csY1" fmla="*/ 1227 h 68605"/>
              <a:gd name="csX2" fmla="*/ 58601 w 74773"/>
              <a:gd name="csY2" fmla="*/ 46531 h 68605"/>
              <a:gd name="csX3" fmla="*/ 28398 w 74773"/>
              <a:gd name="csY3" fmla="*/ 47800 h 68605"/>
              <a:gd name="csX4" fmla="*/ 29287 w 74773"/>
              <a:gd name="csY4" fmla="*/ 48942 h 68605"/>
              <a:gd name="csX5" fmla="*/ 54794 w 74773"/>
              <a:gd name="csY5" fmla="*/ 51100 h 68605"/>
              <a:gd name="csX6" fmla="*/ 70530 w 74773"/>
              <a:gd name="csY6" fmla="*/ 67851 h 68605"/>
              <a:gd name="csX7" fmla="*/ 74464 w 74773"/>
              <a:gd name="csY7" fmla="*/ 65440 h 68605"/>
              <a:gd name="csX8" fmla="*/ 74083 w 74773"/>
              <a:gd name="csY8" fmla="*/ 64932 h 68605"/>
              <a:gd name="csX9" fmla="*/ 99 w 74773"/>
              <a:gd name="csY9" fmla="*/ 338 h 68605"/>
            </a:gdLst>
            <a:ahLst/>
            <a:cxnLst/>
            <a:rect l="l" t="t" r="r" b="b"/>
            <a:pathLst>
              <a:path w="74773" h="68605">
                <a:moveTo>
                  <a:pt x="226" y="211"/>
                </a:moveTo>
                <a:cubicBezTo>
                  <a:pt x="226" y="211"/>
                  <a:pt x="-282" y="1100"/>
                  <a:pt x="226" y="1227"/>
                </a:cubicBezTo>
                <a:cubicBezTo>
                  <a:pt x="26622" y="5668"/>
                  <a:pt x="44515" y="25211"/>
                  <a:pt x="58601" y="46531"/>
                </a:cubicBezTo>
                <a:cubicBezTo>
                  <a:pt x="49337" y="39171"/>
                  <a:pt x="38424" y="36506"/>
                  <a:pt x="28398" y="47800"/>
                </a:cubicBezTo>
                <a:cubicBezTo>
                  <a:pt x="27891" y="48435"/>
                  <a:pt x="28652" y="49196"/>
                  <a:pt x="29287" y="48942"/>
                </a:cubicBezTo>
                <a:cubicBezTo>
                  <a:pt x="38804" y="44628"/>
                  <a:pt x="46292" y="44755"/>
                  <a:pt x="54794" y="51100"/>
                </a:cubicBezTo>
                <a:cubicBezTo>
                  <a:pt x="60759" y="55668"/>
                  <a:pt x="65708" y="62013"/>
                  <a:pt x="70530" y="67851"/>
                </a:cubicBezTo>
                <a:cubicBezTo>
                  <a:pt x="72180" y="69755"/>
                  <a:pt x="75860" y="67724"/>
                  <a:pt x="74464" y="65440"/>
                </a:cubicBezTo>
                <a:cubicBezTo>
                  <a:pt x="74464" y="65313"/>
                  <a:pt x="74210" y="65059"/>
                  <a:pt x="74083" y="64932"/>
                </a:cubicBezTo>
                <a:cubicBezTo>
                  <a:pt x="67738" y="33841"/>
                  <a:pt x="33982" y="-3976"/>
                  <a:pt x="99" y="338"/>
                </a:cubicBezTo>
                <a:close/>
              </a:path>
            </a:pathLst>
          </a:custGeom>
          <a:solidFill>
            <a:srgbClr val="263238"/>
          </a:solidFill>
          <a:ln w="12677">
            <a:noFill/>
            <a:prstDash val="solid"/>
          </a:ln>
        </p:spPr>
        <p:txBody>
          <a:bodyPr/>
          <a:lstStyle/>
          <a:p>
            <a:endParaRPr/>
          </a:p>
        </p:txBody>
      </p:sp>
      <p:sp>
        <p:nvSpPr>
          <p:cNvPr id="20" name="Freeform: Shape 19">
            <a:extLst>
              <a:ext uri="{FF2B5EF4-FFF2-40B4-BE49-F238E27FC236}">
                <a16:creationId xmlns:a16="http://schemas.microsoft.com/office/drawing/2014/main" id="{6D5B6B19-0184-CFB2-11B8-CC0D9D25127E}"/>
              </a:ext>
            </a:extLst>
          </p:cNvPr>
          <p:cNvSpPr>
            <a:spLocks noGrp="1"/>
          </p:cNvSpPr>
          <p:nvPr/>
        </p:nvSpPr>
        <p:spPr>
          <a:xfrm>
            <a:off x="5990862" y="1757191"/>
            <a:ext cx="359811" cy="333740"/>
          </a:xfrm>
          <a:custGeom>
            <a:avLst/>
            <a:gdLst>
              <a:gd name="csX0" fmla="*/ 0 w 553680"/>
              <a:gd name="csY0" fmla="*/ 265482 h 530964"/>
              <a:gd name="csX1" fmla="*/ 265482 w 553680"/>
              <a:gd name="csY1" fmla="*/ 530965 h 530964"/>
              <a:gd name="csX2" fmla="*/ 423604 w 553680"/>
              <a:gd name="csY2" fmla="*/ 478553 h 530964"/>
              <a:gd name="csX3" fmla="*/ 553680 w 553680"/>
              <a:gd name="csY3" fmla="*/ 511802 h 530964"/>
              <a:gd name="csX4" fmla="*/ 499492 w 553680"/>
              <a:gd name="csY4" fmla="*/ 390736 h 530964"/>
              <a:gd name="csX5" fmla="*/ 530965 w 553680"/>
              <a:gd name="csY5" fmla="*/ 265482 h 530964"/>
              <a:gd name="csX6" fmla="*/ 265482 w 553680"/>
              <a:gd name="csY6" fmla="*/ 0 h 530964"/>
              <a:gd name="csX7" fmla="*/ 0 w 553680"/>
              <a:gd name="csY7" fmla="*/ 265482 h 530964"/>
            </a:gdLst>
            <a:ahLst/>
            <a:cxnLst/>
            <a:rect l="l" t="t" r="r" b="b"/>
            <a:pathLst>
              <a:path w="553680" h="530964">
                <a:moveTo>
                  <a:pt x="0" y="265482"/>
                </a:moveTo>
                <a:cubicBezTo>
                  <a:pt x="0" y="412056"/>
                  <a:pt x="118909" y="530965"/>
                  <a:pt x="265482" y="530965"/>
                </a:cubicBezTo>
                <a:cubicBezTo>
                  <a:pt x="324746" y="530965"/>
                  <a:pt x="379442" y="511548"/>
                  <a:pt x="423604" y="478553"/>
                </a:cubicBezTo>
                <a:lnTo>
                  <a:pt x="553680" y="511802"/>
                </a:lnTo>
                <a:lnTo>
                  <a:pt x="499492" y="390736"/>
                </a:lnTo>
                <a:cubicBezTo>
                  <a:pt x="519670" y="353426"/>
                  <a:pt x="530965" y="310660"/>
                  <a:pt x="530965" y="265482"/>
                </a:cubicBezTo>
                <a:cubicBezTo>
                  <a:pt x="530965" y="118909"/>
                  <a:pt x="412056" y="0"/>
                  <a:pt x="265482" y="0"/>
                </a:cubicBezTo>
                <a:cubicBezTo>
                  <a:pt x="118909" y="0"/>
                  <a:pt x="0" y="118909"/>
                  <a:pt x="0" y="265482"/>
                </a:cubicBezTo>
                <a:close/>
              </a:path>
            </a:pathLst>
          </a:custGeom>
          <a:solidFill>
            <a:srgbClr val="FFFFFF"/>
          </a:solidFill>
          <a:ln w="12677">
            <a:noFill/>
            <a:prstDash val="solid"/>
          </a:ln>
        </p:spPr>
        <p:txBody>
          <a:bodyPr/>
          <a:lstStyle/>
          <a:p>
            <a:endParaRPr/>
          </a:p>
        </p:txBody>
      </p:sp>
      <p:sp>
        <p:nvSpPr>
          <p:cNvPr id="24" name="Freeform: Shape 23">
            <a:extLst>
              <a:ext uri="{FF2B5EF4-FFF2-40B4-BE49-F238E27FC236}">
                <a16:creationId xmlns:a16="http://schemas.microsoft.com/office/drawing/2014/main" id="{83FC3671-AEFC-C105-D1C3-A6111B72C2FB}"/>
              </a:ext>
            </a:extLst>
          </p:cNvPr>
          <p:cNvSpPr>
            <a:spLocks noGrp="1"/>
          </p:cNvSpPr>
          <p:nvPr/>
        </p:nvSpPr>
        <p:spPr>
          <a:xfrm>
            <a:off x="5990778" y="1755170"/>
            <a:ext cx="367564" cy="337967"/>
          </a:xfrm>
          <a:custGeom>
            <a:avLst/>
            <a:gdLst>
              <a:gd name="csX0" fmla="*/ 128 w 565610"/>
              <a:gd name="csY0" fmla="*/ 268697 h 537690"/>
              <a:gd name="csX1" fmla="*/ 440230 w 565610"/>
              <a:gd name="csY1" fmla="*/ 61337 h 537690"/>
              <a:gd name="csX2" fmla="*/ 506220 w 565610"/>
              <a:gd name="csY2" fmla="*/ 397378 h 537690"/>
              <a:gd name="csX3" fmla="*/ 506473 w 565610"/>
              <a:gd name="csY3" fmla="*/ 390905 h 537690"/>
              <a:gd name="csX4" fmla="*/ 560027 w 565610"/>
              <a:gd name="csY4" fmla="*/ 512225 h 537690"/>
              <a:gd name="csX5" fmla="*/ 565610 w 565610"/>
              <a:gd name="csY5" fmla="*/ 524916 h 537690"/>
              <a:gd name="csX6" fmla="*/ 422463 w 565610"/>
              <a:gd name="csY6" fmla="*/ 487098 h 537690"/>
              <a:gd name="csX7" fmla="*/ 427032 w 565610"/>
              <a:gd name="csY7" fmla="*/ 486210 h 537690"/>
              <a:gd name="csX8" fmla="*/ 288834 w 565610"/>
              <a:gd name="csY8" fmla="*/ 536845 h 537690"/>
              <a:gd name="csX9" fmla="*/ 128 w 565610"/>
              <a:gd name="csY9" fmla="*/ 268697 h 537690"/>
              <a:gd name="csX10" fmla="*/ 128 w 565610"/>
              <a:gd name="csY10" fmla="*/ 268697 h 537690"/>
              <a:gd name="csX11" fmla="*/ 128 w 565610"/>
              <a:gd name="csY11" fmla="*/ 268697 h 537690"/>
              <a:gd name="csX12" fmla="*/ 420560 w 565610"/>
              <a:gd name="csY12" fmla="*/ 477454 h 537690"/>
              <a:gd name="csX13" fmla="*/ 422590 w 565610"/>
              <a:gd name="csY13" fmla="*/ 475931 h 537690"/>
              <a:gd name="csX14" fmla="*/ 425128 w 565610"/>
              <a:gd name="csY14" fmla="*/ 476565 h 537690"/>
              <a:gd name="csX15" fmla="*/ 555458 w 565610"/>
              <a:gd name="csY15" fmla="*/ 508545 h 537690"/>
              <a:gd name="csX16" fmla="*/ 547717 w 565610"/>
              <a:gd name="csY16" fmla="*/ 517809 h 537690"/>
              <a:gd name="csX17" fmla="*/ 493022 w 565610"/>
              <a:gd name="csY17" fmla="*/ 396997 h 537690"/>
              <a:gd name="csX18" fmla="*/ 491499 w 565610"/>
              <a:gd name="csY18" fmla="*/ 393697 h 537690"/>
              <a:gd name="csX19" fmla="*/ 329062 w 565610"/>
              <a:gd name="csY19" fmla="*/ 15525 h 537690"/>
              <a:gd name="csX20" fmla="*/ 1 w 565610"/>
              <a:gd name="csY20" fmla="*/ 268697 h 537690"/>
              <a:gd name="csX21" fmla="*/ 1 w 565610"/>
              <a:gd name="csY21" fmla="*/ 268697 h 537690"/>
            </a:gdLst>
            <a:ahLst/>
            <a:cxnLst/>
            <a:rect l="l" t="t" r="r" b="b"/>
            <a:pathLst>
              <a:path w="565610" h="537690">
                <a:moveTo>
                  <a:pt x="128" y="268697"/>
                </a:moveTo>
                <a:cubicBezTo>
                  <a:pt x="509" y="42174"/>
                  <a:pt x="264849" y="-82191"/>
                  <a:pt x="440230" y="61337"/>
                </a:cubicBezTo>
                <a:cubicBezTo>
                  <a:pt x="537819" y="139509"/>
                  <a:pt x="568022" y="287860"/>
                  <a:pt x="506220" y="397378"/>
                </a:cubicBezTo>
                <a:lnTo>
                  <a:pt x="506473" y="390905"/>
                </a:lnTo>
                <a:lnTo>
                  <a:pt x="560027" y="512225"/>
                </a:lnTo>
                <a:lnTo>
                  <a:pt x="565610" y="524916"/>
                </a:lnTo>
                <a:cubicBezTo>
                  <a:pt x="517768" y="512733"/>
                  <a:pt x="470052" y="499916"/>
                  <a:pt x="422463" y="487098"/>
                </a:cubicBezTo>
                <a:lnTo>
                  <a:pt x="427032" y="486210"/>
                </a:lnTo>
                <a:cubicBezTo>
                  <a:pt x="386676" y="515525"/>
                  <a:pt x="338199" y="533291"/>
                  <a:pt x="288834" y="536845"/>
                </a:cubicBezTo>
                <a:cubicBezTo>
                  <a:pt x="135534" y="549281"/>
                  <a:pt x="-1522" y="422885"/>
                  <a:pt x="128" y="268697"/>
                </a:cubicBezTo>
                <a:lnTo>
                  <a:pt x="128" y="268697"/>
                </a:lnTo>
                <a:close/>
                <a:moveTo>
                  <a:pt x="128" y="268697"/>
                </a:moveTo>
                <a:cubicBezTo>
                  <a:pt x="1778" y="484687"/>
                  <a:pt x="247971" y="608037"/>
                  <a:pt x="420560" y="477454"/>
                </a:cubicBezTo>
                <a:lnTo>
                  <a:pt x="422590" y="475931"/>
                </a:lnTo>
                <a:lnTo>
                  <a:pt x="425128" y="476565"/>
                </a:lnTo>
                <a:cubicBezTo>
                  <a:pt x="468656" y="487098"/>
                  <a:pt x="512184" y="497504"/>
                  <a:pt x="555458" y="508545"/>
                </a:cubicBezTo>
                <a:lnTo>
                  <a:pt x="547717" y="517809"/>
                </a:lnTo>
                <a:lnTo>
                  <a:pt x="493022" y="396997"/>
                </a:lnTo>
                <a:cubicBezTo>
                  <a:pt x="493022" y="396997"/>
                  <a:pt x="491499" y="393697"/>
                  <a:pt x="491499" y="393697"/>
                </a:cubicBezTo>
                <a:cubicBezTo>
                  <a:pt x="573478" y="247251"/>
                  <a:pt x="491753" y="57022"/>
                  <a:pt x="329062" y="15525"/>
                </a:cubicBezTo>
                <a:cubicBezTo>
                  <a:pt x="165230" y="-29907"/>
                  <a:pt x="-506" y="99154"/>
                  <a:pt x="1" y="268697"/>
                </a:cubicBezTo>
                <a:lnTo>
                  <a:pt x="1" y="268697"/>
                </a:lnTo>
                <a:close/>
              </a:path>
            </a:pathLst>
          </a:custGeom>
          <a:solidFill>
            <a:srgbClr val="263238"/>
          </a:solidFill>
          <a:ln w="12677">
            <a:noFill/>
            <a:prstDash val="solid"/>
          </a:ln>
        </p:spPr>
        <p:txBody>
          <a:bodyPr/>
          <a:lstStyle/>
          <a:p>
            <a:endParaRPr/>
          </a:p>
        </p:txBody>
      </p:sp>
      <p:sp>
        <p:nvSpPr>
          <p:cNvPr id="25" name="Freeform: Shape 24">
            <a:extLst>
              <a:ext uri="{FF2B5EF4-FFF2-40B4-BE49-F238E27FC236}">
                <a16:creationId xmlns:a16="http://schemas.microsoft.com/office/drawing/2014/main" id="{E77C9799-25A8-824E-7E7F-3811B74AF6BC}"/>
              </a:ext>
            </a:extLst>
          </p:cNvPr>
          <p:cNvSpPr>
            <a:spLocks noGrp="1"/>
          </p:cNvSpPr>
          <p:nvPr/>
        </p:nvSpPr>
        <p:spPr>
          <a:xfrm>
            <a:off x="5989200" y="1753662"/>
            <a:ext cx="370683" cy="341177"/>
          </a:xfrm>
          <a:custGeom>
            <a:avLst/>
            <a:gdLst>
              <a:gd name="csX0" fmla="*/ 86313 w 570410"/>
              <a:gd name="csY0" fmla="*/ 468812 h 542796"/>
              <a:gd name="csX1" fmla="*/ 18 w 570410"/>
              <a:gd name="csY1" fmla="*/ 271096 h 542796"/>
              <a:gd name="csX2" fmla="*/ 3572 w 570410"/>
              <a:gd name="csY2" fmla="*/ 227314 h 542796"/>
              <a:gd name="csX3" fmla="*/ 155475 w 570410"/>
              <a:gd name="csY3" fmla="*/ 26553 h 542796"/>
              <a:gd name="csX4" fmla="*/ 444181 w 570410"/>
              <a:gd name="csY4" fmla="*/ 61832 h 542796"/>
              <a:gd name="csX5" fmla="*/ 513089 w 570410"/>
              <a:gd name="csY5" fmla="*/ 396858 h 542796"/>
              <a:gd name="csX6" fmla="*/ 570196 w 570410"/>
              <a:gd name="csY6" fmla="*/ 526426 h 542796"/>
              <a:gd name="csX7" fmla="*/ 569815 w 570410"/>
              <a:gd name="csY7" fmla="*/ 529091 h 542796"/>
              <a:gd name="csX8" fmla="*/ 567277 w 570410"/>
              <a:gd name="csY8" fmla="*/ 529979 h 542796"/>
              <a:gd name="csX9" fmla="*/ 427683 w 570410"/>
              <a:gd name="csY9" fmla="*/ 493050 h 542796"/>
              <a:gd name="csX10" fmla="*/ 291262 w 570410"/>
              <a:gd name="csY10" fmla="*/ 541908 h 542796"/>
              <a:gd name="csX11" fmla="*/ 270577 w 570410"/>
              <a:gd name="csY11" fmla="*/ 542797 h 542796"/>
              <a:gd name="csX12" fmla="*/ 86186 w 570410"/>
              <a:gd name="csY12" fmla="*/ 469066 h 542796"/>
              <a:gd name="csX13" fmla="*/ 422353 w 570410"/>
              <a:gd name="csY13" fmla="*/ 489370 h 542796"/>
              <a:gd name="csX14" fmla="*/ 424384 w 570410"/>
              <a:gd name="csY14" fmla="*/ 486959 h 542796"/>
              <a:gd name="csX15" fmla="*/ 428952 w 570410"/>
              <a:gd name="csY15" fmla="*/ 486071 h 542796"/>
              <a:gd name="csX16" fmla="*/ 431744 w 570410"/>
              <a:gd name="csY16" fmla="*/ 487594 h 542796"/>
              <a:gd name="csX17" fmla="*/ 431998 w 570410"/>
              <a:gd name="csY17" fmla="*/ 488736 h 542796"/>
              <a:gd name="csX18" fmla="*/ 546973 w 570410"/>
              <a:gd name="csY18" fmla="*/ 519319 h 542796"/>
              <a:gd name="csX19" fmla="*/ 542658 w 570410"/>
              <a:gd name="csY19" fmla="*/ 509675 h 542796"/>
              <a:gd name="csX20" fmla="*/ 429968 w 570410"/>
              <a:gd name="csY20" fmla="*/ 482137 h 542796"/>
              <a:gd name="csX21" fmla="*/ 425526 w 570410"/>
              <a:gd name="csY21" fmla="*/ 481122 h 542796"/>
              <a:gd name="csX22" fmla="*/ 424511 w 570410"/>
              <a:gd name="csY22" fmla="*/ 481883 h 542796"/>
              <a:gd name="csX23" fmla="*/ 200399 w 570410"/>
              <a:gd name="csY23" fmla="*/ 527568 h 542796"/>
              <a:gd name="csX24" fmla="*/ 291135 w 570410"/>
              <a:gd name="csY24" fmla="*/ 536578 h 542796"/>
              <a:gd name="csX25" fmla="*/ 422607 w 570410"/>
              <a:gd name="csY25" fmla="*/ 490259 h 542796"/>
              <a:gd name="csX26" fmla="*/ 422480 w 570410"/>
              <a:gd name="csY26" fmla="*/ 489243 h 542796"/>
              <a:gd name="csX27" fmla="*/ 425526 w 570410"/>
              <a:gd name="csY27" fmla="*/ 475918 h 542796"/>
              <a:gd name="csX28" fmla="*/ 431110 w 570410"/>
              <a:gd name="csY28" fmla="*/ 477314 h 542796"/>
              <a:gd name="csX29" fmla="*/ 539866 w 570410"/>
              <a:gd name="csY29" fmla="*/ 503837 h 542796"/>
              <a:gd name="csX30" fmla="*/ 491516 w 570410"/>
              <a:gd name="csY30" fmla="*/ 397111 h 542796"/>
              <a:gd name="csX31" fmla="*/ 491516 w 570410"/>
              <a:gd name="csY31" fmla="*/ 394827 h 542796"/>
              <a:gd name="csX32" fmla="*/ 501922 w 570410"/>
              <a:gd name="csY32" fmla="*/ 168685 h 542796"/>
              <a:gd name="csX33" fmla="*/ 330602 w 570410"/>
              <a:gd name="csY33" fmla="*/ 20335 h 542796"/>
              <a:gd name="csX34" fmla="*/ 108013 w 570410"/>
              <a:gd name="csY34" fmla="*/ 64878 h 542796"/>
              <a:gd name="csX35" fmla="*/ 8394 w 570410"/>
              <a:gd name="csY35" fmla="*/ 227949 h 542796"/>
              <a:gd name="csX36" fmla="*/ 4968 w 570410"/>
              <a:gd name="csY36" fmla="*/ 270969 h 542796"/>
              <a:gd name="csX37" fmla="*/ 150780 w 570410"/>
              <a:gd name="csY37" fmla="*/ 503583 h 542796"/>
              <a:gd name="csX38" fmla="*/ 421338 w 570410"/>
              <a:gd name="csY38" fmla="*/ 477695 h 542796"/>
              <a:gd name="csX39" fmla="*/ 423369 w 570410"/>
              <a:gd name="csY39" fmla="*/ 476172 h 542796"/>
              <a:gd name="csX40" fmla="*/ 424892 w 570410"/>
              <a:gd name="csY40" fmla="*/ 475665 h 542796"/>
              <a:gd name="csX41" fmla="*/ 425526 w 570410"/>
              <a:gd name="csY41" fmla="*/ 475665 h 542796"/>
              <a:gd name="csX42" fmla="*/ 552937 w 570410"/>
              <a:gd name="csY42" fmla="*/ 520842 h 542796"/>
              <a:gd name="csX43" fmla="*/ 563597 w 570410"/>
              <a:gd name="csY43" fmla="*/ 523634 h 542796"/>
              <a:gd name="csX44" fmla="*/ 559155 w 570410"/>
              <a:gd name="csY44" fmla="*/ 513609 h 542796"/>
              <a:gd name="csX45" fmla="*/ 552937 w 570410"/>
              <a:gd name="csY45" fmla="*/ 520969 h 542796"/>
              <a:gd name="csX46" fmla="*/ 548876 w 570410"/>
              <a:gd name="csY46" fmla="*/ 511325 h 542796"/>
              <a:gd name="csX47" fmla="*/ 550780 w 570410"/>
              <a:gd name="csY47" fmla="*/ 515512 h 542796"/>
              <a:gd name="csX48" fmla="*/ 553318 w 570410"/>
              <a:gd name="csY48" fmla="*/ 512467 h 542796"/>
              <a:gd name="csX49" fmla="*/ 548876 w 570410"/>
              <a:gd name="csY49" fmla="*/ 511325 h 542796"/>
              <a:gd name="csX50" fmla="*/ 507886 w 570410"/>
              <a:gd name="csY50" fmla="*/ 402314 h 542796"/>
              <a:gd name="csX51" fmla="*/ 505983 w 570410"/>
              <a:gd name="csY51" fmla="*/ 399776 h 542796"/>
              <a:gd name="csX52" fmla="*/ 506237 w 570410"/>
              <a:gd name="csY52" fmla="*/ 393304 h 542796"/>
              <a:gd name="csX53" fmla="*/ 508267 w 570410"/>
              <a:gd name="csY53" fmla="*/ 390893 h 542796"/>
              <a:gd name="csX54" fmla="*/ 510298 w 570410"/>
              <a:gd name="csY54" fmla="*/ 391274 h 542796"/>
              <a:gd name="csX55" fmla="*/ 441008 w 570410"/>
              <a:gd name="csY55" fmla="*/ 65639 h 542796"/>
              <a:gd name="csX56" fmla="*/ 232886 w 570410"/>
              <a:gd name="csY56" fmla="*/ 8025 h 542796"/>
              <a:gd name="csX57" fmla="*/ 332125 w 570410"/>
              <a:gd name="csY57" fmla="*/ 15385 h 542796"/>
              <a:gd name="csX58" fmla="*/ 506744 w 570410"/>
              <a:gd name="csY58" fmla="*/ 166654 h 542796"/>
              <a:gd name="csX59" fmla="*/ 496719 w 570410"/>
              <a:gd name="csY59" fmla="*/ 396223 h 542796"/>
              <a:gd name="csX60" fmla="*/ 546211 w 570410"/>
              <a:gd name="csY60" fmla="*/ 505360 h 542796"/>
              <a:gd name="csX61" fmla="*/ 556617 w 570410"/>
              <a:gd name="csY61" fmla="*/ 508025 h 542796"/>
              <a:gd name="csX62" fmla="*/ 509790 w 570410"/>
              <a:gd name="csY62" fmla="*/ 402061 h 542796"/>
              <a:gd name="csX63" fmla="*/ 507760 w 570410"/>
              <a:gd name="csY63" fmla="*/ 402314 h 542796"/>
            </a:gdLst>
            <a:ahLst/>
            <a:cxnLst/>
            <a:rect l="l" t="t" r="r" b="b"/>
            <a:pathLst>
              <a:path w="570410" h="542796">
                <a:moveTo>
                  <a:pt x="86313" y="468812"/>
                </a:moveTo>
                <a:cubicBezTo>
                  <a:pt x="30602" y="416908"/>
                  <a:pt x="-870" y="344827"/>
                  <a:pt x="18" y="271096"/>
                </a:cubicBezTo>
                <a:cubicBezTo>
                  <a:pt x="18" y="256248"/>
                  <a:pt x="1160" y="241654"/>
                  <a:pt x="3572" y="227314"/>
                </a:cubicBezTo>
                <a:cubicBezTo>
                  <a:pt x="17658" y="140132"/>
                  <a:pt x="73242" y="65512"/>
                  <a:pt x="155475" y="26553"/>
                </a:cubicBezTo>
                <a:cubicBezTo>
                  <a:pt x="251541" y="-18879"/>
                  <a:pt x="362201" y="-5300"/>
                  <a:pt x="444181" y="61832"/>
                </a:cubicBezTo>
                <a:cubicBezTo>
                  <a:pt x="542531" y="140766"/>
                  <a:pt x="572353" y="286959"/>
                  <a:pt x="513089" y="396858"/>
                </a:cubicBezTo>
                <a:lnTo>
                  <a:pt x="570196" y="526426"/>
                </a:lnTo>
                <a:cubicBezTo>
                  <a:pt x="570577" y="527314"/>
                  <a:pt x="570450" y="528330"/>
                  <a:pt x="569815" y="529091"/>
                </a:cubicBezTo>
                <a:cubicBezTo>
                  <a:pt x="569181" y="529853"/>
                  <a:pt x="568166" y="530106"/>
                  <a:pt x="567277" y="529979"/>
                </a:cubicBezTo>
                <a:cubicBezTo>
                  <a:pt x="520704" y="518050"/>
                  <a:pt x="474638" y="505741"/>
                  <a:pt x="427683" y="493050"/>
                </a:cubicBezTo>
                <a:cubicBezTo>
                  <a:pt x="387328" y="521477"/>
                  <a:pt x="340247" y="538355"/>
                  <a:pt x="291262" y="541908"/>
                </a:cubicBezTo>
                <a:cubicBezTo>
                  <a:pt x="284409" y="542416"/>
                  <a:pt x="277430" y="542797"/>
                  <a:pt x="270577" y="542797"/>
                </a:cubicBezTo>
                <a:cubicBezTo>
                  <a:pt x="203318" y="542797"/>
                  <a:pt x="137074" y="516528"/>
                  <a:pt x="86186" y="469066"/>
                </a:cubicBezTo>
                <a:close/>
                <a:moveTo>
                  <a:pt x="422353" y="489370"/>
                </a:moveTo>
                <a:cubicBezTo>
                  <a:pt x="422353" y="488228"/>
                  <a:pt x="423242" y="487213"/>
                  <a:pt x="424384" y="486959"/>
                </a:cubicBezTo>
                <a:lnTo>
                  <a:pt x="428952" y="486071"/>
                </a:lnTo>
                <a:cubicBezTo>
                  <a:pt x="430095" y="485817"/>
                  <a:pt x="431237" y="486451"/>
                  <a:pt x="431744" y="487594"/>
                </a:cubicBezTo>
                <a:cubicBezTo>
                  <a:pt x="431871" y="487974"/>
                  <a:pt x="431998" y="488355"/>
                  <a:pt x="431998" y="488736"/>
                </a:cubicBezTo>
                <a:cubicBezTo>
                  <a:pt x="470704" y="499142"/>
                  <a:pt x="508775" y="509421"/>
                  <a:pt x="546973" y="519319"/>
                </a:cubicBezTo>
                <a:lnTo>
                  <a:pt x="542658" y="509675"/>
                </a:lnTo>
                <a:cubicBezTo>
                  <a:pt x="505095" y="500284"/>
                  <a:pt x="467023" y="491020"/>
                  <a:pt x="429968" y="482137"/>
                </a:cubicBezTo>
                <a:lnTo>
                  <a:pt x="425526" y="481122"/>
                </a:lnTo>
                <a:lnTo>
                  <a:pt x="424511" y="481883"/>
                </a:lnTo>
                <a:cubicBezTo>
                  <a:pt x="358267" y="532010"/>
                  <a:pt x="277430" y="547873"/>
                  <a:pt x="200399" y="527568"/>
                </a:cubicBezTo>
                <a:cubicBezTo>
                  <a:pt x="229841" y="535944"/>
                  <a:pt x="260551" y="539116"/>
                  <a:pt x="291135" y="536578"/>
                </a:cubicBezTo>
                <a:cubicBezTo>
                  <a:pt x="338216" y="533152"/>
                  <a:pt x="383521" y="517289"/>
                  <a:pt x="422607" y="490259"/>
                </a:cubicBezTo>
                <a:cubicBezTo>
                  <a:pt x="422607" y="489878"/>
                  <a:pt x="422480" y="489624"/>
                  <a:pt x="422480" y="489243"/>
                </a:cubicBezTo>
                <a:close/>
                <a:moveTo>
                  <a:pt x="425526" y="475918"/>
                </a:moveTo>
                <a:lnTo>
                  <a:pt x="431110" y="477314"/>
                </a:lnTo>
                <a:cubicBezTo>
                  <a:pt x="466770" y="485944"/>
                  <a:pt x="503572" y="494827"/>
                  <a:pt x="539866" y="503837"/>
                </a:cubicBezTo>
                <a:lnTo>
                  <a:pt x="491516" y="397111"/>
                </a:lnTo>
                <a:cubicBezTo>
                  <a:pt x="491135" y="396350"/>
                  <a:pt x="491262" y="395462"/>
                  <a:pt x="491516" y="394827"/>
                </a:cubicBezTo>
                <a:cubicBezTo>
                  <a:pt x="530221" y="325665"/>
                  <a:pt x="534029" y="243304"/>
                  <a:pt x="501922" y="168685"/>
                </a:cubicBezTo>
                <a:cubicBezTo>
                  <a:pt x="469815" y="94066"/>
                  <a:pt x="407506" y="40005"/>
                  <a:pt x="330602" y="20335"/>
                </a:cubicBezTo>
                <a:cubicBezTo>
                  <a:pt x="254079" y="-858"/>
                  <a:pt x="172861" y="15385"/>
                  <a:pt x="108013" y="64878"/>
                </a:cubicBezTo>
                <a:cubicBezTo>
                  <a:pt x="54079" y="105995"/>
                  <a:pt x="19054" y="163990"/>
                  <a:pt x="8394" y="227949"/>
                </a:cubicBezTo>
                <a:cubicBezTo>
                  <a:pt x="6110" y="242035"/>
                  <a:pt x="4968" y="256375"/>
                  <a:pt x="4968" y="270969"/>
                </a:cubicBezTo>
                <a:cubicBezTo>
                  <a:pt x="5729" y="370589"/>
                  <a:pt x="61567" y="459675"/>
                  <a:pt x="150780" y="503583"/>
                </a:cubicBezTo>
                <a:cubicBezTo>
                  <a:pt x="240374" y="547746"/>
                  <a:pt x="341516" y="538101"/>
                  <a:pt x="421338" y="477695"/>
                </a:cubicBezTo>
                <a:lnTo>
                  <a:pt x="423369" y="476172"/>
                </a:lnTo>
                <a:cubicBezTo>
                  <a:pt x="423369" y="476172"/>
                  <a:pt x="424384" y="475665"/>
                  <a:pt x="424892" y="475665"/>
                </a:cubicBezTo>
                <a:cubicBezTo>
                  <a:pt x="425145" y="475665"/>
                  <a:pt x="425272" y="475665"/>
                  <a:pt x="425526" y="475665"/>
                </a:cubicBezTo>
                <a:close/>
                <a:moveTo>
                  <a:pt x="552937" y="520842"/>
                </a:moveTo>
                <a:cubicBezTo>
                  <a:pt x="556491" y="521731"/>
                  <a:pt x="560044" y="522619"/>
                  <a:pt x="563597" y="523634"/>
                </a:cubicBezTo>
                <a:lnTo>
                  <a:pt x="559155" y="513609"/>
                </a:lnTo>
                <a:lnTo>
                  <a:pt x="552937" y="520969"/>
                </a:lnTo>
                <a:close/>
                <a:moveTo>
                  <a:pt x="548876" y="511325"/>
                </a:moveTo>
                <a:lnTo>
                  <a:pt x="550780" y="515512"/>
                </a:lnTo>
                <a:lnTo>
                  <a:pt x="553318" y="512467"/>
                </a:lnTo>
                <a:cubicBezTo>
                  <a:pt x="551795" y="512086"/>
                  <a:pt x="550399" y="511705"/>
                  <a:pt x="548876" y="511325"/>
                </a:cubicBezTo>
                <a:close/>
                <a:moveTo>
                  <a:pt x="507886" y="402314"/>
                </a:moveTo>
                <a:cubicBezTo>
                  <a:pt x="506744" y="402061"/>
                  <a:pt x="505983" y="400918"/>
                  <a:pt x="505983" y="399776"/>
                </a:cubicBezTo>
                <a:lnTo>
                  <a:pt x="506237" y="393304"/>
                </a:lnTo>
                <a:cubicBezTo>
                  <a:pt x="506237" y="392162"/>
                  <a:pt x="507125" y="391147"/>
                  <a:pt x="508267" y="390893"/>
                </a:cubicBezTo>
                <a:cubicBezTo>
                  <a:pt x="509029" y="390766"/>
                  <a:pt x="509663" y="390893"/>
                  <a:pt x="510298" y="391274"/>
                </a:cubicBezTo>
                <a:cubicBezTo>
                  <a:pt x="566135" y="283786"/>
                  <a:pt x="536567" y="142289"/>
                  <a:pt x="441008" y="65639"/>
                </a:cubicBezTo>
                <a:cubicBezTo>
                  <a:pt x="381364" y="16781"/>
                  <a:pt x="306237" y="-3143"/>
                  <a:pt x="232886" y="8025"/>
                </a:cubicBezTo>
                <a:cubicBezTo>
                  <a:pt x="265754" y="3964"/>
                  <a:pt x="299384" y="6248"/>
                  <a:pt x="332125" y="15385"/>
                </a:cubicBezTo>
                <a:cubicBezTo>
                  <a:pt x="410424" y="35436"/>
                  <a:pt x="474130" y="90512"/>
                  <a:pt x="506744" y="166654"/>
                </a:cubicBezTo>
                <a:cubicBezTo>
                  <a:pt x="539232" y="242289"/>
                  <a:pt x="535551" y="325918"/>
                  <a:pt x="496719" y="396223"/>
                </a:cubicBezTo>
                <a:lnTo>
                  <a:pt x="546211" y="505360"/>
                </a:lnTo>
                <a:cubicBezTo>
                  <a:pt x="549638" y="506248"/>
                  <a:pt x="553191" y="507137"/>
                  <a:pt x="556617" y="508025"/>
                </a:cubicBezTo>
                <a:lnTo>
                  <a:pt x="509790" y="402061"/>
                </a:lnTo>
                <a:cubicBezTo>
                  <a:pt x="509790" y="402061"/>
                  <a:pt x="508521" y="402568"/>
                  <a:pt x="507760" y="402314"/>
                </a:cubicBezTo>
                <a:close/>
              </a:path>
            </a:pathLst>
          </a:custGeom>
          <a:solidFill>
            <a:srgbClr val="263238"/>
          </a:solidFill>
          <a:ln w="12677">
            <a:noFill/>
            <a:prstDash val="solid"/>
          </a:ln>
        </p:spPr>
        <p:txBody>
          <a:bodyPr/>
          <a:lstStyle/>
          <a:p>
            <a:endParaRPr/>
          </a:p>
        </p:txBody>
      </p:sp>
      <p:sp>
        <p:nvSpPr>
          <p:cNvPr id="23" name="Freeform: Shape 22">
            <a:extLst>
              <a:ext uri="{FF2B5EF4-FFF2-40B4-BE49-F238E27FC236}">
                <a16:creationId xmlns:a16="http://schemas.microsoft.com/office/drawing/2014/main" id="{32EBA996-DF0E-62CA-DBF1-966119E5CB2B}"/>
              </a:ext>
            </a:extLst>
          </p:cNvPr>
          <p:cNvSpPr>
            <a:spLocks noGrp="1"/>
          </p:cNvSpPr>
          <p:nvPr/>
        </p:nvSpPr>
        <p:spPr>
          <a:xfrm>
            <a:off x="6068530" y="1850468"/>
            <a:ext cx="189712" cy="175135"/>
          </a:xfrm>
          <a:custGeom>
            <a:avLst/>
            <a:gdLst>
              <a:gd name="csX0" fmla="*/ 276549 w 291930"/>
              <a:gd name="csY0" fmla="*/ 154519 h 278631"/>
              <a:gd name="csX1" fmla="*/ 145965 w 291930"/>
              <a:gd name="csY1" fmla="*/ 278631 h 278631"/>
              <a:gd name="csX2" fmla="*/ 15508 w 291930"/>
              <a:gd name="csY2" fmla="*/ 154519 h 278631"/>
              <a:gd name="csX3" fmla="*/ 54468 w 291930"/>
              <a:gd name="csY3" fmla="*/ 4012 h 278631"/>
              <a:gd name="csX4" fmla="*/ 145965 w 291930"/>
              <a:gd name="csY4" fmla="*/ 58200 h 278631"/>
              <a:gd name="csX5" fmla="*/ 237463 w 291930"/>
              <a:gd name="csY5" fmla="*/ 4012 h 278631"/>
              <a:gd name="csX6" fmla="*/ 276422 w 291930"/>
              <a:gd name="csY6" fmla="*/ 154519 h 278631"/>
            </a:gdLst>
            <a:ahLst/>
            <a:cxnLst/>
            <a:rect l="l" t="t" r="r" b="b"/>
            <a:pathLst>
              <a:path w="291930" h="278631">
                <a:moveTo>
                  <a:pt x="276549" y="154519"/>
                </a:moveTo>
                <a:cubicBezTo>
                  <a:pt x="237970" y="232438"/>
                  <a:pt x="145965" y="278631"/>
                  <a:pt x="145965" y="278631"/>
                </a:cubicBezTo>
                <a:cubicBezTo>
                  <a:pt x="145965" y="278631"/>
                  <a:pt x="54087" y="232438"/>
                  <a:pt x="15508" y="154519"/>
                </a:cubicBezTo>
                <a:cubicBezTo>
                  <a:pt x="-16725" y="89545"/>
                  <a:pt x="3706" y="19240"/>
                  <a:pt x="54468" y="4012"/>
                </a:cubicBezTo>
                <a:cubicBezTo>
                  <a:pt x="127310" y="-17942"/>
                  <a:pt x="145965" y="58200"/>
                  <a:pt x="145965" y="58200"/>
                </a:cubicBezTo>
                <a:cubicBezTo>
                  <a:pt x="145965" y="58200"/>
                  <a:pt x="164620" y="-18069"/>
                  <a:pt x="237463" y="4012"/>
                </a:cubicBezTo>
                <a:cubicBezTo>
                  <a:pt x="288224" y="19367"/>
                  <a:pt x="308656" y="89545"/>
                  <a:pt x="276422" y="154519"/>
                </a:cubicBezTo>
                <a:close/>
              </a:path>
            </a:pathLst>
          </a:custGeom>
          <a:solidFill>
            <a:srgbClr val="E1A918"/>
          </a:solidFill>
          <a:ln w="12677">
            <a:noFill/>
            <a:prstDash val="solid"/>
          </a:ln>
        </p:spPr>
        <p:txBody>
          <a:bodyPr/>
          <a:lstStyle/>
          <a:p>
            <a:endParaRPr/>
          </a:p>
        </p:txBody>
      </p:sp>
      <p:sp>
        <p:nvSpPr>
          <p:cNvPr id="11" name="Freeform: Shape 10">
            <a:extLst>
              <a:ext uri="{FF2B5EF4-FFF2-40B4-BE49-F238E27FC236}">
                <a16:creationId xmlns:a16="http://schemas.microsoft.com/office/drawing/2014/main" id="{5D90B152-5E04-306C-5F5E-D260652E29FD}"/>
              </a:ext>
            </a:extLst>
          </p:cNvPr>
          <p:cNvSpPr>
            <a:spLocks noGrp="1"/>
          </p:cNvSpPr>
          <p:nvPr/>
        </p:nvSpPr>
        <p:spPr>
          <a:xfrm>
            <a:off x="1607554" y="1926178"/>
            <a:ext cx="2056438" cy="2056342"/>
          </a:xfrm>
          <a:custGeom>
            <a:avLst/>
            <a:gdLst>
              <a:gd name="csX0" fmla="*/ 3899889 w 4569087"/>
              <a:gd name="csY0" fmla="*/ 669168 h 4568875"/>
              <a:gd name="csX1" fmla="*/ 669009 w 4569087"/>
              <a:gd name="csY1" fmla="*/ 669168 h 4568875"/>
              <a:gd name="csX2" fmla="*/ 371096 w 4569087"/>
              <a:gd name="csY2" fmla="*/ 3533458 h 4568875"/>
              <a:gd name="csX3" fmla="*/ 154952 w 4569087"/>
              <a:gd name="csY3" fmla="*/ 4400135 h 4568875"/>
              <a:gd name="csX4" fmla="*/ 989537 w 4569087"/>
              <a:gd name="csY4" fmla="*/ 4166455 h 4568875"/>
              <a:gd name="csX5" fmla="*/ 3899938 w 4569087"/>
              <a:gd name="csY5" fmla="*/ 3900097 h 4568875"/>
              <a:gd name="csX6" fmla="*/ 3899938 w 4569087"/>
              <a:gd name="csY6" fmla="*/ 669168 h 4568875"/>
            </a:gdLst>
            <a:ahLst/>
            <a:cxnLst/>
            <a:rect l="l" t="t" r="r" b="b"/>
            <a:pathLst>
              <a:path w="4569087" h="4568875">
                <a:moveTo>
                  <a:pt x="3899889" y="669168"/>
                </a:moveTo>
                <a:cubicBezTo>
                  <a:pt x="3007714" y="-223056"/>
                  <a:pt x="1561184" y="-223056"/>
                  <a:pt x="669009" y="669168"/>
                </a:cubicBezTo>
                <a:cubicBezTo>
                  <a:pt x="-109257" y="1447434"/>
                  <a:pt x="-208415" y="2647486"/>
                  <a:pt x="371096" y="3533458"/>
                </a:cubicBezTo>
                <a:lnTo>
                  <a:pt x="154952" y="4400135"/>
                </a:lnTo>
                <a:lnTo>
                  <a:pt x="989537" y="4166455"/>
                </a:lnTo>
                <a:cubicBezTo>
                  <a:pt x="1879612" y="4780403"/>
                  <a:pt x="3107995" y="4692040"/>
                  <a:pt x="3899938" y="3900097"/>
                </a:cubicBezTo>
                <a:cubicBezTo>
                  <a:pt x="4792113" y="3007922"/>
                  <a:pt x="4792162" y="1561392"/>
                  <a:pt x="3899938" y="669168"/>
                </a:cubicBezTo>
                <a:close/>
              </a:path>
            </a:pathLst>
          </a:custGeom>
          <a:gradFill>
            <a:gsLst>
              <a:gs pos="14000">
                <a:srgbClr val="4B5565"/>
              </a:gs>
              <a:gs pos="100000">
                <a:schemeClr val="bg2">
                  <a:lumMod val="50000"/>
                </a:schemeClr>
              </a:gs>
            </a:gsLst>
            <a:lin ang="0" scaled="1"/>
          </a:gradFill>
          <a:ln w="4882">
            <a:noFill/>
            <a:prstDash val="solid"/>
          </a:ln>
        </p:spPr>
        <p:txBody>
          <a:bodyPr/>
          <a:lstStyle/>
          <a:p>
            <a:endParaRPr/>
          </a:p>
        </p:txBody>
      </p:sp>
      <p:sp>
        <p:nvSpPr>
          <p:cNvPr id="12" name="Freeform: Shape 11">
            <a:extLst>
              <a:ext uri="{FF2B5EF4-FFF2-40B4-BE49-F238E27FC236}">
                <a16:creationId xmlns:a16="http://schemas.microsoft.com/office/drawing/2014/main" id="{51808989-7BD5-6EBD-584E-730034987B48}"/>
              </a:ext>
            </a:extLst>
          </p:cNvPr>
          <p:cNvSpPr>
            <a:spLocks noGrp="1"/>
          </p:cNvSpPr>
          <p:nvPr/>
        </p:nvSpPr>
        <p:spPr>
          <a:xfrm>
            <a:off x="3244893" y="2565030"/>
            <a:ext cx="1417521" cy="1417454"/>
          </a:xfrm>
          <a:custGeom>
            <a:avLst/>
            <a:gdLst>
              <a:gd name="csX0" fmla="*/ 461217 w 3149513"/>
              <a:gd name="csY0" fmla="*/ 461266 h 3149364"/>
              <a:gd name="csX1" fmla="*/ 2688358 w 3149513"/>
              <a:gd name="csY1" fmla="*/ 461266 h 3149364"/>
              <a:gd name="csX2" fmla="*/ 2893707 w 3149513"/>
              <a:gd name="csY2" fmla="*/ 2435677 h 3149364"/>
              <a:gd name="csX3" fmla="*/ 3042688 w 3149513"/>
              <a:gd name="csY3" fmla="*/ 3033066 h 3149364"/>
              <a:gd name="csX4" fmla="*/ 2467427 w 3149513"/>
              <a:gd name="csY4" fmla="*/ 2871971 h 3149364"/>
              <a:gd name="csX5" fmla="*/ 461266 w 3149513"/>
              <a:gd name="csY5" fmla="*/ 2688358 h 3149364"/>
              <a:gd name="csX6" fmla="*/ 461266 w 3149513"/>
              <a:gd name="csY6" fmla="*/ 461266 h 3149364"/>
            </a:gdLst>
            <a:ahLst/>
            <a:cxnLst/>
            <a:rect l="l" t="t" r="r" b="b"/>
            <a:pathLst>
              <a:path w="3149513" h="3149364">
                <a:moveTo>
                  <a:pt x="461217" y="461266"/>
                </a:moveTo>
                <a:cubicBezTo>
                  <a:pt x="1076240" y="-153755"/>
                  <a:pt x="2073336" y="-153755"/>
                  <a:pt x="2688358" y="461266"/>
                </a:cubicBezTo>
                <a:cubicBezTo>
                  <a:pt x="3224836" y="997744"/>
                  <a:pt x="3293171" y="1824954"/>
                  <a:pt x="2893707" y="2435677"/>
                </a:cubicBezTo>
                <a:lnTo>
                  <a:pt x="3042688" y="3033066"/>
                </a:lnTo>
                <a:lnTo>
                  <a:pt x="2467427" y="2871971"/>
                </a:lnTo>
                <a:cubicBezTo>
                  <a:pt x="1853870" y="3295174"/>
                  <a:pt x="1007122" y="3234263"/>
                  <a:pt x="461266" y="2688358"/>
                </a:cubicBezTo>
                <a:cubicBezTo>
                  <a:pt x="-153755" y="2073336"/>
                  <a:pt x="-153755" y="1076240"/>
                  <a:pt x="461266" y="461266"/>
                </a:cubicBezTo>
                <a:close/>
              </a:path>
            </a:pathLst>
          </a:custGeom>
          <a:gradFill>
            <a:gsLst>
              <a:gs pos="0">
                <a:srgbClr val="E1A918"/>
              </a:gs>
              <a:gs pos="100000">
                <a:srgbClr val="FFC000"/>
              </a:gs>
            </a:gsLst>
            <a:lin ang="0" scaled="0"/>
          </a:gradFill>
          <a:ln w="4882">
            <a:noFill/>
            <a:prstDash val="solid"/>
          </a:ln>
        </p:spPr>
        <p:txBody>
          <a:bodyPr/>
          <a:lstStyle/>
          <a:p>
            <a:endParaRPr/>
          </a:p>
        </p:txBody>
      </p:sp>
      <p:sp>
        <p:nvSpPr>
          <p:cNvPr id="22" name="Freeform: Shape 21">
            <a:extLst>
              <a:ext uri="{FF2B5EF4-FFF2-40B4-BE49-F238E27FC236}">
                <a16:creationId xmlns:a16="http://schemas.microsoft.com/office/drawing/2014/main" id="{E190B25E-1B2D-90EE-403F-ED6A796F1FD0}"/>
              </a:ext>
            </a:extLst>
          </p:cNvPr>
          <p:cNvSpPr>
            <a:spLocks noGrp="1"/>
          </p:cNvSpPr>
          <p:nvPr/>
        </p:nvSpPr>
        <p:spPr>
          <a:xfrm>
            <a:off x="2194369" y="2342821"/>
            <a:ext cx="813770" cy="943481"/>
          </a:xfrm>
          <a:custGeom>
            <a:avLst/>
            <a:gdLst>
              <a:gd name="csX0" fmla="*/ 0 w 1808072"/>
              <a:gd name="csY0" fmla="*/ 450644 h 2096270"/>
              <a:gd name="csX1" fmla="*/ 646919 w 1808072"/>
              <a:gd name="csY1" fmla="*/ 588781 h 2096270"/>
              <a:gd name="csX2" fmla="*/ 1165127 w 1808072"/>
              <a:gd name="csY2" fmla="*/ 968658 h 2096270"/>
              <a:gd name="csX3" fmla="*/ 710565 w 1808072"/>
              <a:gd name="csY3" fmla="*/ 1537960 h 2096270"/>
              <a:gd name="csX4" fmla="*/ 790917 w 1808072"/>
              <a:gd name="csY4" fmla="*/ 2096271 h 2096270"/>
              <a:gd name="csX5" fmla="*/ 1428701 w 1808072"/>
              <a:gd name="csY5" fmla="*/ 1475583 h 2096270"/>
              <a:gd name="csX6" fmla="*/ 49 w 1808072"/>
              <a:gd name="csY6" fmla="*/ 450644 h 2096270"/>
            </a:gdLst>
            <a:ahLst/>
            <a:cxnLst/>
            <a:rect l="l" t="t" r="r" b="b"/>
            <a:pathLst>
              <a:path w="1808072" h="2096270">
                <a:moveTo>
                  <a:pt x="0" y="450644"/>
                </a:moveTo>
                <a:cubicBezTo>
                  <a:pt x="406547" y="925185"/>
                  <a:pt x="238467" y="777230"/>
                  <a:pt x="646919" y="588781"/>
                </a:cubicBezTo>
                <a:cubicBezTo>
                  <a:pt x="1031973" y="411372"/>
                  <a:pt x="1283188" y="681882"/>
                  <a:pt x="1165127" y="968658"/>
                </a:cubicBezTo>
                <a:cubicBezTo>
                  <a:pt x="1060352" y="1223195"/>
                  <a:pt x="819736" y="1303107"/>
                  <a:pt x="710565" y="1537960"/>
                </a:cubicBezTo>
                <a:cubicBezTo>
                  <a:pt x="650435" y="1667207"/>
                  <a:pt x="699526" y="1762603"/>
                  <a:pt x="790917" y="2096271"/>
                </a:cubicBezTo>
                <a:cubicBezTo>
                  <a:pt x="1688514" y="1977575"/>
                  <a:pt x="946443" y="1950319"/>
                  <a:pt x="1428701" y="1475583"/>
                </a:cubicBezTo>
                <a:cubicBezTo>
                  <a:pt x="2533113" y="389245"/>
                  <a:pt x="970085" y="-607657"/>
                  <a:pt x="49" y="450644"/>
                </a:cubicBezTo>
                <a:close/>
              </a:path>
            </a:pathLst>
          </a:custGeom>
          <a:solidFill>
            <a:srgbClr val="FFFFFF"/>
          </a:solidFill>
          <a:ln w="4882">
            <a:noFill/>
            <a:prstDash val="solid"/>
          </a:ln>
        </p:spPr>
        <p:txBody>
          <a:bodyPr/>
          <a:lstStyle/>
          <a:p>
            <a:endParaRPr/>
          </a:p>
        </p:txBody>
      </p:sp>
      <p:sp>
        <p:nvSpPr>
          <p:cNvPr id="370" name="Freeform: Shape 369">
            <a:extLst>
              <a:ext uri="{FF2B5EF4-FFF2-40B4-BE49-F238E27FC236}">
                <a16:creationId xmlns:a16="http://schemas.microsoft.com/office/drawing/2014/main" id="{65934B1C-FF1C-50FE-B369-1D57756A0067}"/>
              </a:ext>
            </a:extLst>
          </p:cNvPr>
          <p:cNvSpPr>
            <a:spLocks noGrp="1"/>
          </p:cNvSpPr>
          <p:nvPr/>
        </p:nvSpPr>
        <p:spPr>
          <a:xfrm>
            <a:off x="2554271" y="3364804"/>
            <a:ext cx="297581" cy="287846"/>
          </a:xfrm>
          <a:custGeom>
            <a:avLst/>
            <a:gdLst>
              <a:gd name="csX0" fmla="*/ 3385 w 661180"/>
              <a:gd name="csY0" fmla="*/ 362451 h 639550"/>
              <a:gd name="csX1" fmla="*/ 657826 w 661180"/>
              <a:gd name="csY1" fmla="*/ 275896 h 639550"/>
              <a:gd name="csX2" fmla="*/ 3385 w 661180"/>
              <a:gd name="csY2" fmla="*/ 362451 h 639550"/>
            </a:gdLst>
            <a:ahLst/>
            <a:cxnLst/>
            <a:rect l="l" t="t" r="r" b="b"/>
            <a:pathLst>
              <a:path w="661180" h="639550">
                <a:moveTo>
                  <a:pt x="3385" y="362451"/>
                </a:moveTo>
                <a:cubicBezTo>
                  <a:pt x="59509" y="786778"/>
                  <a:pt x="713462" y="696754"/>
                  <a:pt x="657826" y="275896"/>
                </a:cubicBezTo>
                <a:cubicBezTo>
                  <a:pt x="602337" y="-143693"/>
                  <a:pt x="-52544" y="-60606"/>
                  <a:pt x="3385" y="362451"/>
                </a:cubicBezTo>
                <a:close/>
              </a:path>
            </a:pathLst>
          </a:custGeom>
          <a:solidFill>
            <a:srgbClr val="FFFFFF"/>
          </a:solidFill>
          <a:ln w="4882">
            <a:noFill/>
            <a:prstDash val="solid"/>
          </a:ln>
        </p:spPr>
        <p:txBody>
          <a:bodyPr/>
          <a:lstStyle/>
          <a:p>
            <a:endParaRPr/>
          </a:p>
        </p:txBody>
      </p:sp>
      <p:sp>
        <p:nvSpPr>
          <p:cNvPr id="375" name="Freeform: Shape 374">
            <a:extLst>
              <a:ext uri="{FF2B5EF4-FFF2-40B4-BE49-F238E27FC236}">
                <a16:creationId xmlns:a16="http://schemas.microsoft.com/office/drawing/2014/main" id="{23E399B8-2E66-A312-A8AA-7CB8E49CD60C}"/>
              </a:ext>
            </a:extLst>
          </p:cNvPr>
          <p:cNvSpPr>
            <a:spLocks noGrp="1"/>
          </p:cNvSpPr>
          <p:nvPr/>
        </p:nvSpPr>
        <p:spPr>
          <a:xfrm>
            <a:off x="3740319" y="2849943"/>
            <a:ext cx="527521" cy="650141"/>
          </a:xfrm>
          <a:custGeom>
            <a:avLst/>
            <a:gdLst>
              <a:gd name="csX0" fmla="*/ 0 w 1172070"/>
              <a:gd name="csY0" fmla="*/ 133280 h 1444514"/>
              <a:gd name="csX1" fmla="*/ 402492 w 1172070"/>
              <a:gd name="csY1" fmla="*/ 367448 h 1444514"/>
              <a:gd name="csX2" fmla="*/ 665871 w 1172070"/>
              <a:gd name="csY2" fmla="*/ 735163 h 1444514"/>
              <a:gd name="csX3" fmla="*/ 237002 w 1172070"/>
              <a:gd name="csY3" fmla="*/ 1016419 h 1444514"/>
              <a:gd name="csX4" fmla="*/ 168373 w 1172070"/>
              <a:gd name="csY4" fmla="*/ 1407530 h 1444514"/>
              <a:gd name="csX5" fmla="*/ 731080 w 1172070"/>
              <a:gd name="csY5" fmla="*/ 1132086 h 1444514"/>
              <a:gd name="csX6" fmla="*/ 0 w 1172070"/>
              <a:gd name="csY6" fmla="*/ 133329 h 1444514"/>
            </a:gdLst>
            <a:ahLst/>
            <a:cxnLst/>
            <a:rect l="l" t="t" r="r" b="b"/>
            <a:pathLst>
              <a:path w="1172070" h="1444514">
                <a:moveTo>
                  <a:pt x="0" y="133280"/>
                </a:moveTo>
                <a:cubicBezTo>
                  <a:pt x="167982" y="539827"/>
                  <a:pt x="87923" y="404035"/>
                  <a:pt x="402492" y="367448"/>
                </a:cubicBezTo>
                <a:cubicBezTo>
                  <a:pt x="698940" y="333159"/>
                  <a:pt x="807769" y="569183"/>
                  <a:pt x="665871" y="735163"/>
                </a:cubicBezTo>
                <a:cubicBezTo>
                  <a:pt x="539994" y="882482"/>
                  <a:pt x="361510" y="883215"/>
                  <a:pt x="237002" y="1016419"/>
                </a:cubicBezTo>
                <a:cubicBezTo>
                  <a:pt x="168470" y="1089737"/>
                  <a:pt x="180389" y="1164276"/>
                  <a:pt x="168373" y="1407530"/>
                </a:cubicBezTo>
                <a:cubicBezTo>
                  <a:pt x="794873" y="1524858"/>
                  <a:pt x="304409" y="1343981"/>
                  <a:pt x="731080" y="1132086"/>
                </a:cubicBezTo>
                <a:cubicBezTo>
                  <a:pt x="1708003" y="647386"/>
                  <a:pt x="880843" y="-362069"/>
                  <a:pt x="0" y="133329"/>
                </a:cubicBezTo>
                <a:close/>
              </a:path>
            </a:pathLst>
          </a:custGeom>
          <a:solidFill>
            <a:srgbClr val="FFFFFF"/>
          </a:solidFill>
          <a:ln w="4882">
            <a:noFill/>
            <a:prstDash val="solid"/>
          </a:ln>
        </p:spPr>
        <p:txBody>
          <a:bodyPr/>
          <a:lstStyle/>
          <a:p>
            <a:endParaRPr/>
          </a:p>
        </p:txBody>
      </p:sp>
      <p:sp>
        <p:nvSpPr>
          <p:cNvPr id="377" name="Freeform: Shape 376">
            <a:extLst>
              <a:ext uri="{FF2B5EF4-FFF2-40B4-BE49-F238E27FC236}">
                <a16:creationId xmlns:a16="http://schemas.microsoft.com/office/drawing/2014/main" id="{FF594020-2E70-7E1C-BA91-89F94AEDD54A}"/>
              </a:ext>
            </a:extLst>
          </p:cNvPr>
          <p:cNvSpPr>
            <a:spLocks noGrp="1"/>
          </p:cNvSpPr>
          <p:nvPr/>
        </p:nvSpPr>
        <p:spPr>
          <a:xfrm>
            <a:off x="3764735" y="3564108"/>
            <a:ext cx="209729" cy="202959"/>
          </a:xfrm>
          <a:custGeom>
            <a:avLst/>
            <a:gdLst>
              <a:gd name="csX0" fmla="*/ 4660 w 465987"/>
              <a:gd name="csY0" fmla="*/ 182520 h 450945"/>
              <a:gd name="csX1" fmla="*/ 461421 w 465987"/>
              <a:gd name="csY1" fmla="*/ 268050 h 450945"/>
              <a:gd name="csX2" fmla="*/ 4660 w 465987"/>
              <a:gd name="csY2" fmla="*/ 182520 h 450945"/>
            </a:gdLst>
            <a:ahLst/>
            <a:cxnLst/>
            <a:rect l="l" t="t" r="r" b="b"/>
            <a:pathLst>
              <a:path w="465987" h="450945">
                <a:moveTo>
                  <a:pt x="4660" y="182520"/>
                </a:moveTo>
                <a:cubicBezTo>
                  <a:pt x="-50829" y="478675"/>
                  <a:pt x="406420" y="561762"/>
                  <a:pt x="461421" y="268050"/>
                </a:cubicBezTo>
                <a:cubicBezTo>
                  <a:pt x="516275" y="-24832"/>
                  <a:pt x="59955" y="-112755"/>
                  <a:pt x="4660" y="182520"/>
                </a:cubicBezTo>
                <a:close/>
              </a:path>
            </a:pathLst>
          </a:custGeom>
          <a:solidFill>
            <a:srgbClr val="FFFFFF"/>
          </a:solidFill>
          <a:ln w="4882">
            <a:noFill/>
            <a:prstDash val="solid"/>
          </a:ln>
        </p:spPr>
        <p:txBody>
          <a:bodyPr/>
          <a:lstStyle/>
          <a:p>
            <a:endParaRPr/>
          </a:p>
        </p:txBody>
      </p:sp>
      <p:sp>
        <p:nvSpPr>
          <p:cNvPr id="379" name="Freeform: Shape 378">
            <a:extLst>
              <a:ext uri="{FF2B5EF4-FFF2-40B4-BE49-F238E27FC236}">
                <a16:creationId xmlns:a16="http://schemas.microsoft.com/office/drawing/2014/main" id="{3ACE94B0-B05A-2844-5CF1-A549598CBFAA}"/>
              </a:ext>
            </a:extLst>
          </p:cNvPr>
          <p:cNvSpPr>
            <a:spLocks noGrp="1"/>
          </p:cNvSpPr>
          <p:nvPr/>
        </p:nvSpPr>
        <p:spPr>
          <a:xfrm>
            <a:off x="4496542" y="4018190"/>
            <a:ext cx="294174" cy="93477"/>
          </a:xfrm>
          <a:custGeom>
            <a:avLst/>
            <a:gdLst>
              <a:gd name="csX0" fmla="*/ 653610 w 653610"/>
              <a:gd name="csY0" fmla="*/ 207694 h 207693"/>
              <a:gd name="csX1" fmla="*/ 0 w 653610"/>
              <a:gd name="csY1" fmla="*/ 24667 h 207693"/>
              <a:gd name="csX2" fmla="*/ 6887 w 653610"/>
              <a:gd name="csY2" fmla="*/ 0 h 207693"/>
              <a:gd name="csX3" fmla="*/ 618148 w 653610"/>
              <a:gd name="csY3" fmla="*/ 171157 h 207693"/>
              <a:gd name="csX4" fmla="*/ 596558 w 653610"/>
              <a:gd name="csY4" fmla="*/ 84650 h 207693"/>
              <a:gd name="csX5" fmla="*/ 621372 w 653610"/>
              <a:gd name="csY5" fmla="*/ 78447 h 207693"/>
              <a:gd name="csX6" fmla="*/ 653610 w 653610"/>
              <a:gd name="csY6" fmla="*/ 207694 h 207693"/>
            </a:gdLst>
            <a:ahLst/>
            <a:cxnLst/>
            <a:rect l="l" t="t" r="r" b="b"/>
            <a:pathLst>
              <a:path w="653610" h="207693">
                <a:moveTo>
                  <a:pt x="653610" y="207694"/>
                </a:moveTo>
                <a:lnTo>
                  <a:pt x="0" y="24667"/>
                </a:lnTo>
                <a:lnTo>
                  <a:pt x="6887" y="0"/>
                </a:lnTo>
                <a:lnTo>
                  <a:pt x="618148" y="171157"/>
                </a:lnTo>
                <a:lnTo>
                  <a:pt x="596558" y="84650"/>
                </a:lnTo>
                <a:lnTo>
                  <a:pt x="621372" y="78447"/>
                </a:lnTo>
                <a:lnTo>
                  <a:pt x="653610" y="207694"/>
                </a:lnTo>
                <a:close/>
              </a:path>
            </a:pathLst>
          </a:custGeom>
          <a:gradFill>
            <a:gsLst>
              <a:gs pos="0">
                <a:srgbClr val="E1A918"/>
              </a:gs>
              <a:gs pos="100000">
                <a:srgbClr val="E1A918"/>
              </a:gs>
            </a:gsLst>
            <a:lin ang="8452166" scaled="1"/>
          </a:gradFill>
          <a:ln w="4882">
            <a:noFill/>
            <a:prstDash val="solid"/>
          </a:ln>
        </p:spPr>
        <p:txBody>
          <a:bodyPr/>
          <a:lstStyle/>
          <a:p>
            <a:endParaRPr/>
          </a:p>
        </p:txBody>
      </p:sp>
      <p:sp>
        <p:nvSpPr>
          <p:cNvPr id="380" name="Freeform: Shape 379">
            <a:extLst>
              <a:ext uri="{FF2B5EF4-FFF2-40B4-BE49-F238E27FC236}">
                <a16:creationId xmlns:a16="http://schemas.microsoft.com/office/drawing/2014/main" id="{29F04443-50D0-06A9-F466-936C2F93E51C}"/>
              </a:ext>
            </a:extLst>
          </p:cNvPr>
          <p:cNvSpPr>
            <a:spLocks noGrp="1"/>
          </p:cNvSpPr>
          <p:nvPr/>
        </p:nvSpPr>
        <p:spPr>
          <a:xfrm>
            <a:off x="2237876" y="3984663"/>
            <a:ext cx="900705" cy="125091"/>
          </a:xfrm>
          <a:custGeom>
            <a:avLst/>
            <a:gdLst>
              <a:gd name="csX0" fmla="*/ 884848 w 2001227"/>
              <a:gd name="csY0" fmla="*/ 277886 h 277934"/>
              <a:gd name="csX1" fmla="*/ 0 w 2001227"/>
              <a:gd name="csY1" fmla="*/ 121187 h 277934"/>
              <a:gd name="csX2" fmla="*/ 8792 w 2001227"/>
              <a:gd name="csY2" fmla="*/ 97155 h 277934"/>
              <a:gd name="csX3" fmla="*/ 884848 w 2001227"/>
              <a:gd name="csY3" fmla="*/ 252290 h 277934"/>
              <a:gd name="csX4" fmla="*/ 1116477 w 2001227"/>
              <a:gd name="csY4" fmla="*/ 241788 h 277934"/>
              <a:gd name="csX5" fmla="*/ 1990090 w 2001227"/>
              <a:gd name="csY5" fmla="*/ 0 h 277934"/>
              <a:gd name="csX6" fmla="*/ 2001227 w 2001227"/>
              <a:gd name="csY6" fmla="*/ 23055 h 277934"/>
              <a:gd name="csX7" fmla="*/ 1118821 w 2001227"/>
              <a:gd name="csY7" fmla="*/ 267286 h 277934"/>
              <a:gd name="csX8" fmla="*/ 884897 w 2001227"/>
              <a:gd name="csY8" fmla="*/ 277934 h 277934"/>
            </a:gdLst>
            <a:ahLst/>
            <a:cxnLst/>
            <a:rect l="l" t="t" r="r" b="b"/>
            <a:pathLst>
              <a:path w="2001227" h="277934">
                <a:moveTo>
                  <a:pt x="884848" y="277886"/>
                </a:moveTo>
                <a:cubicBezTo>
                  <a:pt x="581513" y="277886"/>
                  <a:pt x="283796" y="225132"/>
                  <a:pt x="0" y="121187"/>
                </a:cubicBezTo>
                <a:lnTo>
                  <a:pt x="8792" y="97155"/>
                </a:lnTo>
                <a:cubicBezTo>
                  <a:pt x="289804" y="200074"/>
                  <a:pt x="584542" y="252290"/>
                  <a:pt x="884848" y="252290"/>
                </a:cubicBezTo>
                <a:cubicBezTo>
                  <a:pt x="961878" y="252290"/>
                  <a:pt x="1039788" y="248773"/>
                  <a:pt x="1116477" y="241788"/>
                </a:cubicBezTo>
                <a:cubicBezTo>
                  <a:pt x="1421521" y="214044"/>
                  <a:pt x="1715428" y="132666"/>
                  <a:pt x="1990090" y="0"/>
                </a:cubicBezTo>
                <a:lnTo>
                  <a:pt x="2001227" y="23055"/>
                </a:lnTo>
                <a:cubicBezTo>
                  <a:pt x="1723781" y="157040"/>
                  <a:pt x="1426894" y="239249"/>
                  <a:pt x="1118821" y="267286"/>
                </a:cubicBezTo>
                <a:cubicBezTo>
                  <a:pt x="1041400" y="274320"/>
                  <a:pt x="962660" y="277934"/>
                  <a:pt x="884897" y="277934"/>
                </a:cubicBezTo>
                <a:close/>
              </a:path>
            </a:pathLst>
          </a:custGeom>
          <a:gradFill>
            <a:gsLst>
              <a:gs pos="14000">
                <a:srgbClr val="4B5565"/>
              </a:gs>
              <a:gs pos="100000">
                <a:schemeClr val="bg2">
                  <a:lumMod val="50000"/>
                </a:schemeClr>
              </a:gs>
            </a:gsLst>
            <a:lin ang="3021782" scaled="1"/>
          </a:gradFill>
          <a:ln w="4882">
            <a:noFill/>
            <a:prstDash val="solid"/>
          </a:ln>
        </p:spPr>
        <p:txBody>
          <a:bodyPr/>
          <a:lstStyle/>
          <a:p>
            <a:endParaRPr/>
          </a:p>
        </p:txBody>
      </p:sp>
      <p:sp>
        <p:nvSpPr>
          <p:cNvPr id="381" name="Freeform: Shape 380">
            <a:extLst>
              <a:ext uri="{FF2B5EF4-FFF2-40B4-BE49-F238E27FC236}">
                <a16:creationId xmlns:a16="http://schemas.microsoft.com/office/drawing/2014/main" id="{08ABF4EC-EC0F-2D0A-68C7-BD9AAA48F45D}"/>
              </a:ext>
            </a:extLst>
          </p:cNvPr>
          <p:cNvSpPr>
            <a:spLocks noGrp="1"/>
          </p:cNvSpPr>
          <p:nvPr/>
        </p:nvSpPr>
        <p:spPr>
          <a:xfrm>
            <a:off x="3414157" y="3903716"/>
            <a:ext cx="200300" cy="132280"/>
          </a:xfrm>
          <a:custGeom>
            <a:avLst/>
            <a:gdLst>
              <a:gd name="csX0" fmla="*/ 434487 w 445037"/>
              <a:gd name="csY0" fmla="*/ 293907 h 293907"/>
              <a:gd name="csX1" fmla="*/ 0 w 445037"/>
              <a:gd name="csY1" fmla="*/ 19538 h 293907"/>
              <a:gd name="csX2" fmla="*/ 16559 w 445037"/>
              <a:gd name="csY2" fmla="*/ 0 h 293907"/>
              <a:gd name="csX3" fmla="*/ 445038 w 445037"/>
              <a:gd name="csY3" fmla="*/ 270559 h 293907"/>
              <a:gd name="csX4" fmla="*/ 434536 w 445037"/>
              <a:gd name="csY4" fmla="*/ 293907 h 293907"/>
            </a:gdLst>
            <a:ahLst/>
            <a:cxnLst/>
            <a:rect l="l" t="t" r="r" b="b"/>
            <a:pathLst>
              <a:path w="445037" h="293907">
                <a:moveTo>
                  <a:pt x="434487" y="293907"/>
                </a:moveTo>
                <a:cubicBezTo>
                  <a:pt x="277837" y="223276"/>
                  <a:pt x="131640" y="130957"/>
                  <a:pt x="0" y="19538"/>
                </a:cubicBezTo>
                <a:lnTo>
                  <a:pt x="16559" y="0"/>
                </a:lnTo>
                <a:cubicBezTo>
                  <a:pt x="146392" y="109904"/>
                  <a:pt x="290537" y="200904"/>
                  <a:pt x="445038" y="270559"/>
                </a:cubicBezTo>
                <a:lnTo>
                  <a:pt x="434536" y="293907"/>
                </a:lnTo>
                <a:close/>
              </a:path>
            </a:pathLst>
          </a:custGeom>
          <a:gradFill>
            <a:gsLst>
              <a:gs pos="0">
                <a:srgbClr val="E1A918"/>
              </a:gs>
              <a:gs pos="100000">
                <a:srgbClr val="E1A918"/>
              </a:gs>
            </a:gsLst>
            <a:lin ang="8452203" scaled="1"/>
          </a:gradFill>
          <a:ln w="4882">
            <a:noFill/>
            <a:prstDash val="solid"/>
          </a:ln>
        </p:spPr>
        <p:txBody>
          <a:bodyPr/>
          <a:lstStyle/>
          <a:p>
            <a:endParaRPr/>
          </a:p>
        </p:txBody>
      </p:sp>
      <p:sp>
        <p:nvSpPr>
          <p:cNvPr id="382" name="Freeform: Shape 381">
            <a:extLst>
              <a:ext uri="{FF2B5EF4-FFF2-40B4-BE49-F238E27FC236}">
                <a16:creationId xmlns:a16="http://schemas.microsoft.com/office/drawing/2014/main" id="{11AB6E85-FD08-C9F5-00D4-3650AD5E1691}"/>
              </a:ext>
            </a:extLst>
          </p:cNvPr>
          <p:cNvSpPr>
            <a:spLocks noGrp="1"/>
          </p:cNvSpPr>
          <p:nvPr/>
        </p:nvSpPr>
        <p:spPr>
          <a:xfrm>
            <a:off x="1698553" y="3926998"/>
            <a:ext cx="336978" cy="104865"/>
          </a:xfrm>
          <a:custGeom>
            <a:avLst/>
            <a:gdLst>
              <a:gd name="csX0" fmla="*/ 6887 w 748713"/>
              <a:gd name="csY0" fmla="*/ 232996 h 232996"/>
              <a:gd name="csX1" fmla="*/ 0 w 748713"/>
              <a:gd name="csY1" fmla="*/ 208329 h 232996"/>
              <a:gd name="csX2" fmla="*/ 744074 w 748713"/>
              <a:gd name="csY2" fmla="*/ 0 h 232996"/>
              <a:gd name="csX3" fmla="*/ 748714 w 748713"/>
              <a:gd name="csY3" fmla="*/ 2638 h 232996"/>
              <a:gd name="csX4" fmla="*/ 742559 w 748713"/>
              <a:gd name="csY4" fmla="*/ 14507 h 232996"/>
              <a:gd name="csX5" fmla="*/ 745832 w 748713"/>
              <a:gd name="csY5" fmla="*/ 26084 h 232996"/>
              <a:gd name="csX6" fmla="*/ 6887 w 748713"/>
              <a:gd name="csY6" fmla="*/ 232996 h 232996"/>
            </a:gdLst>
            <a:ahLst/>
            <a:cxnLst/>
            <a:rect l="l" t="t" r="r" b="b"/>
            <a:pathLst>
              <a:path w="748713" h="232996">
                <a:moveTo>
                  <a:pt x="6887" y="232996"/>
                </a:moveTo>
                <a:lnTo>
                  <a:pt x="0" y="208329"/>
                </a:lnTo>
                <a:lnTo>
                  <a:pt x="744074" y="0"/>
                </a:lnTo>
                <a:lnTo>
                  <a:pt x="748714" y="2638"/>
                </a:lnTo>
                <a:lnTo>
                  <a:pt x="742559" y="14507"/>
                </a:lnTo>
                <a:lnTo>
                  <a:pt x="745832" y="26084"/>
                </a:lnTo>
                <a:lnTo>
                  <a:pt x="6887" y="232996"/>
                </a:lnTo>
                <a:close/>
              </a:path>
            </a:pathLst>
          </a:custGeom>
          <a:gradFill>
            <a:gsLst>
              <a:gs pos="14000">
                <a:srgbClr val="4B5565"/>
              </a:gs>
              <a:gs pos="100000">
                <a:schemeClr val="bg2">
                  <a:lumMod val="50000"/>
                </a:schemeClr>
              </a:gs>
            </a:gsLst>
            <a:lin ang="3021782" scaled="1"/>
          </a:gradFill>
          <a:ln w="4882">
            <a:noFill/>
            <a:prstDash val="solid"/>
          </a:ln>
        </p:spPr>
        <p:txBody>
          <a:bodyPr/>
          <a:lstStyle/>
          <a:p>
            <a:endParaRPr/>
          </a:p>
        </p:txBody>
      </p:sp>
      <p:sp>
        <p:nvSpPr>
          <p:cNvPr id="383" name="Freeform: Shape 382">
            <a:extLst>
              <a:ext uri="{FF2B5EF4-FFF2-40B4-BE49-F238E27FC236}">
                <a16:creationId xmlns:a16="http://schemas.microsoft.com/office/drawing/2014/main" id="{FDE0DDF3-7E43-09A5-113E-57247AF7797E}"/>
              </a:ext>
            </a:extLst>
          </p:cNvPr>
          <p:cNvSpPr>
            <a:spLocks noGrp="1"/>
          </p:cNvSpPr>
          <p:nvPr/>
        </p:nvSpPr>
        <p:spPr>
          <a:xfrm>
            <a:off x="4669384" y="2858397"/>
            <a:ext cx="120232" cy="974308"/>
          </a:xfrm>
          <a:custGeom>
            <a:avLst/>
            <a:gdLst>
              <a:gd name="csX0" fmla="*/ 88656 w 267139"/>
              <a:gd name="csY0" fmla="*/ 2164764 h 2164763"/>
              <a:gd name="csX1" fmla="*/ 4103 w 267139"/>
              <a:gd name="csY1" fmla="*/ 1825772 h 2164763"/>
              <a:gd name="csX2" fmla="*/ 6594 w 267139"/>
              <a:gd name="csY2" fmla="*/ 1821327 h 2164763"/>
              <a:gd name="csX3" fmla="*/ 241593 w 267139"/>
              <a:gd name="csY3" fmla="*/ 922802 h 2164763"/>
              <a:gd name="csX4" fmla="*/ 231824 w 267139"/>
              <a:gd name="csY4" fmla="*/ 733425 h 2164763"/>
              <a:gd name="csX5" fmla="*/ 0 w 267139"/>
              <a:gd name="csY5" fmla="*/ 12749 h 2164763"/>
              <a:gd name="csX6" fmla="*/ 22176 w 267139"/>
              <a:gd name="csY6" fmla="*/ 0 h 2164763"/>
              <a:gd name="csX7" fmla="*/ 257273 w 267139"/>
              <a:gd name="csY7" fmla="*/ 730787 h 2164763"/>
              <a:gd name="csX8" fmla="*/ 267139 w 267139"/>
              <a:gd name="csY8" fmla="*/ 922753 h 2164763"/>
              <a:gd name="csX9" fmla="*/ 31359 w 267139"/>
              <a:gd name="csY9" fmla="*/ 1829435 h 2164763"/>
              <a:gd name="csX10" fmla="*/ 113470 w 267139"/>
              <a:gd name="csY10" fmla="*/ 2158561 h 2164763"/>
              <a:gd name="csX11" fmla="*/ 88607 w 267139"/>
              <a:gd name="csY11" fmla="*/ 2164764 h 2164763"/>
            </a:gdLst>
            <a:ahLst/>
            <a:cxnLst/>
            <a:rect l="l" t="t" r="r" b="b"/>
            <a:pathLst>
              <a:path w="267139" h="2164763">
                <a:moveTo>
                  <a:pt x="88656" y="2164764"/>
                </a:moveTo>
                <a:lnTo>
                  <a:pt x="4103" y="1825772"/>
                </a:lnTo>
                <a:lnTo>
                  <a:pt x="6594" y="1821327"/>
                </a:lnTo>
                <a:cubicBezTo>
                  <a:pt x="160313" y="1548374"/>
                  <a:pt x="241593" y="1237664"/>
                  <a:pt x="241593" y="922802"/>
                </a:cubicBezTo>
                <a:cubicBezTo>
                  <a:pt x="241593" y="859790"/>
                  <a:pt x="238321" y="796095"/>
                  <a:pt x="231824" y="733425"/>
                </a:cubicBezTo>
                <a:cubicBezTo>
                  <a:pt x="205349" y="477520"/>
                  <a:pt x="127342" y="235048"/>
                  <a:pt x="0" y="12749"/>
                </a:cubicBezTo>
                <a:lnTo>
                  <a:pt x="22176" y="0"/>
                </a:lnTo>
                <a:cubicBezTo>
                  <a:pt x="151374" y="225425"/>
                  <a:pt x="230456" y="471268"/>
                  <a:pt x="257273" y="730787"/>
                </a:cubicBezTo>
                <a:cubicBezTo>
                  <a:pt x="263818" y="794287"/>
                  <a:pt x="267139" y="858862"/>
                  <a:pt x="267139" y="922753"/>
                </a:cubicBezTo>
                <a:cubicBezTo>
                  <a:pt x="267139" y="1240302"/>
                  <a:pt x="185615" y="1553698"/>
                  <a:pt x="31359" y="1829435"/>
                </a:cubicBezTo>
                <a:lnTo>
                  <a:pt x="113470" y="2158561"/>
                </a:lnTo>
                <a:lnTo>
                  <a:pt x="88607" y="2164764"/>
                </a:lnTo>
                <a:close/>
              </a:path>
            </a:pathLst>
          </a:custGeom>
          <a:gradFill>
            <a:gsLst>
              <a:gs pos="0">
                <a:srgbClr val="E1A918"/>
              </a:gs>
              <a:gs pos="100000">
                <a:srgbClr val="E1A918"/>
              </a:gs>
            </a:gsLst>
            <a:lin ang="8452173" scaled="1"/>
          </a:gradFill>
          <a:ln w="4882">
            <a:noFill/>
            <a:prstDash val="solid"/>
          </a:ln>
        </p:spPr>
        <p:txBody>
          <a:bodyPr/>
          <a:lstStyle/>
          <a:p>
            <a:endParaRPr/>
          </a:p>
        </p:txBody>
      </p:sp>
      <p:sp>
        <p:nvSpPr>
          <p:cNvPr id="384" name="Freeform: Shape 383">
            <a:extLst>
              <a:ext uri="{FF2B5EF4-FFF2-40B4-BE49-F238E27FC236}">
                <a16:creationId xmlns:a16="http://schemas.microsoft.com/office/drawing/2014/main" id="{BE5531B5-A0A9-ABCE-F726-0BACB62DC290}"/>
              </a:ext>
            </a:extLst>
          </p:cNvPr>
          <p:cNvSpPr>
            <a:spLocks noGrp="1"/>
          </p:cNvSpPr>
          <p:nvPr/>
        </p:nvSpPr>
        <p:spPr>
          <a:xfrm>
            <a:off x="1500714" y="3168862"/>
            <a:ext cx="76373" cy="223823"/>
          </a:xfrm>
          <a:custGeom>
            <a:avLst/>
            <a:gdLst>
              <a:gd name="csX0" fmla="*/ 145952 w 169691"/>
              <a:gd name="csY0" fmla="*/ 497303 h 497302"/>
              <a:gd name="csX1" fmla="*/ 0 w 169691"/>
              <a:gd name="csY1" fmla="*/ 4787 h 497302"/>
              <a:gd name="csX2" fmla="*/ 25156 w 169691"/>
              <a:gd name="csY2" fmla="*/ 0 h 497302"/>
              <a:gd name="csX3" fmla="*/ 169692 w 169691"/>
              <a:gd name="csY3" fmla="*/ 487582 h 497302"/>
              <a:gd name="csX4" fmla="*/ 146001 w 169691"/>
              <a:gd name="csY4" fmla="*/ 497303 h 497302"/>
            </a:gdLst>
            <a:ahLst/>
            <a:cxnLst/>
            <a:rect l="l" t="t" r="r" b="b"/>
            <a:pathLst>
              <a:path w="169691" h="497302">
                <a:moveTo>
                  <a:pt x="145952" y="497303"/>
                </a:moveTo>
                <a:cubicBezTo>
                  <a:pt x="81133" y="339041"/>
                  <a:pt x="32043" y="173355"/>
                  <a:pt x="0" y="4787"/>
                </a:cubicBezTo>
                <a:lnTo>
                  <a:pt x="25156" y="0"/>
                </a:lnTo>
                <a:cubicBezTo>
                  <a:pt x="56857" y="166858"/>
                  <a:pt x="105508" y="330884"/>
                  <a:pt x="169692" y="487582"/>
                </a:cubicBezTo>
                <a:lnTo>
                  <a:pt x="146001" y="497303"/>
                </a:lnTo>
                <a:close/>
              </a:path>
            </a:pathLst>
          </a:custGeom>
          <a:gradFill>
            <a:gsLst>
              <a:gs pos="14000">
                <a:srgbClr val="4B5565"/>
              </a:gs>
              <a:gs pos="100000">
                <a:schemeClr val="bg2">
                  <a:lumMod val="50000"/>
                </a:schemeClr>
              </a:gs>
            </a:gsLst>
            <a:lin ang="3021782" scaled="1"/>
          </a:gradFill>
          <a:ln w="4882">
            <a:noFill/>
            <a:prstDash val="solid"/>
          </a:ln>
        </p:spPr>
        <p:txBody>
          <a:bodyPr/>
          <a:lstStyle/>
          <a:p>
            <a:endParaRPr/>
          </a:p>
        </p:txBody>
      </p:sp>
      <p:sp>
        <p:nvSpPr>
          <p:cNvPr id="385" name="Freeform: Shape 384">
            <a:extLst>
              <a:ext uri="{FF2B5EF4-FFF2-40B4-BE49-F238E27FC236}">
                <a16:creationId xmlns:a16="http://schemas.microsoft.com/office/drawing/2014/main" id="{70CA87A5-755A-7E09-C925-2004333B5690}"/>
              </a:ext>
            </a:extLst>
          </p:cNvPr>
          <p:cNvSpPr>
            <a:spLocks noGrp="1"/>
          </p:cNvSpPr>
          <p:nvPr/>
        </p:nvSpPr>
        <p:spPr>
          <a:xfrm>
            <a:off x="1487501" y="2039563"/>
            <a:ext cx="449318" cy="786978"/>
          </a:xfrm>
          <a:custGeom>
            <a:avLst/>
            <a:gdLst>
              <a:gd name="csX0" fmla="*/ 25449 w 998317"/>
              <a:gd name="csY0" fmla="*/ 1748497 h 1748545"/>
              <a:gd name="csX1" fmla="*/ 0 w 998317"/>
              <a:gd name="csY1" fmla="*/ 1745664 h 1748545"/>
              <a:gd name="csX2" fmla="*/ 735867 w 998317"/>
              <a:gd name="csY2" fmla="*/ 217365 h 1748545"/>
              <a:gd name="csX3" fmla="*/ 982638 w 998317"/>
              <a:gd name="csY3" fmla="*/ 0 h 1748545"/>
              <a:gd name="csX4" fmla="*/ 998318 w 998317"/>
              <a:gd name="csY4" fmla="*/ 20271 h 1748545"/>
              <a:gd name="csX5" fmla="*/ 753989 w 998317"/>
              <a:gd name="csY5" fmla="*/ 235487 h 1748545"/>
              <a:gd name="csX6" fmla="*/ 25498 w 998317"/>
              <a:gd name="csY6" fmla="*/ 1748546 h 1748545"/>
            </a:gdLst>
            <a:ahLst/>
            <a:cxnLst/>
            <a:rect l="l" t="t" r="r" b="b"/>
            <a:pathLst>
              <a:path w="998317" h="1748545">
                <a:moveTo>
                  <a:pt x="25449" y="1748497"/>
                </a:moveTo>
                <a:lnTo>
                  <a:pt x="0" y="1745664"/>
                </a:lnTo>
                <a:cubicBezTo>
                  <a:pt x="64379" y="1170305"/>
                  <a:pt x="325706" y="627527"/>
                  <a:pt x="735867" y="217365"/>
                </a:cubicBezTo>
                <a:cubicBezTo>
                  <a:pt x="813435" y="139798"/>
                  <a:pt x="896474" y="66675"/>
                  <a:pt x="982638" y="0"/>
                </a:cubicBezTo>
                <a:lnTo>
                  <a:pt x="998318" y="20271"/>
                </a:lnTo>
                <a:cubicBezTo>
                  <a:pt x="912984" y="86262"/>
                  <a:pt x="830776" y="158652"/>
                  <a:pt x="753989" y="235487"/>
                </a:cubicBezTo>
                <a:cubicBezTo>
                  <a:pt x="347931" y="641545"/>
                  <a:pt x="89193" y="1178902"/>
                  <a:pt x="25498" y="1748546"/>
                </a:cubicBezTo>
                <a:close/>
              </a:path>
            </a:pathLst>
          </a:custGeom>
          <a:gradFill>
            <a:gsLst>
              <a:gs pos="14000">
                <a:srgbClr val="4B5565"/>
              </a:gs>
              <a:gs pos="100000">
                <a:schemeClr val="bg2">
                  <a:lumMod val="50000"/>
                </a:schemeClr>
              </a:gs>
            </a:gsLst>
            <a:lin ang="3021809" scaled="1"/>
          </a:gradFill>
          <a:ln w="4882">
            <a:noFill/>
            <a:prstDash val="solid"/>
          </a:ln>
        </p:spPr>
        <p:txBody>
          <a:bodyPr/>
          <a:lstStyle/>
          <a:p>
            <a:endParaRPr/>
          </a:p>
        </p:txBody>
      </p:sp>
      <p:sp>
        <p:nvSpPr>
          <p:cNvPr id="386" name="Freeform: Shape 385">
            <a:extLst>
              <a:ext uri="{FF2B5EF4-FFF2-40B4-BE49-F238E27FC236}">
                <a16:creationId xmlns:a16="http://schemas.microsoft.com/office/drawing/2014/main" id="{DD745D56-9498-EA33-3C8D-0EF0CB1FA5FC}"/>
              </a:ext>
            </a:extLst>
          </p:cNvPr>
          <p:cNvSpPr>
            <a:spLocks noGrp="1"/>
          </p:cNvSpPr>
          <p:nvPr/>
        </p:nvSpPr>
        <p:spPr>
          <a:xfrm>
            <a:off x="3678169" y="2437922"/>
            <a:ext cx="859483" cy="245940"/>
          </a:xfrm>
          <a:custGeom>
            <a:avLst/>
            <a:gdLst>
              <a:gd name="csX0" fmla="*/ 1891763 w 1909640"/>
              <a:gd name="csY0" fmla="*/ 546442 h 546442"/>
              <a:gd name="csX1" fmla="*/ 879573 w 1909640"/>
              <a:gd name="csY1" fmla="*/ 45036 h 546442"/>
              <a:gd name="csX2" fmla="*/ 612482 w 1909640"/>
              <a:gd name="csY2" fmla="*/ 25595 h 546442"/>
              <a:gd name="csX3" fmla="*/ 22665 w 1909640"/>
              <a:gd name="csY3" fmla="*/ 122750 h 546442"/>
              <a:gd name="csX4" fmla="*/ 11577 w 1909640"/>
              <a:gd name="csY4" fmla="*/ 126512 h 546442"/>
              <a:gd name="csX5" fmla="*/ 0 w 1909640"/>
              <a:gd name="csY5" fmla="*/ 100525 h 546442"/>
              <a:gd name="csX6" fmla="*/ 23349 w 1909640"/>
              <a:gd name="csY6" fmla="*/ 89975 h 546442"/>
              <a:gd name="csX7" fmla="*/ 25498 w 1909640"/>
              <a:gd name="csY7" fmla="*/ 94762 h 546442"/>
              <a:gd name="csX8" fmla="*/ 612482 w 1909640"/>
              <a:gd name="csY8" fmla="*/ 0 h 546442"/>
              <a:gd name="csX9" fmla="*/ 883285 w 1909640"/>
              <a:gd name="csY9" fmla="*/ 19734 h 546442"/>
              <a:gd name="csX10" fmla="*/ 1909640 w 1909640"/>
              <a:gd name="csY10" fmla="*/ 528125 h 546442"/>
              <a:gd name="csX11" fmla="*/ 1891763 w 1909640"/>
              <a:gd name="csY11" fmla="*/ 546442 h 546442"/>
            </a:gdLst>
            <a:ahLst/>
            <a:cxnLst/>
            <a:rect l="l" t="t" r="r" b="b"/>
            <a:pathLst>
              <a:path w="1909640" h="546442">
                <a:moveTo>
                  <a:pt x="1891763" y="546442"/>
                </a:moveTo>
                <a:cubicBezTo>
                  <a:pt x="1613584" y="274760"/>
                  <a:pt x="1263552" y="101356"/>
                  <a:pt x="879573" y="45036"/>
                </a:cubicBezTo>
                <a:cubicBezTo>
                  <a:pt x="791552" y="32141"/>
                  <a:pt x="701675" y="25595"/>
                  <a:pt x="612482" y="25595"/>
                </a:cubicBezTo>
                <a:cubicBezTo>
                  <a:pt x="411187" y="25595"/>
                  <a:pt x="212725" y="58274"/>
                  <a:pt x="22665" y="122750"/>
                </a:cubicBezTo>
                <a:lnTo>
                  <a:pt x="11577" y="126512"/>
                </a:lnTo>
                <a:lnTo>
                  <a:pt x="0" y="100525"/>
                </a:lnTo>
                <a:lnTo>
                  <a:pt x="23349" y="89975"/>
                </a:lnTo>
                <a:lnTo>
                  <a:pt x="25498" y="94762"/>
                </a:lnTo>
                <a:cubicBezTo>
                  <a:pt x="214874" y="31848"/>
                  <a:pt x="412262" y="0"/>
                  <a:pt x="612482" y="0"/>
                </a:cubicBezTo>
                <a:cubicBezTo>
                  <a:pt x="702896" y="0"/>
                  <a:pt x="794043" y="6643"/>
                  <a:pt x="883285" y="19734"/>
                </a:cubicBezTo>
                <a:cubicBezTo>
                  <a:pt x="1272638" y="76835"/>
                  <a:pt x="1627554" y="252632"/>
                  <a:pt x="1909640" y="528125"/>
                </a:cubicBezTo>
                <a:lnTo>
                  <a:pt x="1891763" y="546442"/>
                </a:lnTo>
                <a:close/>
              </a:path>
            </a:pathLst>
          </a:custGeom>
          <a:gradFill>
            <a:gsLst>
              <a:gs pos="0">
                <a:srgbClr val="E1A918"/>
              </a:gs>
              <a:gs pos="100000">
                <a:srgbClr val="E1A918"/>
              </a:gs>
            </a:gsLst>
            <a:lin ang="8452203" scaled="1"/>
          </a:gradFill>
          <a:ln w="4882">
            <a:noFill/>
            <a:prstDash val="solid"/>
          </a:ln>
        </p:spPr>
        <p:txBody>
          <a:bodyPr/>
          <a:lstStyle/>
          <a:p>
            <a:endParaRPr/>
          </a:p>
        </p:txBody>
      </p:sp>
      <p:sp>
        <p:nvSpPr>
          <p:cNvPr id="387" name="Freeform: Shape 386">
            <a:extLst>
              <a:ext uri="{FF2B5EF4-FFF2-40B4-BE49-F238E27FC236}">
                <a16:creationId xmlns:a16="http://schemas.microsoft.com/office/drawing/2014/main" id="{C3032587-0DD1-0B8F-F5D6-CB6C526520EE}"/>
              </a:ext>
            </a:extLst>
          </p:cNvPr>
          <p:cNvSpPr>
            <a:spLocks noGrp="1"/>
          </p:cNvSpPr>
          <p:nvPr/>
        </p:nvSpPr>
        <p:spPr>
          <a:xfrm>
            <a:off x="3323713" y="2031121"/>
            <a:ext cx="176776" cy="164553"/>
          </a:xfrm>
          <a:custGeom>
            <a:avLst/>
            <a:gdLst>
              <a:gd name="csX0" fmla="*/ 373625 w 392771"/>
              <a:gd name="csY0" fmla="*/ 365613 h 365613"/>
              <a:gd name="csX1" fmla="*/ 268654 w 392771"/>
              <a:gd name="csY1" fmla="*/ 254195 h 365613"/>
              <a:gd name="csX2" fmla="*/ 0 w 392771"/>
              <a:gd name="csY2" fmla="*/ 20418 h 365613"/>
              <a:gd name="csX3" fmla="*/ 15436 w 392771"/>
              <a:gd name="csY3" fmla="*/ 0 h 365613"/>
              <a:gd name="csX4" fmla="*/ 286727 w 392771"/>
              <a:gd name="csY4" fmla="*/ 236073 h 365613"/>
              <a:gd name="csX5" fmla="*/ 392772 w 392771"/>
              <a:gd name="csY5" fmla="*/ 348615 h 365613"/>
              <a:gd name="csX6" fmla="*/ 373625 w 392771"/>
              <a:gd name="csY6" fmla="*/ 365613 h 365613"/>
            </a:gdLst>
            <a:ahLst/>
            <a:cxnLst/>
            <a:rect l="l" t="t" r="r" b="b"/>
            <a:pathLst>
              <a:path w="392771" h="365613">
                <a:moveTo>
                  <a:pt x="373625" y="365613"/>
                </a:moveTo>
                <a:cubicBezTo>
                  <a:pt x="339969" y="327660"/>
                  <a:pt x="304605" y="290195"/>
                  <a:pt x="268654" y="254195"/>
                </a:cubicBezTo>
                <a:cubicBezTo>
                  <a:pt x="184639" y="170180"/>
                  <a:pt x="94273" y="91538"/>
                  <a:pt x="0" y="20418"/>
                </a:cubicBezTo>
                <a:lnTo>
                  <a:pt x="15436" y="0"/>
                </a:lnTo>
                <a:cubicBezTo>
                  <a:pt x="110588" y="71804"/>
                  <a:pt x="201881" y="151228"/>
                  <a:pt x="286727" y="236073"/>
                </a:cubicBezTo>
                <a:cubicBezTo>
                  <a:pt x="323069" y="272415"/>
                  <a:pt x="358775" y="310271"/>
                  <a:pt x="392772" y="348615"/>
                </a:cubicBezTo>
                <a:lnTo>
                  <a:pt x="373625" y="365613"/>
                </a:lnTo>
                <a:close/>
              </a:path>
            </a:pathLst>
          </a:custGeom>
          <a:gradFill>
            <a:gsLst>
              <a:gs pos="14000">
                <a:srgbClr val="4B5565"/>
              </a:gs>
              <a:gs pos="100000">
                <a:schemeClr val="bg2">
                  <a:lumMod val="50000"/>
                </a:schemeClr>
              </a:gs>
            </a:gsLst>
            <a:lin ang="3021782" scaled="1"/>
          </a:gradFill>
          <a:ln w="4882">
            <a:noFill/>
            <a:prstDash val="solid"/>
          </a:ln>
        </p:spPr>
        <p:txBody>
          <a:bodyPr/>
          <a:lstStyle/>
          <a:p>
            <a:endParaRPr/>
          </a:p>
        </p:txBody>
      </p:sp>
      <p:sp>
        <p:nvSpPr>
          <p:cNvPr id="388" name="Freeform: Shape 387">
            <a:extLst>
              <a:ext uri="{FF2B5EF4-FFF2-40B4-BE49-F238E27FC236}">
                <a16:creationId xmlns:a16="http://schemas.microsoft.com/office/drawing/2014/main" id="{65B276FF-79B3-93FC-ED6E-C6432372A48C}"/>
              </a:ext>
            </a:extLst>
          </p:cNvPr>
          <p:cNvSpPr>
            <a:spLocks noGrp="1"/>
          </p:cNvSpPr>
          <p:nvPr/>
        </p:nvSpPr>
        <p:spPr>
          <a:xfrm>
            <a:off x="2125888" y="1812969"/>
            <a:ext cx="331723" cy="114583"/>
          </a:xfrm>
          <a:custGeom>
            <a:avLst/>
            <a:gdLst>
              <a:gd name="csX0" fmla="*/ 11283 w 737039"/>
              <a:gd name="csY0" fmla="*/ 254537 h 254586"/>
              <a:gd name="csX1" fmla="*/ 0 w 737039"/>
              <a:gd name="csY1" fmla="*/ 231580 h 254586"/>
              <a:gd name="csX2" fmla="*/ 733083 w 737039"/>
              <a:gd name="csY2" fmla="*/ 0 h 254586"/>
              <a:gd name="csX3" fmla="*/ 737040 w 737039"/>
              <a:gd name="csY3" fmla="*/ 25302 h 254586"/>
              <a:gd name="csX4" fmla="*/ 11283 w 737039"/>
              <a:gd name="csY4" fmla="*/ 254586 h 254586"/>
            </a:gdLst>
            <a:ahLst/>
            <a:cxnLst/>
            <a:rect l="l" t="t" r="r" b="b"/>
            <a:pathLst>
              <a:path w="737039" h="254586">
                <a:moveTo>
                  <a:pt x="11283" y="254537"/>
                </a:moveTo>
                <a:lnTo>
                  <a:pt x="0" y="231580"/>
                </a:lnTo>
                <a:cubicBezTo>
                  <a:pt x="231091" y="117963"/>
                  <a:pt x="477764" y="40054"/>
                  <a:pt x="733083" y="0"/>
                </a:cubicBezTo>
                <a:lnTo>
                  <a:pt x="737040" y="25302"/>
                </a:lnTo>
                <a:cubicBezTo>
                  <a:pt x="484212" y="64965"/>
                  <a:pt x="240030" y="142093"/>
                  <a:pt x="11283" y="254586"/>
                </a:cubicBezTo>
                <a:close/>
              </a:path>
            </a:pathLst>
          </a:custGeom>
          <a:gradFill>
            <a:gsLst>
              <a:gs pos="14000">
                <a:srgbClr val="4B5565"/>
              </a:gs>
              <a:gs pos="100000">
                <a:schemeClr val="bg2">
                  <a:lumMod val="50000"/>
                </a:schemeClr>
              </a:gs>
            </a:gsLst>
            <a:lin ang="3021782" scaled="1"/>
          </a:gradFill>
          <a:ln w="4882">
            <a:noFill/>
            <a:prstDash val="solid"/>
          </a:ln>
        </p:spPr>
        <p:txBody>
          <a:bodyPr/>
          <a:lstStyle/>
          <a:p>
            <a:endParaRPr/>
          </a:p>
        </p:txBody>
      </p:sp>
      <p:sp>
        <p:nvSpPr>
          <p:cNvPr id="637" name="TextBox 636">
            <a:extLst>
              <a:ext uri="{FF2B5EF4-FFF2-40B4-BE49-F238E27FC236}">
                <a16:creationId xmlns:a16="http://schemas.microsoft.com/office/drawing/2014/main" id="{032D33FF-62F1-0E41-56EF-99C8044A7E09}"/>
              </a:ext>
            </a:extLst>
          </p:cNvPr>
          <p:cNvSpPr>
            <a:spLocks noGrp="1"/>
          </p:cNvSpPr>
          <p:nvPr/>
        </p:nvSpPr>
        <p:spPr>
          <a:xfrm>
            <a:off x="1112658" y="4460256"/>
            <a:ext cx="4052901" cy="584775"/>
          </a:xfrm>
          <a:prstGeom prst="rect">
            <a:avLst/>
          </a:prstGeom>
          <a:noFill/>
        </p:spPr>
        <p:txBody>
          <a:bodyPr wrap="square">
            <a:spAutoFit/>
          </a:bodyPr>
          <a:lstStyle/>
          <a:p>
            <a:pPr algn="ctr">
              <a:buNone/>
            </a:pPr>
            <a:r>
              <a:rPr sz="3200" b="1">
                <a:solidFill>
                  <a:srgbClr val="4B5565"/>
                </a:solidFill>
                <a:latin typeface="Calibri Light"/>
                <a:ea typeface="Calibri Light"/>
                <a:cs typeface="Calibri Light"/>
              </a:rPr>
              <a:t>Questions &amp; Discussion</a:t>
            </a:r>
          </a:p>
        </p:txBody>
      </p:sp>
      <p:sp>
        <p:nvSpPr>
          <p:cNvPr id="644" name="Rectangle 643">
            <a:extLst>
              <a:ext uri="{FF2B5EF4-FFF2-40B4-BE49-F238E27FC236}">
                <a16:creationId xmlns:a16="http://schemas.microsoft.com/office/drawing/2014/main" id="{2265D218-1F38-76BD-ED8C-376AF83E5356}"/>
              </a:ext>
            </a:extLst>
          </p:cNvPr>
          <p:cNvSpPr>
            <a:spLocks noGrp="1"/>
          </p:cNvSpPr>
          <p:nvPr/>
        </p:nvSpPr>
        <p:spPr>
          <a:xfrm>
            <a:off x="0" y="0"/>
            <a:ext cx="869078" cy="1010508"/>
          </a:xfrm>
          <a:prstGeom prst="rect">
            <a:avLst/>
          </a:prstGeom>
          <a:solidFill>
            <a:srgbClr val="E1A91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5" name="Rectangle 644">
            <a:extLst>
              <a:ext uri="{FF2B5EF4-FFF2-40B4-BE49-F238E27FC236}">
                <a16:creationId xmlns:a16="http://schemas.microsoft.com/office/drawing/2014/main" id="{75C99D04-7500-5F70-201D-BA574955A540}"/>
              </a:ext>
            </a:extLst>
          </p:cNvPr>
          <p:cNvSpPr>
            <a:spLocks noGrp="1"/>
          </p:cNvSpPr>
          <p:nvPr/>
        </p:nvSpPr>
        <p:spPr>
          <a:xfrm>
            <a:off x="273268" y="451945"/>
            <a:ext cx="326808" cy="126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074944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722</Words>
  <Application>Microsoft Office PowerPoint</Application>
  <DocSecurity>0</DocSecurity>
  <PresentationFormat>Widescreen</PresentationFormat>
  <Paragraphs>94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s.gyamfi@bsl.com.gh</dc:creator>
  <cp:lastModifiedBy>Solomon Gyamfi</cp:lastModifiedBy>
  <cp:revision>6</cp:revision>
  <dcterms:created xsi:type="dcterms:W3CDTF">2026-08-08T09:49:52Z</dcterms:created>
  <dcterms:modified xsi:type="dcterms:W3CDTF">2026-08-21T12:26:07Z</dcterms:modified>
</cp:coreProperties>
</file>