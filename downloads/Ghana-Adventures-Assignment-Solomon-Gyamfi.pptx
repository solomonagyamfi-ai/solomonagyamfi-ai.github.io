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webextensions/webextension1.xml" ContentType="application/vnd.ms-office.webextension+xml"/>
  <Override PartName="/ppt/notesSlides/notesSlide3.xml" ContentType="application/vnd.openxmlformats-officedocument.presentationml.notesSlide+xml"/>
  <Override PartName="/ppt/webextensions/webextension2.xml" ContentType="application/vnd.ms-office.webextension+xml"/>
  <Override PartName="/ppt/notesSlides/notesSlide4.xml" ContentType="application/vnd.openxmlformats-officedocument.presentationml.notesSlide+xml"/>
  <Override PartName="/ppt/webextensions/webextension3.xml" ContentType="application/vnd.ms-office.webextension+xml"/>
  <Override PartName="/ppt/notesSlides/notesSlide5.xml" ContentType="application/vnd.openxmlformats-officedocument.presentationml.notesSlide+xml"/>
  <Override PartName="/ppt/webextensions/webextension4.xml" ContentType="application/vnd.ms-office.webextension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3" r:id="rId3"/>
    <p:sldId id="258" r:id="rId4"/>
    <p:sldId id="264" r:id="rId5"/>
    <p:sldId id="265" r:id="rId6"/>
    <p:sldId id="266" r:id="rId7"/>
    <p:sldId id="267" r:id="rId8"/>
    <p:sldId id="26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5666"/>
    <a:srgbClr val="E1A9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773" autoAdjust="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F95256-41B2-49CE-B0AF-FD027AAE6564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65A9CE-1FE7-4C76-B978-F53BCF772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518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65A9CE-1FE7-4C76-B978-F53BCF772E9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391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A32B76-A7E4-43F7-AF55-408FD2ED4A7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9309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increase bookings during this period, Ghana Adventures should run targeted digital promotions, offer early-booking and midweek discounts, create family and group packages, and bundle tours with transport, meals, accommodation, or photography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65A9CE-1FE7-4C76-B978-F53BCF772E9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2841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FD29C-90D0-A31B-13C8-C642DE415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1B0073-CDB3-7F3B-9168-E2A370EFCD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EAFE14-2EF8-E3E5-E05D-8E77DF4F28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increase bookings during this period, Ghana Adventures should run targeted digital promotions, offer early-booking and midweek discounts, create family and group packages, and bundle tours with transport, meals, accommodation, or photography services.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569DDA-2FBC-B400-D664-F40F779E86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65A9CE-1FE7-4C76-B978-F53BCF772E9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735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11CFA-EF3E-AF07-122D-A357315AC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A6F066-A31F-FFEF-13D6-740351D46C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FB18BB-CC97-05F4-26B5-7F5F3CA2C0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increase bookings during this period, Ghana Adventures should run targeted digital promotions, offer early-booking and midweek discounts, create family and group packages, and bundle tours with transport, meals, accommodation, or photography services.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23EF81-1A8A-8081-1127-E45546FD49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65A9CE-1FE7-4C76-B978-F53BCF772E9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5705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0FA45-D87F-AEF4-699E-9191FA094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EA8E98-CEEF-E5ED-D78A-5CC3EDDD8F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AC2E74-47E0-21C4-8552-BCCBCBCC8F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4173C-D5DE-25A2-9C28-AED54D1939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65A9CE-1FE7-4C76-B978-F53BCF772E9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267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838DE-1EFA-E5EB-F342-66B26D7CF0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6F7E47-AA75-888E-5A67-440C334010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45EB9-0164-AC8A-34D7-4751493BB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F0B4A-DA1D-49B7-841A-6057E317F7A7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9D8E9-A6BA-3D7F-C787-E4C093EBA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89D80-3280-90E4-F5CE-32FF344A7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5BCA9-BE13-4474-B180-54EA452BB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773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BF75-AF10-228F-C605-1018733AE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CCF06-CD61-2993-1953-1C87BF601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C1161-59BB-CE18-5DC8-DCDAF18B1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F0B4A-DA1D-49B7-841A-6057E317F7A7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379AE-FA07-21FA-9056-9DFF54D26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D6A01-225F-F509-5971-5E3F85316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5BCA9-BE13-4474-B180-54EA452BB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878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D7AB1-FB31-0CA7-853A-AE1526B20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C27CE-84F2-DA18-9146-829CEE3198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FF5F9-643F-AAFD-242B-1750A1D51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F0B4A-DA1D-49B7-841A-6057E317F7A7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AE654-765D-61D7-5115-E97B8A2AC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87BCF-9F51-8CF8-A421-6C3BA19D7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5BCA9-BE13-4474-B180-54EA452BB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237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6773A-E442-62A7-4450-A5EDD2E13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DE536-E6E2-823A-5C1E-D430DBD01B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F79208-1EFA-9FD9-B6EE-02044B3394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CC13C6-33FA-F0DA-508A-687A9A105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F0B4A-DA1D-49B7-841A-6057E317F7A7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C2930-16E4-814B-91E2-43A2EE4CF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885631-24B5-85AA-E79F-D06E9001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5BCA9-BE13-4474-B180-54EA452BB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874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493F8-5595-D337-280B-C62B2F80F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8F7D3-E5CE-FF57-2F9B-8E08D2262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60179E-F6A6-163C-EB29-0B4141A33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E3A7F2-F3CA-E19B-42D0-9F18471019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EC3DE6-D54A-5457-21F5-FA51DD92C6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8FBBFB-AAA9-E1E4-9CF3-DB3A5205E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F0B4A-DA1D-49B7-841A-6057E317F7A7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7A9BE1-D3EF-F017-488E-A3C01BABD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B401C1-4CD4-4E41-2051-86FE58B24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5BCA9-BE13-4474-B180-54EA452BB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338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7D16-9ECD-41A1-428F-12ED240A9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50F71E-7902-AD50-A0F5-95CD3148B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F0B4A-DA1D-49B7-841A-6057E317F7A7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ED07C7-684E-532C-9B49-6CE0E682A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C3E222-9AC1-EAD4-221A-36656AF70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5BCA9-BE13-4474-B180-54EA452BB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939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26020F-C0F0-89F8-CFE5-7B03F1968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F0B4A-DA1D-49B7-841A-6057E317F7A7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82F86B-BD2E-D8CA-33BE-4D63BF2BF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FBABF-669A-A6CC-BF7B-13E7FDDD1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5BCA9-BE13-4474-B180-54EA452BB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464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CE3C9-71C3-F6A9-FA16-5C5C640CF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7F4F0-216B-E857-8D48-A8C297AEE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215F3A-0166-218E-1C23-219E47FF84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D746CD-6565-9192-47C2-3C95498A1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F0B4A-DA1D-49B7-841A-6057E317F7A7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D9233-5303-642D-C15A-610350EFF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D02F3-A8FB-E7D7-D0E2-121A69F37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5BCA9-BE13-4474-B180-54EA452BB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81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C0C58-C9F7-31E8-70F9-9F7C3C706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E70A12-F3D7-6F3B-3BE9-2457E5B61B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E6377E-4454-34EF-B473-45EB7D75C0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9690E3-1545-8EF4-3381-BFCA11D22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F0B4A-DA1D-49B7-841A-6057E317F7A7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1953D-0999-C6F0-1D7B-52554F13D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185AE3-AFC5-4160-677E-516478DFA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5BCA9-BE13-4474-B180-54EA452BB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699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A6587-67FD-47FF-7224-2047BC6C5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3BF0AD-28FC-52FA-2046-D97FE75DA8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6037A-A10D-811E-971C-C37DEC58F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F0B4A-DA1D-49B7-841A-6057E317F7A7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FA33C-9E16-98C6-5E96-9BFD4EB4D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A0034-2DC8-4D1E-F97B-F0D408468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5BCA9-BE13-4474-B180-54EA452BB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74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76899F-924E-8AC9-D670-DDBD6EE191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CCF038-5979-8E81-46C5-5C86CADC51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306C3-CF5F-283A-B0C9-44E9C7739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F0B4A-DA1D-49B7-841A-6057E317F7A7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64B94-D3B4-8C70-7ACD-99F4B5E10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95866-074D-7907-CD5C-2F83AE358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5BCA9-BE13-4474-B180-54EA452BB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348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AFB3EA-061B-DB32-2027-2DFD64B58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89CFE9-E6D7-4A17-EFE1-5FCCE93AA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4CE8B-FDC8-903B-1007-AA94B9A149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6F0B4A-DA1D-49B7-841A-6057E317F7A7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5CB4B-F449-8421-4E14-2DB51271B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556C1-A5AF-6D7C-15C0-C4A1987F9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A5BCA9-BE13-4474-B180-54EA452BB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631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897D6B7-B507-B0BD-9896-DBC85319E49E}"/>
              </a:ext>
            </a:extLst>
          </p:cNvPr>
          <p:cNvSpPr/>
          <p:nvPr/>
        </p:nvSpPr>
        <p:spPr>
          <a:xfrm flipH="1" flipV="1">
            <a:off x="0" y="3139440"/>
            <a:ext cx="12192000" cy="3718560"/>
          </a:xfrm>
          <a:prstGeom prst="rect">
            <a:avLst/>
          </a:prstGeom>
          <a:solidFill>
            <a:srgbClr val="495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75FE01-0C3C-8F4D-2D2F-371AF12EC3B3}"/>
              </a:ext>
            </a:extLst>
          </p:cNvPr>
          <p:cNvSpPr/>
          <p:nvPr/>
        </p:nvSpPr>
        <p:spPr>
          <a:xfrm flipH="1" flipV="1">
            <a:off x="-15876" y="6489700"/>
            <a:ext cx="9871076" cy="775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A8C99414-669F-9A00-3C5E-0662A8E61F02}"/>
              </a:ext>
            </a:extLst>
          </p:cNvPr>
          <p:cNvSpPr/>
          <p:nvPr/>
        </p:nvSpPr>
        <p:spPr>
          <a:xfrm>
            <a:off x="3698774" y="4576314"/>
            <a:ext cx="4794453" cy="475053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noProof="0" dirty="0">
                <a:ln>
                  <a:noFill/>
                </a:ln>
                <a:solidFill>
                  <a:srgbClr val="495666"/>
                </a:solidFill>
                <a:effectLst/>
                <a:uLnTx/>
                <a:uFillTx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Booking &amp; Customer Analysis</a:t>
            </a:r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F2161978-87AF-6FE9-D7BB-26EE403AC8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844490" y="6278880"/>
            <a:ext cx="2288370" cy="475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Solomon Gyamfi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9E30976-5DF6-D6E4-8F19-4529A29E00D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59386"/>
          <a:stretch>
            <a:fillRect/>
          </a:stretch>
        </p:blipFill>
        <p:spPr>
          <a:xfrm>
            <a:off x="-15876" y="3139440"/>
            <a:ext cx="12207876" cy="371856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D6A4C54-30F3-EF04-4966-80715C14400F}"/>
              </a:ext>
            </a:extLst>
          </p:cNvPr>
          <p:cNvSpPr/>
          <p:nvPr/>
        </p:nvSpPr>
        <p:spPr>
          <a:xfrm flipH="1" flipV="1">
            <a:off x="0" y="0"/>
            <a:ext cx="12192000" cy="3139440"/>
          </a:xfrm>
          <a:prstGeom prst="rect">
            <a:avLst/>
          </a:prstGeom>
          <a:solidFill>
            <a:srgbClr val="E1A9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AC0506-A33F-C848-9D62-C6A914AA95D4}"/>
              </a:ext>
            </a:extLst>
          </p:cNvPr>
          <p:cNvSpPr txBox="1"/>
          <p:nvPr/>
        </p:nvSpPr>
        <p:spPr>
          <a:xfrm>
            <a:off x="1203325" y="3429000"/>
            <a:ext cx="97853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Ghana </a:t>
            </a:r>
            <a:r>
              <a:rPr lang="en-US" sz="7200" b="1" dirty="0">
                <a:solidFill>
                  <a:srgbClr val="E1A918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Adventures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9B4707C-5A97-09A5-6ABE-7F7EEB51903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5097" b="40614"/>
          <a:stretch>
            <a:fillRect/>
          </a:stretch>
        </p:blipFill>
        <p:spPr>
          <a:xfrm>
            <a:off x="-15876" y="0"/>
            <a:ext cx="12207876" cy="313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584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171DE0D-78F3-897C-DD0D-E2614DBBB4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58921" y="0"/>
            <a:ext cx="9533080" cy="6858000"/>
          </a:xfrm>
          <a:prstGeom prst="roundRect">
            <a:avLst>
              <a:gd name="adj" fmla="val 0"/>
            </a:avLst>
          </a:prstGeom>
          <a:solidFill>
            <a:srgbClr val="4956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 i="1">
                <a:solidFill>
                  <a:srgbClr val="053385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</a:t>
            </a:r>
            <a:endParaRPr lang="en-US" sz="2000" b="1">
              <a:solidFill>
                <a:srgbClr val="053385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77B7076-4A96-E78E-8543-3781663A008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53" b="5439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4EF127-928B-4882-3FDE-31EC0F2986E8}"/>
              </a:ext>
            </a:extLst>
          </p:cNvPr>
          <p:cNvSpPr txBox="1"/>
          <p:nvPr/>
        </p:nvSpPr>
        <p:spPr>
          <a:xfrm rot="16200000">
            <a:off x="-1856599" y="2503654"/>
            <a:ext cx="666974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600" b="1" dirty="0">
                <a:solidFill>
                  <a:srgbClr val="E1A918"/>
                </a:solidFill>
                <a:latin typeface="Dreaming Outloud Script Pro" panose="020F0502020204030204" pitchFamily="66" charset="0"/>
                <a:ea typeface="Calibri Light" panose="020F0302020204030204" pitchFamily="34" charset="0"/>
                <a:cs typeface="Dreaming Outloud Script Pro" panose="020F0502020204030204" pitchFamily="66" charset="0"/>
              </a:rPr>
              <a:t>Agenda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4A844BE-1311-6BBD-E8D6-D854BBEA14E3}"/>
              </a:ext>
            </a:extLst>
          </p:cNvPr>
          <p:cNvGrpSpPr/>
          <p:nvPr/>
        </p:nvGrpSpPr>
        <p:grpSpPr>
          <a:xfrm>
            <a:off x="3404577" y="1003003"/>
            <a:ext cx="6094828" cy="572965"/>
            <a:chOff x="3404577" y="1003003"/>
            <a:chExt cx="6094828" cy="572965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B0930BE-A34A-2B41-7FC9-E22394618991}"/>
                </a:ext>
              </a:extLst>
            </p:cNvPr>
            <p:cNvSpPr/>
            <p:nvPr/>
          </p:nvSpPr>
          <p:spPr>
            <a:xfrm>
              <a:off x="3404577" y="1003003"/>
              <a:ext cx="572963" cy="57296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E1A918"/>
                  </a:solidFill>
                  <a:effectLst/>
                  <a:uLnTx/>
                  <a:uFillTx/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9869E20-F875-1EEF-3533-5C3223108A15}"/>
                </a:ext>
              </a:extLst>
            </p:cNvPr>
            <p:cNvSpPr txBox="1"/>
            <p:nvPr/>
          </p:nvSpPr>
          <p:spPr>
            <a:xfrm>
              <a:off x="4219469" y="1027875"/>
              <a:ext cx="52799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Executive Performance Overview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6282EE0-E67A-2314-A4C6-D8D70778B5B0}"/>
              </a:ext>
            </a:extLst>
          </p:cNvPr>
          <p:cNvGrpSpPr/>
          <p:nvPr/>
        </p:nvGrpSpPr>
        <p:grpSpPr>
          <a:xfrm>
            <a:off x="3404577" y="2006631"/>
            <a:ext cx="5790223" cy="584775"/>
            <a:chOff x="3556977" y="1137062"/>
            <a:chExt cx="5790223" cy="584775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807D994-DBFC-A017-BC08-4DBECDD1089B}"/>
                </a:ext>
              </a:extLst>
            </p:cNvPr>
            <p:cNvSpPr/>
            <p:nvPr/>
          </p:nvSpPr>
          <p:spPr>
            <a:xfrm>
              <a:off x="3556977" y="1142967"/>
              <a:ext cx="572963" cy="57296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3200" b="1" dirty="0">
                  <a:solidFill>
                    <a:srgbClr val="E1A918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2</a:t>
              </a:r>
              <a:endPara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1A918"/>
                </a:solidFill>
                <a:effectLst/>
                <a:uLnTx/>
                <a:uFillTx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F773CB6-F966-1B30-E39B-FBDC45B5D46C}"/>
                </a:ext>
              </a:extLst>
            </p:cNvPr>
            <p:cNvSpPr txBox="1"/>
            <p:nvPr/>
          </p:nvSpPr>
          <p:spPr>
            <a:xfrm>
              <a:off x="4371869" y="1137062"/>
              <a:ext cx="497533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chemeClr val="bg1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Seasons &amp; Tour Packages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E02FB47-9E3F-8D6B-3311-A1C58FD8F1AF}"/>
              </a:ext>
            </a:extLst>
          </p:cNvPr>
          <p:cNvGrpSpPr/>
          <p:nvPr/>
        </p:nvGrpSpPr>
        <p:grpSpPr>
          <a:xfrm>
            <a:off x="3404577" y="3046942"/>
            <a:ext cx="7912897" cy="584775"/>
            <a:chOff x="3556977" y="1137062"/>
            <a:chExt cx="7912897" cy="584775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BF058810-F9A3-B78F-4EB0-88D02035CBD7}"/>
                </a:ext>
              </a:extLst>
            </p:cNvPr>
            <p:cNvSpPr/>
            <p:nvPr/>
          </p:nvSpPr>
          <p:spPr>
            <a:xfrm>
              <a:off x="3556977" y="1142967"/>
              <a:ext cx="572963" cy="57296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E1A918"/>
                  </a:solidFill>
                  <a:effectLst/>
                  <a:uLnTx/>
                  <a:uFillTx/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3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472B2B3-9074-CE8C-FEE6-1F2366578891}"/>
                </a:ext>
              </a:extLst>
            </p:cNvPr>
            <p:cNvSpPr txBox="1"/>
            <p:nvPr/>
          </p:nvSpPr>
          <p:spPr>
            <a:xfrm>
              <a:off x="4371869" y="1137062"/>
              <a:ext cx="70980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chemeClr val="bg1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Customer Retention and Spending Patterns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B12E615-1D26-B355-6DAB-CC5A5F455682}"/>
              </a:ext>
            </a:extLst>
          </p:cNvPr>
          <p:cNvGrpSpPr/>
          <p:nvPr/>
        </p:nvGrpSpPr>
        <p:grpSpPr>
          <a:xfrm>
            <a:off x="3404577" y="4081348"/>
            <a:ext cx="7912897" cy="584775"/>
            <a:chOff x="3556977" y="1137062"/>
            <a:chExt cx="7912897" cy="584775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85CFD9BC-E0F6-D341-8491-D0BCED17A696}"/>
                </a:ext>
              </a:extLst>
            </p:cNvPr>
            <p:cNvSpPr/>
            <p:nvPr/>
          </p:nvSpPr>
          <p:spPr>
            <a:xfrm>
              <a:off x="3556977" y="1142967"/>
              <a:ext cx="572963" cy="57296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E1A918"/>
                  </a:solidFill>
                  <a:effectLst/>
                  <a:uLnTx/>
                  <a:uFillTx/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4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8CD4473-618A-3F7E-0CD5-E1FA14ED8AA0}"/>
                </a:ext>
              </a:extLst>
            </p:cNvPr>
            <p:cNvSpPr txBox="1"/>
            <p:nvPr/>
          </p:nvSpPr>
          <p:spPr>
            <a:xfrm>
              <a:off x="4371869" y="1137062"/>
              <a:ext cx="70980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chemeClr val="bg1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Strategies to Boost Off-Season Bookings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E24D0FF-352C-A528-738E-CDB3BD824186}"/>
              </a:ext>
            </a:extLst>
          </p:cNvPr>
          <p:cNvGrpSpPr/>
          <p:nvPr/>
        </p:nvGrpSpPr>
        <p:grpSpPr>
          <a:xfrm>
            <a:off x="3404577" y="5127564"/>
            <a:ext cx="7912897" cy="584775"/>
            <a:chOff x="3556977" y="1137062"/>
            <a:chExt cx="7912897" cy="584775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AFDF5BF2-00F0-09EB-3E77-38A8C13FE90D}"/>
                </a:ext>
              </a:extLst>
            </p:cNvPr>
            <p:cNvSpPr/>
            <p:nvPr/>
          </p:nvSpPr>
          <p:spPr>
            <a:xfrm>
              <a:off x="3556977" y="1142967"/>
              <a:ext cx="572963" cy="57296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3200" b="1" dirty="0">
                  <a:solidFill>
                    <a:srgbClr val="E1A918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</a:t>
              </a:r>
              <a:endPara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1A918"/>
                </a:solidFill>
                <a:effectLst/>
                <a:uLnTx/>
                <a:uFillTx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6845047-393B-4434-F24A-32C65638FB9D}"/>
                </a:ext>
              </a:extLst>
            </p:cNvPr>
            <p:cNvSpPr txBox="1"/>
            <p:nvPr/>
          </p:nvSpPr>
          <p:spPr>
            <a:xfrm>
              <a:off x="4371869" y="1137062"/>
              <a:ext cx="70980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chemeClr val="bg1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Business Insights &amp; Recommendations</a:t>
              </a:r>
            </a:p>
          </p:txBody>
        </p:sp>
      </p:grp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B0C1E97-025E-3BD2-E220-C7A7B20FF935}"/>
              </a:ext>
            </a:extLst>
          </p:cNvPr>
          <p:cNvCxnSpPr/>
          <p:nvPr/>
        </p:nvCxnSpPr>
        <p:spPr>
          <a:xfrm>
            <a:off x="3687235" y="1642533"/>
            <a:ext cx="0" cy="29210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D7F58AA-DE80-34E6-6BBC-AAB59BDF0C27}"/>
              </a:ext>
            </a:extLst>
          </p:cNvPr>
          <p:cNvCxnSpPr/>
          <p:nvPr/>
        </p:nvCxnSpPr>
        <p:spPr>
          <a:xfrm>
            <a:off x="3687235" y="2658533"/>
            <a:ext cx="0" cy="29210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FE69E6D-642F-286D-1B47-C8CDB8112B67}"/>
              </a:ext>
            </a:extLst>
          </p:cNvPr>
          <p:cNvCxnSpPr/>
          <p:nvPr/>
        </p:nvCxnSpPr>
        <p:spPr>
          <a:xfrm>
            <a:off x="3687235" y="3708399"/>
            <a:ext cx="0" cy="29210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E47FC81-0900-ABB9-D9BF-066C283F46FE}"/>
              </a:ext>
            </a:extLst>
          </p:cNvPr>
          <p:cNvCxnSpPr/>
          <p:nvPr/>
        </p:nvCxnSpPr>
        <p:spPr>
          <a:xfrm>
            <a:off x="3691470" y="4741333"/>
            <a:ext cx="0" cy="29210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0319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2">
            <a:extLst>
              <a:ext uri="{FF2B5EF4-FFF2-40B4-BE49-F238E27FC236}">
                <a16:creationId xmlns:a16="http://schemas.microsoft.com/office/drawing/2014/main" id="{1A9BC654-36E5-C7AD-45A9-A811DD477FE9}"/>
              </a:ext>
            </a:extLst>
          </p:cNvPr>
          <p:cNvSpPr/>
          <p:nvPr/>
        </p:nvSpPr>
        <p:spPr>
          <a:xfrm rot="16200000">
            <a:off x="-2327368" y="2927603"/>
            <a:ext cx="5908767" cy="1002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14324A"/>
                </a:solidFill>
                <a:effectLst/>
                <a:uLnTx/>
                <a:uFillTx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Executive Performance Overview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417AE693-AECE-27CD-3D94-F6146F13B32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333500" y="571499"/>
              <a:ext cx="9525000" cy="5715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417AE693-AECE-27CD-3D94-F6146F13B32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33500" y="571499"/>
                <a:ext cx="9525000" cy="571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08808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17" name="Add-in 16" title="Microsoft Power BI">
                <a:extLst>
                  <a:ext uri="{FF2B5EF4-FFF2-40B4-BE49-F238E27FC236}">
                    <a16:creationId xmlns:a16="http://schemas.microsoft.com/office/drawing/2014/main" id="{C04A3B51-27DA-D313-A1E9-841C9E9CF6CD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605130715"/>
                  </p:ext>
                </p:extLst>
              </p:nvPr>
            </p:nvGraphicFramePr>
            <p:xfrm>
              <a:off x="523694" y="937982"/>
              <a:ext cx="9525000" cy="5715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17" name="Add-in 16" title="Microsoft Power BI">
                <a:extLst>
                  <a:ext uri="{FF2B5EF4-FFF2-40B4-BE49-F238E27FC236}">
                    <a16:creationId xmlns:a16="http://schemas.microsoft.com/office/drawing/2014/main" id="{C04A3B51-27DA-D313-A1E9-841C9E9CF6C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3694" y="937982"/>
                <a:ext cx="9525000" cy="571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A72A431A-B798-F2AA-F817-9F1AD810C38D}"/>
              </a:ext>
            </a:extLst>
          </p:cNvPr>
          <p:cNvGrpSpPr/>
          <p:nvPr/>
        </p:nvGrpSpPr>
        <p:grpSpPr>
          <a:xfrm>
            <a:off x="8283550" y="1328280"/>
            <a:ext cx="3384756" cy="4201439"/>
            <a:chOff x="8790446" y="1619598"/>
            <a:chExt cx="3024371" cy="4201439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307F9FC-2500-5A44-05E6-BCFD4B61EF31}"/>
                </a:ext>
              </a:extLst>
            </p:cNvPr>
            <p:cNvGrpSpPr/>
            <p:nvPr/>
          </p:nvGrpSpPr>
          <p:grpSpPr>
            <a:xfrm>
              <a:off x="8790447" y="3399182"/>
              <a:ext cx="3024370" cy="2421855"/>
              <a:chOff x="8790447" y="3399182"/>
              <a:chExt cx="3024370" cy="2421855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B174C40-E689-86CB-830E-FDE95E907218}"/>
                  </a:ext>
                </a:extLst>
              </p:cNvPr>
              <p:cNvSpPr txBox="1"/>
              <p:nvPr/>
            </p:nvSpPr>
            <p:spPr>
              <a:xfrm>
                <a:off x="8790448" y="3770219"/>
                <a:ext cx="3024369" cy="20508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22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sz="1600" b="1" dirty="0">
                    <a:solidFill>
                      <a:srgbClr val="495666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Safari Experience </a:t>
                </a:r>
                <a:r>
                  <a:rPr lang="en-US" sz="1600" dirty="0">
                    <a:solidFill>
                      <a:srgbClr val="495666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was the best-selling tour package by revenue</a:t>
                </a:r>
                <a:r>
                  <a:rPr lang="en-US" sz="1600" b="1" dirty="0">
                    <a:solidFill>
                      <a:srgbClr val="495666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, </a:t>
                </a:r>
                <a:r>
                  <a:rPr lang="en-US" sz="1600" dirty="0">
                    <a:solidFill>
                      <a:srgbClr val="495666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while</a:t>
                </a:r>
                <a:r>
                  <a:rPr lang="en-US" sz="1600" b="1" dirty="0">
                    <a:solidFill>
                      <a:srgbClr val="495666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 </a:t>
                </a:r>
                <a:r>
                  <a:rPr lang="en-US" sz="1600" b="1" dirty="0" err="1">
                    <a:solidFill>
                      <a:srgbClr val="495666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Larabanga</a:t>
                </a:r>
                <a:r>
                  <a:rPr lang="en-US" sz="1600" b="1" dirty="0">
                    <a:solidFill>
                      <a:srgbClr val="495666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 Mosque Tour &amp; Visit, and Accra City Tour  </a:t>
                </a:r>
                <a:r>
                  <a:rPr lang="en-US" sz="1600" dirty="0">
                    <a:solidFill>
                      <a:srgbClr val="495666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were among the weakest performers due to their low revenue per booking.</a:t>
                </a:r>
              </a:p>
            </p:txBody>
          </p:sp>
          <p:sp>
            <p:nvSpPr>
              <p:cNvPr id="29" name="Text 21">
                <a:extLst>
                  <a:ext uri="{FF2B5EF4-FFF2-40B4-BE49-F238E27FC236}">
                    <a16:creationId xmlns:a16="http://schemas.microsoft.com/office/drawing/2014/main" id="{48B84663-D011-7E41-0EF4-C2B55C4BA367}"/>
                  </a:ext>
                </a:extLst>
              </p:cNvPr>
              <p:cNvSpPr/>
              <p:nvPr/>
            </p:nvSpPr>
            <p:spPr>
              <a:xfrm>
                <a:off x="8790447" y="3399182"/>
                <a:ext cx="3024369" cy="341219"/>
              </a:xfrm>
              <a:prstGeom prst="rect">
                <a:avLst/>
              </a:prstGeom>
              <a:solidFill>
                <a:srgbClr val="E1A918"/>
              </a:solidFill>
              <a:ln>
                <a:noFill/>
              </a:ln>
            </p:spPr>
            <p:txBody>
              <a:bodyPr wrap="square" lIns="381" tIns="381" rIns="381" bIns="381" rtlCol="0" anchor="ctr"/>
              <a:lstStyle/>
              <a:p>
                <a:pPr marL="119063">
                  <a:buNone/>
                </a:pPr>
                <a:r>
                  <a:rPr lang="en-US" sz="1100" b="1" dirty="0">
                    <a:solidFill>
                      <a:srgbClr val="FFFFFF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Key Insight – Tour Packages</a:t>
                </a:r>
                <a:endParaRPr lang="en-US" sz="110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E247AD4-EC3B-A0F9-03C8-DB5AAB8B58C5}"/>
                </a:ext>
              </a:extLst>
            </p:cNvPr>
            <p:cNvGrpSpPr/>
            <p:nvPr/>
          </p:nvGrpSpPr>
          <p:grpSpPr>
            <a:xfrm>
              <a:off x="8790446" y="1619598"/>
              <a:ext cx="3024370" cy="1293341"/>
              <a:chOff x="8790447" y="3399182"/>
              <a:chExt cx="3024370" cy="1293341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CBA2F1E-BE94-BF22-C411-A6AD03DA2F33}"/>
                  </a:ext>
                </a:extLst>
              </p:cNvPr>
              <p:cNvSpPr txBox="1"/>
              <p:nvPr/>
            </p:nvSpPr>
            <p:spPr>
              <a:xfrm>
                <a:off x="8790448" y="3770219"/>
                <a:ext cx="3024369" cy="9223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22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sz="1600" b="1" dirty="0">
                    <a:solidFill>
                      <a:srgbClr val="495666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Peak-season </a:t>
                </a:r>
                <a:r>
                  <a:rPr lang="en-US" sz="1600" dirty="0">
                    <a:solidFill>
                      <a:srgbClr val="495666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customers spent about </a:t>
                </a:r>
                <a:r>
                  <a:rPr lang="en-US" sz="1600" b="1" dirty="0">
                    <a:solidFill>
                      <a:srgbClr val="495666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20.56% </a:t>
                </a:r>
                <a:r>
                  <a:rPr lang="en-US" sz="1600" dirty="0">
                    <a:solidFill>
                      <a:srgbClr val="495666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more per booking than </a:t>
                </a:r>
                <a:r>
                  <a:rPr lang="en-US" sz="1600" b="1" dirty="0">
                    <a:solidFill>
                      <a:srgbClr val="495666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Off-peak customers.</a:t>
                </a:r>
              </a:p>
            </p:txBody>
          </p:sp>
          <p:sp>
            <p:nvSpPr>
              <p:cNvPr id="33" name="Text 21">
                <a:extLst>
                  <a:ext uri="{FF2B5EF4-FFF2-40B4-BE49-F238E27FC236}">
                    <a16:creationId xmlns:a16="http://schemas.microsoft.com/office/drawing/2014/main" id="{CBFE38DB-F799-0C0C-9FF1-0303131273AA}"/>
                  </a:ext>
                </a:extLst>
              </p:cNvPr>
              <p:cNvSpPr/>
              <p:nvPr/>
            </p:nvSpPr>
            <p:spPr>
              <a:xfrm>
                <a:off x="8790447" y="3399182"/>
                <a:ext cx="3024369" cy="341219"/>
              </a:xfrm>
              <a:prstGeom prst="rect">
                <a:avLst/>
              </a:prstGeom>
              <a:solidFill>
                <a:srgbClr val="495666"/>
              </a:solidFill>
              <a:ln>
                <a:noFill/>
              </a:ln>
            </p:spPr>
            <p:txBody>
              <a:bodyPr wrap="square" lIns="381" tIns="381" rIns="381" bIns="381" rtlCol="0" anchor="ctr"/>
              <a:lstStyle/>
              <a:p>
                <a:pPr marL="119063">
                  <a:buNone/>
                </a:pPr>
                <a:r>
                  <a:rPr lang="en-US" sz="1100" b="1" dirty="0">
                    <a:solidFill>
                      <a:srgbClr val="FFFFFF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Key Insight –  Seasons</a:t>
                </a:r>
                <a:endParaRPr lang="en-US" sz="110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p:grpSp>
      </p:grpSp>
      <p:sp>
        <p:nvSpPr>
          <p:cNvPr id="36" name="Text 2">
            <a:extLst>
              <a:ext uri="{FF2B5EF4-FFF2-40B4-BE49-F238E27FC236}">
                <a16:creationId xmlns:a16="http://schemas.microsoft.com/office/drawing/2014/main" id="{79D9CBA4-C9A7-1DA4-BAF1-D641FDCF9624}"/>
              </a:ext>
            </a:extLst>
          </p:cNvPr>
          <p:cNvSpPr/>
          <p:nvPr/>
        </p:nvSpPr>
        <p:spPr>
          <a:xfrm>
            <a:off x="593268" y="273842"/>
            <a:ext cx="5908767" cy="616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68275"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14324A"/>
                </a:solidFill>
                <a:effectLst/>
                <a:uLnTx/>
                <a:uFillTx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Seasons &amp; Tour Packages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95E7F5-104E-D972-3619-3EABBE2F7BF5}"/>
              </a:ext>
            </a:extLst>
          </p:cNvPr>
          <p:cNvSpPr>
            <a:spLocks/>
          </p:cNvSpPr>
          <p:nvPr/>
        </p:nvSpPr>
        <p:spPr>
          <a:xfrm>
            <a:off x="0" y="6241774"/>
            <a:ext cx="12192000" cy="616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157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7696C-151B-F8ED-83E6-C3BD27192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A55789B0-B922-D8CF-A177-F1642CBAFDDD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973304050"/>
                  </p:ext>
                </p:extLst>
              </p:nvPr>
            </p:nvGraphicFramePr>
            <p:xfrm>
              <a:off x="1333500" y="717114"/>
              <a:ext cx="9525000" cy="5715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A55789B0-B922-D8CF-A177-F1642CBAFDD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33500" y="717114"/>
                <a:ext cx="9525000" cy="571500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25E5F95E-2BBC-911A-FE5F-5792EB69DB1B}"/>
              </a:ext>
            </a:extLst>
          </p:cNvPr>
          <p:cNvSpPr>
            <a:spLocks/>
          </p:cNvSpPr>
          <p:nvPr/>
        </p:nvSpPr>
        <p:spPr>
          <a:xfrm>
            <a:off x="0" y="6006228"/>
            <a:ext cx="12192000" cy="8517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82CFC0D-16C6-91E4-7552-60E7B92FB605}"/>
              </a:ext>
            </a:extLst>
          </p:cNvPr>
          <p:cNvSpPr/>
          <p:nvPr/>
        </p:nvSpPr>
        <p:spPr>
          <a:xfrm>
            <a:off x="593268" y="273842"/>
            <a:ext cx="8988054" cy="616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68275"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14324A"/>
                </a:solidFill>
                <a:effectLst/>
                <a:uLnTx/>
                <a:uFillTx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Customer Retention and Spending Patterns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425A823-545E-148C-6B04-9E736CC64D0A}"/>
              </a:ext>
            </a:extLst>
          </p:cNvPr>
          <p:cNvGrpSpPr/>
          <p:nvPr/>
        </p:nvGrpSpPr>
        <p:grpSpPr>
          <a:xfrm>
            <a:off x="829203" y="969581"/>
            <a:ext cx="4150301" cy="5304353"/>
            <a:chOff x="1196951" y="834340"/>
            <a:chExt cx="4150301" cy="5304353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78C0CF2E-BCDD-1687-0A03-E56B8E17DAB9}"/>
                </a:ext>
              </a:extLst>
            </p:cNvPr>
            <p:cNvGrpSpPr/>
            <p:nvPr/>
          </p:nvGrpSpPr>
          <p:grpSpPr>
            <a:xfrm>
              <a:off x="1196951" y="834340"/>
              <a:ext cx="4150300" cy="2158421"/>
              <a:chOff x="8790447" y="3399182"/>
              <a:chExt cx="3024370" cy="1931586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45A04EF-19EC-5A31-EAEE-AC6C1C2A0FE2}"/>
                  </a:ext>
                </a:extLst>
              </p:cNvPr>
              <p:cNvSpPr txBox="1"/>
              <p:nvPr/>
            </p:nvSpPr>
            <p:spPr>
              <a:xfrm>
                <a:off x="8790448" y="3770219"/>
                <a:ext cx="3024369" cy="15605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26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sz="2000" dirty="0">
                    <a:solidFill>
                      <a:srgbClr val="495666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Repeat customers spend an average of </a:t>
                </a:r>
                <a:r>
                  <a:rPr lang="en-US" sz="2000" b="1" dirty="0">
                    <a:solidFill>
                      <a:srgbClr val="495666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GHS 808.52 </a:t>
                </a:r>
                <a:r>
                  <a:rPr lang="en-US" sz="2000" dirty="0">
                    <a:solidFill>
                      <a:srgbClr val="495666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per booking, compared with </a:t>
                </a:r>
                <a:r>
                  <a:rPr lang="en-US" sz="2000" b="1" dirty="0">
                    <a:solidFill>
                      <a:srgbClr val="495666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GHS 559.31 </a:t>
                </a:r>
                <a:r>
                  <a:rPr lang="en-US" sz="2000" dirty="0">
                    <a:solidFill>
                      <a:srgbClr val="495666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for new customers, representing approximately </a:t>
                </a:r>
                <a:r>
                  <a:rPr lang="en-US" sz="2000" b="1" dirty="0">
                    <a:solidFill>
                      <a:srgbClr val="495666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44.6% </a:t>
                </a:r>
                <a:r>
                  <a:rPr lang="en-US" sz="2000" dirty="0">
                    <a:solidFill>
                      <a:srgbClr val="495666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higher spending.</a:t>
                </a:r>
              </a:p>
            </p:txBody>
          </p:sp>
          <p:sp>
            <p:nvSpPr>
              <p:cNvPr id="33" name="Text 21">
                <a:extLst>
                  <a:ext uri="{FF2B5EF4-FFF2-40B4-BE49-F238E27FC236}">
                    <a16:creationId xmlns:a16="http://schemas.microsoft.com/office/drawing/2014/main" id="{2FE336F5-77F7-EA4F-ED15-F54E1C322151}"/>
                  </a:ext>
                </a:extLst>
              </p:cNvPr>
              <p:cNvSpPr/>
              <p:nvPr/>
            </p:nvSpPr>
            <p:spPr>
              <a:xfrm>
                <a:off x="8790447" y="3399182"/>
                <a:ext cx="3024369" cy="341219"/>
              </a:xfrm>
              <a:prstGeom prst="rect">
                <a:avLst/>
              </a:prstGeom>
              <a:solidFill>
                <a:srgbClr val="495666"/>
              </a:solidFill>
              <a:ln>
                <a:noFill/>
              </a:ln>
            </p:spPr>
            <p:txBody>
              <a:bodyPr wrap="square" lIns="381" tIns="381" rIns="381" bIns="381" rtlCol="0" anchor="ctr"/>
              <a:lstStyle/>
              <a:p>
                <a:pPr marL="119063">
                  <a:buNone/>
                </a:pPr>
                <a:r>
                  <a:rPr lang="en-US" sz="1400" b="1" dirty="0">
                    <a:solidFill>
                      <a:srgbClr val="FFFFFF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Key Insight</a:t>
                </a:r>
                <a:endParaRPr lang="en-US" sz="140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92CF66F4-EDCE-8270-2274-2CA1DD9DC0EA}"/>
                </a:ext>
              </a:extLst>
            </p:cNvPr>
            <p:cNvGrpSpPr/>
            <p:nvPr/>
          </p:nvGrpSpPr>
          <p:grpSpPr>
            <a:xfrm>
              <a:off x="1196952" y="3323427"/>
              <a:ext cx="4150300" cy="2815266"/>
              <a:chOff x="8790447" y="3399182"/>
              <a:chExt cx="3024370" cy="2519402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4702312-4B88-5A78-F4BF-33609BF6D1F0}"/>
                  </a:ext>
                </a:extLst>
              </p:cNvPr>
              <p:cNvSpPr txBox="1"/>
              <p:nvPr/>
            </p:nvSpPr>
            <p:spPr>
              <a:xfrm>
                <a:off x="8790448" y="3770219"/>
                <a:ext cx="3024369" cy="21483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ts val="24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§"/>
                </a:pPr>
                <a:r>
                  <a:rPr lang="en-US" sz="2000" dirty="0">
                    <a:solidFill>
                      <a:srgbClr val="495666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Build a loyalty </a:t>
                </a:r>
                <a:r>
                  <a:rPr lang="en-US" sz="2000" dirty="0" err="1">
                    <a:solidFill>
                      <a:srgbClr val="495666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programme</a:t>
                </a:r>
                <a:r>
                  <a:rPr lang="en-US" sz="2000" dirty="0">
                    <a:solidFill>
                      <a:srgbClr val="495666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 around repeat-booking </a:t>
                </a:r>
                <a:r>
                  <a:rPr lang="en-US" sz="2000" dirty="0" err="1">
                    <a:solidFill>
                      <a:srgbClr val="495666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behaviour</a:t>
                </a:r>
                <a:r>
                  <a:rPr lang="en-US" sz="2000" dirty="0">
                    <a:solidFill>
                      <a:srgbClr val="495666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.</a:t>
                </a:r>
              </a:p>
              <a:p>
                <a:pPr marL="342900" indent="-342900">
                  <a:lnSpc>
                    <a:spcPts val="24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§"/>
                </a:pPr>
                <a:r>
                  <a:rPr lang="en-US" sz="2000" dirty="0">
                    <a:solidFill>
                      <a:srgbClr val="495666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Introduce private-tour membership benefits and premium packages.</a:t>
                </a:r>
              </a:p>
              <a:p>
                <a:pPr marL="342900" indent="-342900">
                  <a:lnSpc>
                    <a:spcPts val="2400"/>
                  </a:lnSpc>
                  <a:spcBef>
                    <a:spcPts val="3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§"/>
                </a:pPr>
                <a:r>
                  <a:rPr lang="en-US" sz="2000" dirty="0">
                    <a:solidFill>
                      <a:srgbClr val="495666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Use post-tour follow-ups to recommend customers’ next destinations.</a:t>
                </a:r>
              </a:p>
            </p:txBody>
          </p:sp>
          <p:sp>
            <p:nvSpPr>
              <p:cNvPr id="29" name="Text 21">
                <a:extLst>
                  <a:ext uri="{FF2B5EF4-FFF2-40B4-BE49-F238E27FC236}">
                    <a16:creationId xmlns:a16="http://schemas.microsoft.com/office/drawing/2014/main" id="{46327B93-DE6D-D5B5-F296-7DEAB3948C20}"/>
                  </a:ext>
                </a:extLst>
              </p:cNvPr>
              <p:cNvSpPr/>
              <p:nvPr/>
            </p:nvSpPr>
            <p:spPr>
              <a:xfrm>
                <a:off x="8790447" y="3399182"/>
                <a:ext cx="3024369" cy="341219"/>
              </a:xfrm>
              <a:prstGeom prst="rect">
                <a:avLst/>
              </a:prstGeom>
              <a:solidFill>
                <a:srgbClr val="E1A918"/>
              </a:solidFill>
              <a:ln>
                <a:noFill/>
              </a:ln>
            </p:spPr>
            <p:txBody>
              <a:bodyPr wrap="square" lIns="381" tIns="381" rIns="381" bIns="381" rtlCol="0" anchor="ctr"/>
              <a:lstStyle/>
              <a:p>
                <a:pPr marL="119063">
                  <a:buNone/>
                </a:pPr>
                <a:r>
                  <a:rPr lang="en-US" sz="1400" b="1" dirty="0">
                    <a:solidFill>
                      <a:srgbClr val="FFFFFF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Recommended Actions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41172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579CE-36CA-2CBF-A6BB-DD98D7273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3" name="Add-in 2" title="Microsoft Power BI">
                <a:extLst>
                  <a:ext uri="{FF2B5EF4-FFF2-40B4-BE49-F238E27FC236}">
                    <a16:creationId xmlns:a16="http://schemas.microsoft.com/office/drawing/2014/main" id="{69F1684D-CC41-0E5B-DF0D-547D9514F2E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949283432"/>
                  </p:ext>
                </p:extLst>
              </p:nvPr>
            </p:nvGraphicFramePr>
            <p:xfrm>
              <a:off x="593268" y="890069"/>
              <a:ext cx="9525000" cy="5715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3" name="Add-in 2" title="Microsoft Power BI">
                <a:extLst>
                  <a:ext uri="{FF2B5EF4-FFF2-40B4-BE49-F238E27FC236}">
                    <a16:creationId xmlns:a16="http://schemas.microsoft.com/office/drawing/2014/main" id="{69F1684D-CC41-0E5B-DF0D-547D9514F2E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3268" y="890069"/>
                <a:ext cx="9525000" cy="5715000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6F32A92D-E801-659E-8D45-4A7AF320E27A}"/>
              </a:ext>
            </a:extLst>
          </p:cNvPr>
          <p:cNvSpPr txBox="1"/>
          <p:nvPr/>
        </p:nvSpPr>
        <p:spPr>
          <a:xfrm>
            <a:off x="5454797" y="1574421"/>
            <a:ext cx="5855934" cy="3975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495666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Retarget previous customers through </a:t>
            </a:r>
            <a:r>
              <a:rPr lang="en-US" sz="2000" dirty="0" err="1">
                <a:solidFill>
                  <a:srgbClr val="495666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personalised</a:t>
            </a:r>
            <a:r>
              <a:rPr lang="en-US" sz="2000" dirty="0">
                <a:solidFill>
                  <a:srgbClr val="495666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emails, social media campaigns and digital advertisements.</a:t>
            </a:r>
          </a:p>
          <a:p>
            <a:pPr marL="342900" indent="-34290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495666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Run time-limited promotions from August to November, with stronger campaigns in September, the weakest month.</a:t>
            </a:r>
          </a:p>
          <a:p>
            <a:pPr marL="342900" indent="-34290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495666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Increase package value by combining tours with transport, meals, accommodation or guided experiences instead of relying on heavy discounts.</a:t>
            </a:r>
          </a:p>
          <a:p>
            <a:pPr marL="342900" indent="-34290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495666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Introduce premium add-ons and private-tour upgrades for higher-spending customer segments.</a:t>
            </a:r>
          </a:p>
        </p:txBody>
      </p:sp>
      <p:sp>
        <p:nvSpPr>
          <p:cNvPr id="33" name="Text 21">
            <a:extLst>
              <a:ext uri="{FF2B5EF4-FFF2-40B4-BE49-F238E27FC236}">
                <a16:creationId xmlns:a16="http://schemas.microsoft.com/office/drawing/2014/main" id="{82D55500-2FC2-4BD3-EAD8-0AECE5EF4641}"/>
              </a:ext>
            </a:extLst>
          </p:cNvPr>
          <p:cNvSpPr/>
          <p:nvPr/>
        </p:nvSpPr>
        <p:spPr>
          <a:xfrm>
            <a:off x="5431023" y="974964"/>
            <a:ext cx="4150299" cy="381290"/>
          </a:xfrm>
          <a:prstGeom prst="rect">
            <a:avLst/>
          </a:prstGeom>
          <a:solidFill>
            <a:srgbClr val="495666"/>
          </a:solidFill>
          <a:ln>
            <a:noFill/>
          </a:ln>
        </p:spPr>
        <p:txBody>
          <a:bodyPr wrap="square" lIns="381" tIns="381" rIns="381" bIns="381" rtlCol="0" anchor="ctr"/>
          <a:lstStyle/>
          <a:p>
            <a:pPr marL="119063">
              <a:buNone/>
            </a:pPr>
            <a:r>
              <a:rPr lang="en-US" sz="1400" b="1" dirty="0">
                <a:solidFill>
                  <a:srgbClr val="FFFFF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Off-Season Actions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346CC7B-727F-52DB-7CD4-67E9A88FA566}"/>
              </a:ext>
            </a:extLst>
          </p:cNvPr>
          <p:cNvSpPr/>
          <p:nvPr/>
        </p:nvSpPr>
        <p:spPr>
          <a:xfrm>
            <a:off x="593268" y="273842"/>
            <a:ext cx="8988054" cy="616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68275"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14324A"/>
                </a:solidFill>
                <a:effectLst/>
                <a:uLnTx/>
                <a:uFillTx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Strategies to Boost Off-Season Bookings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48E0C5-87EE-0484-A4D5-4967A98A869B}"/>
              </a:ext>
            </a:extLst>
          </p:cNvPr>
          <p:cNvSpPr>
            <a:spLocks/>
          </p:cNvSpPr>
          <p:nvPr/>
        </p:nvSpPr>
        <p:spPr>
          <a:xfrm>
            <a:off x="0" y="6307252"/>
            <a:ext cx="12192000" cy="5507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680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6A7E08ED-6152-C111-A233-D915974A0FAC}"/>
              </a:ext>
            </a:extLst>
          </p:cNvPr>
          <p:cNvSpPr/>
          <p:nvPr/>
        </p:nvSpPr>
        <p:spPr>
          <a:xfrm>
            <a:off x="0" y="0"/>
            <a:ext cx="4711148" cy="6858000"/>
          </a:xfrm>
          <a:prstGeom prst="roundRect">
            <a:avLst>
              <a:gd name="adj" fmla="val 0"/>
            </a:avLst>
          </a:prstGeom>
          <a:solidFill>
            <a:srgbClr val="4956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 i="1">
                <a:solidFill>
                  <a:srgbClr val="053385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</a:t>
            </a:r>
            <a:endParaRPr lang="en-US" sz="2000" b="1">
              <a:solidFill>
                <a:srgbClr val="053385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CA864630-189C-7C9D-84E7-183302E057F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40586"/>
            <a:ext cx="4711148" cy="7066722"/>
          </a:xfrm>
          <a:prstGeom prst="rect">
            <a:avLst/>
          </a:prstGeom>
        </p:spPr>
      </p:pic>
      <p:sp>
        <p:nvSpPr>
          <p:cNvPr id="41" name="Text 2">
            <a:extLst>
              <a:ext uri="{FF2B5EF4-FFF2-40B4-BE49-F238E27FC236}">
                <a16:creationId xmlns:a16="http://schemas.microsoft.com/office/drawing/2014/main" id="{876AEED4-FC8F-DE05-9B6B-4932E829EDC4}"/>
              </a:ext>
            </a:extLst>
          </p:cNvPr>
          <p:cNvSpPr/>
          <p:nvPr/>
        </p:nvSpPr>
        <p:spPr>
          <a:xfrm>
            <a:off x="4906884" y="190365"/>
            <a:ext cx="6612602" cy="616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68275"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14324A"/>
                </a:solidFill>
                <a:effectLst/>
                <a:uLnTx/>
                <a:uFillTx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Business Insights &amp; Recommendations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FA27D55-CB1B-33FF-411B-D9A9404277B1}"/>
              </a:ext>
            </a:extLst>
          </p:cNvPr>
          <p:cNvGrpSpPr/>
          <p:nvPr/>
        </p:nvGrpSpPr>
        <p:grpSpPr>
          <a:xfrm>
            <a:off x="593412" y="936648"/>
            <a:ext cx="3675620" cy="4508758"/>
            <a:chOff x="771212" y="1343661"/>
            <a:chExt cx="3675620" cy="4508758"/>
          </a:xfrm>
        </p:grpSpPr>
        <p:sp>
          <p:nvSpPr>
            <p:cNvPr id="43" name="Text 21">
              <a:extLst>
                <a:ext uri="{FF2B5EF4-FFF2-40B4-BE49-F238E27FC236}">
                  <a16:creationId xmlns:a16="http://schemas.microsoft.com/office/drawing/2014/main" id="{B63A3B74-B103-576A-954B-9BC67DC97265}"/>
                </a:ext>
              </a:extLst>
            </p:cNvPr>
            <p:cNvSpPr/>
            <p:nvPr/>
          </p:nvSpPr>
          <p:spPr>
            <a:xfrm>
              <a:off x="828527" y="1921624"/>
              <a:ext cx="759681" cy="3812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lIns="381" tIns="381" rIns="381" bIns="381" rtlCol="0" anchor="ctr"/>
            <a:lstStyle/>
            <a:p>
              <a:pPr marL="119063">
                <a:buNone/>
              </a:pPr>
              <a:r>
                <a:rPr lang="en-US" sz="1100" b="1" dirty="0">
                  <a:solidFill>
                    <a:srgbClr val="495666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Expand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8FDE33A-C0C0-64F5-C777-8955060FAC0D}"/>
                </a:ext>
              </a:extLst>
            </p:cNvPr>
            <p:cNvSpPr txBox="1"/>
            <p:nvPr/>
          </p:nvSpPr>
          <p:spPr>
            <a:xfrm>
              <a:off x="1768438" y="1343661"/>
              <a:ext cx="2678394" cy="15372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marL="457200" indent="-342900">
                <a:lnSpc>
                  <a:spcPts val="1800"/>
                </a:lnSpc>
                <a:spcBef>
                  <a:spcPts val="300"/>
                </a:spcBef>
                <a:spcAft>
                  <a:spcPts val="300"/>
                </a:spcAft>
                <a:buFont typeface="Wingdings" panose="05000000000000000000" pitchFamily="2" charset="2"/>
                <a:buChar char="§"/>
              </a:pPr>
              <a:r>
                <a:rPr lang="en-US" sz="1200" b="1" dirty="0">
                  <a:solidFill>
                    <a:srgbClr val="495666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Safari Experience</a:t>
              </a:r>
            </a:p>
            <a:p>
              <a:pPr marL="457200" indent="-342900">
                <a:lnSpc>
                  <a:spcPts val="1800"/>
                </a:lnSpc>
                <a:spcBef>
                  <a:spcPts val="300"/>
                </a:spcBef>
                <a:spcAft>
                  <a:spcPts val="300"/>
                </a:spcAft>
                <a:buFont typeface="Wingdings" panose="05000000000000000000" pitchFamily="2" charset="2"/>
                <a:buChar char="§"/>
              </a:pPr>
              <a:r>
                <a:rPr lang="en-US" sz="1200" b="1" dirty="0">
                  <a:solidFill>
                    <a:srgbClr val="495666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Volta Adventure</a:t>
              </a:r>
            </a:p>
            <a:p>
              <a:pPr marL="457200" indent="-342900">
                <a:lnSpc>
                  <a:spcPts val="1800"/>
                </a:lnSpc>
                <a:spcBef>
                  <a:spcPts val="300"/>
                </a:spcBef>
                <a:spcAft>
                  <a:spcPts val="300"/>
                </a:spcAft>
                <a:buFont typeface="Wingdings" panose="05000000000000000000" pitchFamily="2" charset="2"/>
                <a:buChar char="§"/>
              </a:pPr>
              <a:r>
                <a:rPr lang="en-US" sz="1200" b="1" dirty="0">
                  <a:solidFill>
                    <a:srgbClr val="495666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Lake </a:t>
              </a:r>
              <a:r>
                <a:rPr lang="en-US" sz="1200" b="1" dirty="0" err="1">
                  <a:solidFill>
                    <a:srgbClr val="495666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Bosomtwe</a:t>
              </a:r>
              <a:r>
                <a:rPr lang="en-US" sz="1200" b="1" dirty="0">
                  <a:solidFill>
                    <a:srgbClr val="495666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Cruise</a:t>
              </a:r>
            </a:p>
            <a:p>
              <a:pPr marL="457200" indent="-342900">
                <a:lnSpc>
                  <a:spcPts val="1800"/>
                </a:lnSpc>
                <a:spcBef>
                  <a:spcPts val="300"/>
                </a:spcBef>
                <a:spcAft>
                  <a:spcPts val="300"/>
                </a:spcAft>
                <a:buFont typeface="Wingdings" panose="05000000000000000000" pitchFamily="2" charset="2"/>
                <a:buChar char="§"/>
              </a:pPr>
              <a:r>
                <a:rPr lang="en-US" sz="1200" b="1" dirty="0">
                  <a:solidFill>
                    <a:srgbClr val="495666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Kumasi Heritage Tour</a:t>
              </a:r>
            </a:p>
            <a:p>
              <a:pPr marL="457200" indent="-342900">
                <a:lnSpc>
                  <a:spcPts val="1800"/>
                </a:lnSpc>
                <a:spcBef>
                  <a:spcPts val="300"/>
                </a:spcBef>
                <a:spcAft>
                  <a:spcPts val="300"/>
                </a:spcAft>
                <a:buFont typeface="Wingdings" panose="05000000000000000000" pitchFamily="2" charset="2"/>
                <a:buChar char="§"/>
              </a:pPr>
              <a:r>
                <a:rPr lang="en-US" sz="1200" b="1" dirty="0">
                  <a:solidFill>
                    <a:srgbClr val="495666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Shai Hills Adventure</a:t>
              </a:r>
            </a:p>
          </p:txBody>
        </p:sp>
        <p:sp>
          <p:nvSpPr>
            <p:cNvPr id="47" name="Text 21">
              <a:extLst>
                <a:ext uri="{FF2B5EF4-FFF2-40B4-BE49-F238E27FC236}">
                  <a16:creationId xmlns:a16="http://schemas.microsoft.com/office/drawing/2014/main" id="{A2B16C13-6F0A-E75B-1068-F8EA342B6817}"/>
                </a:ext>
              </a:extLst>
            </p:cNvPr>
            <p:cNvSpPr/>
            <p:nvPr/>
          </p:nvSpPr>
          <p:spPr>
            <a:xfrm>
              <a:off x="771212" y="5207354"/>
              <a:ext cx="816996" cy="381290"/>
            </a:xfrm>
            <a:prstGeom prst="rect">
              <a:avLst/>
            </a:prstGeom>
            <a:solidFill>
              <a:srgbClr val="E1A918"/>
            </a:solidFill>
            <a:ln>
              <a:noFill/>
            </a:ln>
          </p:spPr>
          <p:txBody>
            <a:bodyPr wrap="square" lIns="381" tIns="381" rIns="381" bIns="381" rtlCol="0" anchor="ctr"/>
            <a:lstStyle/>
            <a:p>
              <a:pPr marL="119063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Adjust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BCDB36A-A1B9-3004-C521-C2A31BBD4A7E}"/>
                </a:ext>
              </a:extLst>
            </p:cNvPr>
            <p:cNvSpPr txBox="1"/>
            <p:nvPr/>
          </p:nvSpPr>
          <p:spPr>
            <a:xfrm>
              <a:off x="1768438" y="4943580"/>
              <a:ext cx="2678394" cy="908839"/>
            </a:xfrm>
            <a:prstGeom prst="rect">
              <a:avLst/>
            </a:prstGeom>
            <a:solidFill>
              <a:srgbClr val="E1A918"/>
            </a:solidFill>
          </p:spPr>
          <p:txBody>
            <a:bodyPr wrap="square">
              <a:spAutoFit/>
            </a:bodyPr>
            <a:lstStyle/>
            <a:p>
              <a:pPr marL="114300">
                <a:lnSpc>
                  <a:spcPts val="22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bg1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Bundle low-value tours such as Aburi Gardens, Accra City, Elmina Castle, </a:t>
              </a:r>
              <a:r>
                <a:rPr lang="en-US" sz="1200" b="1" dirty="0" err="1">
                  <a:solidFill>
                    <a:schemeClr val="bg1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Tafi</a:t>
              </a:r>
              <a:r>
                <a:rPr lang="en-US" sz="1200" b="1" dirty="0">
                  <a:solidFill>
                    <a:schemeClr val="bg1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</a:t>
              </a:r>
              <a:r>
                <a:rPr lang="en-US" sz="1200" b="1" dirty="0" err="1">
                  <a:solidFill>
                    <a:schemeClr val="bg1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Atome</a:t>
              </a:r>
              <a:r>
                <a:rPr lang="en-US" sz="1200" b="1" dirty="0">
                  <a:solidFill>
                    <a:schemeClr val="bg1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and Northern Cultural Tour.</a:t>
              </a:r>
            </a:p>
          </p:txBody>
        </p:sp>
        <p:sp>
          <p:nvSpPr>
            <p:cNvPr id="53" name="Text 21">
              <a:extLst>
                <a:ext uri="{FF2B5EF4-FFF2-40B4-BE49-F238E27FC236}">
                  <a16:creationId xmlns:a16="http://schemas.microsoft.com/office/drawing/2014/main" id="{A8D7B93E-B990-818E-43EE-A13BD1E07E1F}"/>
                </a:ext>
              </a:extLst>
            </p:cNvPr>
            <p:cNvSpPr/>
            <p:nvPr/>
          </p:nvSpPr>
          <p:spPr>
            <a:xfrm>
              <a:off x="771212" y="3726059"/>
              <a:ext cx="816996" cy="38129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 wrap="square" lIns="381" tIns="381" rIns="381" bIns="381" rtlCol="0" anchor="ctr"/>
            <a:lstStyle/>
            <a:p>
              <a:pPr marL="119063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Discontinue Carefully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C247D5E-59B0-1BEF-E233-B575BE7153D1}"/>
                </a:ext>
              </a:extLst>
            </p:cNvPr>
            <p:cNvSpPr txBox="1"/>
            <p:nvPr/>
          </p:nvSpPr>
          <p:spPr>
            <a:xfrm>
              <a:off x="1768438" y="3149699"/>
              <a:ext cx="2678394" cy="15340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txBody>
            <a:bodyPr wrap="square">
              <a:spAutoFit/>
            </a:bodyPr>
            <a:lstStyle/>
            <a:p>
              <a:pPr marL="114300">
                <a:lnSpc>
                  <a:spcPts val="19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bg1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I do not recommend discontinuing any tour based on revenue alone. Before making that decision, I would first assess each package’s profit margin, operating capacity and customer feedback.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1FF3C4C-A776-78C2-8134-39DC67B26A74}"/>
              </a:ext>
            </a:extLst>
          </p:cNvPr>
          <p:cNvGrpSpPr/>
          <p:nvPr/>
        </p:nvGrpSpPr>
        <p:grpSpPr>
          <a:xfrm>
            <a:off x="5100827" y="936648"/>
            <a:ext cx="6319961" cy="5486661"/>
            <a:chOff x="5100827" y="936648"/>
            <a:chExt cx="6319961" cy="5486661"/>
          </a:xfrm>
        </p:grpSpPr>
        <p:sp>
          <p:nvSpPr>
            <p:cNvPr id="59" name="Text 21">
              <a:extLst>
                <a:ext uri="{FF2B5EF4-FFF2-40B4-BE49-F238E27FC236}">
                  <a16:creationId xmlns:a16="http://schemas.microsoft.com/office/drawing/2014/main" id="{4CFA836D-959E-689C-47EB-8EA2A2F46A6E}"/>
                </a:ext>
              </a:extLst>
            </p:cNvPr>
            <p:cNvSpPr/>
            <p:nvPr/>
          </p:nvSpPr>
          <p:spPr>
            <a:xfrm>
              <a:off x="5116333" y="936648"/>
              <a:ext cx="1855967" cy="418067"/>
            </a:xfrm>
            <a:prstGeom prst="rect">
              <a:avLst/>
            </a:prstGeom>
            <a:solidFill>
              <a:srgbClr val="495666"/>
            </a:solidFill>
            <a:ln>
              <a:noFill/>
            </a:ln>
          </p:spPr>
          <p:txBody>
            <a:bodyPr wrap="square" lIns="381" tIns="381" rIns="381" bIns="381" rtlCol="0" anchor="ctr"/>
            <a:lstStyle/>
            <a:p>
              <a:pPr marL="119063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Customer Loyalty Plan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7AF4722-853D-ABA1-1AD3-40B0C8A2E2B2}"/>
                </a:ext>
              </a:extLst>
            </p:cNvPr>
            <p:cNvSpPr txBox="1"/>
            <p:nvPr/>
          </p:nvSpPr>
          <p:spPr>
            <a:xfrm>
              <a:off x="5116333" y="1565603"/>
              <a:ext cx="6304455" cy="14612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ts val="2400"/>
                </a:lnSpc>
                <a:spcBef>
                  <a:spcPts val="300"/>
                </a:spcBef>
                <a:spcAft>
                  <a:spcPts val="300"/>
                </a:spcAft>
                <a:buFont typeface="Wingdings" panose="05000000000000000000" pitchFamily="2" charset="2"/>
                <a:buChar char="§"/>
              </a:pPr>
              <a:r>
                <a:rPr lang="en-US" dirty="0">
                  <a:solidFill>
                    <a:srgbClr val="495666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Introduce points, referral rewards and next-booking discounts</a:t>
              </a:r>
            </a:p>
            <a:p>
              <a:pPr marL="342900" indent="-342900">
                <a:lnSpc>
                  <a:spcPts val="2400"/>
                </a:lnSpc>
                <a:spcBef>
                  <a:spcPts val="300"/>
                </a:spcBef>
                <a:spcAft>
                  <a:spcPts val="300"/>
                </a:spcAft>
                <a:buFont typeface="Wingdings" panose="05000000000000000000" pitchFamily="2" charset="2"/>
                <a:buChar char="§"/>
              </a:pPr>
              <a:r>
                <a:rPr lang="en-US" dirty="0">
                  <a:solidFill>
                    <a:srgbClr val="495666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Send post-tour thank-you messages and </a:t>
              </a:r>
              <a:r>
                <a:rPr lang="en-US" dirty="0" err="1">
                  <a:solidFill>
                    <a:srgbClr val="495666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personalised</a:t>
              </a:r>
              <a:r>
                <a:rPr lang="en-US" dirty="0">
                  <a:solidFill>
                    <a:srgbClr val="495666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recommendations</a:t>
              </a:r>
            </a:p>
            <a:p>
              <a:pPr marL="342900" indent="-342900">
                <a:lnSpc>
                  <a:spcPts val="2400"/>
                </a:lnSpc>
                <a:spcBef>
                  <a:spcPts val="300"/>
                </a:spcBef>
                <a:spcAft>
                  <a:spcPts val="300"/>
                </a:spcAft>
                <a:buFont typeface="Wingdings" panose="05000000000000000000" pitchFamily="2" charset="2"/>
                <a:buChar char="§"/>
              </a:pPr>
              <a:r>
                <a:rPr lang="en-US" dirty="0">
                  <a:solidFill>
                    <a:srgbClr val="495666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Create exclusive benefits for private-tour customers</a:t>
              </a:r>
            </a:p>
          </p:txBody>
        </p:sp>
        <p:sp>
          <p:nvSpPr>
            <p:cNvPr id="69" name="Text 21">
              <a:extLst>
                <a:ext uri="{FF2B5EF4-FFF2-40B4-BE49-F238E27FC236}">
                  <a16:creationId xmlns:a16="http://schemas.microsoft.com/office/drawing/2014/main" id="{C2A48003-453A-D95E-561B-5F2E41DB6548}"/>
                </a:ext>
              </a:extLst>
            </p:cNvPr>
            <p:cNvSpPr/>
            <p:nvPr/>
          </p:nvSpPr>
          <p:spPr>
            <a:xfrm>
              <a:off x="5116333" y="3201578"/>
              <a:ext cx="1855967" cy="418067"/>
            </a:xfrm>
            <a:prstGeom prst="rect">
              <a:avLst/>
            </a:prstGeom>
            <a:solidFill>
              <a:srgbClr val="495666"/>
            </a:solidFill>
            <a:ln>
              <a:noFill/>
            </a:ln>
          </p:spPr>
          <p:txBody>
            <a:bodyPr wrap="square" lIns="381" tIns="381" rIns="381" bIns="381" rtlCol="0" anchor="ctr"/>
            <a:lstStyle/>
            <a:p>
              <a:pPr marL="119063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Data-Driven Marketing Plan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FAF8B78-70A5-E0CB-592B-280355989CA8}"/>
                </a:ext>
              </a:extLst>
            </p:cNvPr>
            <p:cNvSpPr txBox="1"/>
            <p:nvPr/>
          </p:nvSpPr>
          <p:spPr>
            <a:xfrm>
              <a:off x="5100827" y="3730905"/>
              <a:ext cx="6304455" cy="26924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ts val="2400"/>
                </a:lnSpc>
                <a:spcBef>
                  <a:spcPts val="300"/>
                </a:spcBef>
                <a:spcAft>
                  <a:spcPts val="300"/>
                </a:spcAft>
                <a:buFont typeface="Wingdings" panose="05000000000000000000" pitchFamily="2" charset="2"/>
                <a:buChar char="§"/>
              </a:pPr>
              <a:r>
                <a:rPr lang="en-US" dirty="0">
                  <a:solidFill>
                    <a:srgbClr val="495666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I recommend running targeted digital campaigns from August to November, with greater focus on September, the weakest booking month.</a:t>
              </a:r>
            </a:p>
            <a:p>
              <a:pPr marL="342900" indent="-342900">
                <a:lnSpc>
                  <a:spcPts val="2400"/>
                </a:lnSpc>
                <a:spcBef>
                  <a:spcPts val="300"/>
                </a:spcBef>
                <a:spcAft>
                  <a:spcPts val="300"/>
                </a:spcAft>
                <a:buFont typeface="Wingdings" panose="05000000000000000000" pitchFamily="2" charset="2"/>
                <a:buChar char="§"/>
              </a:pPr>
              <a:r>
                <a:rPr lang="en-US" dirty="0">
                  <a:solidFill>
                    <a:srgbClr val="495666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I would use customer booking history to send </a:t>
              </a:r>
              <a:r>
                <a:rPr lang="en-US" dirty="0" err="1">
                  <a:solidFill>
                    <a:srgbClr val="495666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personalised</a:t>
              </a:r>
              <a:r>
                <a:rPr lang="en-US" dirty="0">
                  <a:solidFill>
                    <a:srgbClr val="495666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offers through email, social media and online advertising.</a:t>
              </a:r>
            </a:p>
            <a:p>
              <a:pPr marL="342900" indent="-342900">
                <a:lnSpc>
                  <a:spcPts val="2400"/>
                </a:lnSpc>
                <a:spcBef>
                  <a:spcPts val="300"/>
                </a:spcBef>
                <a:spcAft>
                  <a:spcPts val="300"/>
                </a:spcAft>
                <a:buFont typeface="Wingdings" panose="05000000000000000000" pitchFamily="2" charset="2"/>
                <a:buChar char="§"/>
              </a:pPr>
              <a:r>
                <a:rPr lang="en-US" dirty="0">
                  <a:solidFill>
                    <a:srgbClr val="495666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I recommend introducing limited early-booking, weekday and group promotions to increase demand without relying on heavy discounts.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51194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D5050-0E6C-51FF-84B5-ADF3FE940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00812EA-7279-33D9-0C4D-A6A1F8533EF0}"/>
              </a:ext>
            </a:extLst>
          </p:cNvPr>
          <p:cNvSpPr/>
          <p:nvPr/>
        </p:nvSpPr>
        <p:spPr>
          <a:xfrm flipH="1" flipV="1">
            <a:off x="0" y="3139440"/>
            <a:ext cx="12192000" cy="3718560"/>
          </a:xfrm>
          <a:prstGeom prst="rect">
            <a:avLst/>
          </a:prstGeom>
          <a:solidFill>
            <a:srgbClr val="495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DE3741E6-AAEC-5E7C-E77D-2A414BCE74C5}"/>
              </a:ext>
            </a:extLst>
          </p:cNvPr>
          <p:cNvSpPr/>
          <p:nvPr/>
        </p:nvSpPr>
        <p:spPr>
          <a:xfrm flipH="1" flipV="1">
            <a:off x="0" y="0"/>
            <a:ext cx="12192000" cy="3139440"/>
          </a:xfrm>
          <a:prstGeom prst="rect">
            <a:avLst/>
          </a:prstGeom>
          <a:solidFill>
            <a:srgbClr val="E1A9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1578EE-DC08-D6C2-2DA9-6BC17E1B9B7E}"/>
              </a:ext>
            </a:extLst>
          </p:cNvPr>
          <p:cNvSpPr/>
          <p:nvPr/>
        </p:nvSpPr>
        <p:spPr>
          <a:xfrm flipH="1" flipV="1">
            <a:off x="-15876" y="6489700"/>
            <a:ext cx="9871076" cy="775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8528C67-81AF-DD45-1D84-1E1CD84BEB7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5701" b="1279"/>
          <a:stretch>
            <a:fillRect/>
          </a:stretch>
        </p:blipFill>
        <p:spPr>
          <a:xfrm>
            <a:off x="-15876" y="0"/>
            <a:ext cx="12207876" cy="675393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4EE9C8F-A97D-3359-14B4-B6BB570E141A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62" b="46347"/>
          <a:stretch>
            <a:fillRect/>
          </a:stretch>
        </p:blipFill>
        <p:spPr>
          <a:xfrm>
            <a:off x="-7938" y="0"/>
            <a:ext cx="12207876" cy="3139441"/>
          </a:xfrm>
          <a:prstGeom prst="rect">
            <a:avLst/>
          </a:prstGeom>
        </p:spPr>
      </p:pic>
      <p:sp>
        <p:nvSpPr>
          <p:cNvPr id="27" name="Text 1">
            <a:extLst>
              <a:ext uri="{FF2B5EF4-FFF2-40B4-BE49-F238E27FC236}">
                <a16:creationId xmlns:a16="http://schemas.microsoft.com/office/drawing/2014/main" id="{D0B3A83A-59A3-1344-83DE-4B0B0002ED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844490" y="6278880"/>
            <a:ext cx="2288370" cy="475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Solomon Gyamfi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6A9703-B090-2F90-9797-2F0A1F68AE9C}"/>
              </a:ext>
            </a:extLst>
          </p:cNvPr>
          <p:cNvSpPr txBox="1"/>
          <p:nvPr/>
        </p:nvSpPr>
        <p:spPr>
          <a:xfrm>
            <a:off x="1574800" y="3896448"/>
            <a:ext cx="8541871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600" b="1" dirty="0">
                <a:solidFill>
                  <a:schemeClr val="bg1"/>
                </a:solidFill>
                <a:latin typeface="Dreaming Outloud Script Pro" panose="020F0502020204030204" pitchFamily="66" charset="0"/>
                <a:ea typeface="Calibri Light" panose="020F0302020204030204" pitchFamily="34" charset="0"/>
                <a:cs typeface="Dreaming Outloud Script Pro" panose="020F0502020204030204" pitchFamily="66" charset="0"/>
              </a:rPr>
              <a:t>Thank You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299F5F-9AD2-806B-B5FE-BBDB8ABAA4BD}"/>
              </a:ext>
            </a:extLst>
          </p:cNvPr>
          <p:cNvSpPr txBox="1"/>
          <p:nvPr/>
        </p:nvSpPr>
        <p:spPr>
          <a:xfrm>
            <a:off x="898959" y="1248296"/>
            <a:ext cx="10543741" cy="1456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800" b="1" dirty="0">
                <a:solidFill>
                  <a:srgbClr val="495666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Ghana Adventures can grow by protecting high-value tours, improving lower-value packages, and using digital channels plus loyalty offers to strengthen off-season demand.</a:t>
            </a:r>
          </a:p>
        </p:txBody>
      </p:sp>
    </p:spTree>
    <p:extLst>
      <p:ext uri="{BB962C8B-B14F-4D97-AF65-F5344CB8AC3E}">
        <p14:creationId xmlns:p14="http://schemas.microsoft.com/office/powerpoint/2010/main" val="887816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webextensions/_rels/webextension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webextensions/_rels/webextension3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webextensions/_rels/webextension4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webextensions/webextension1.xml><?xml version="1.0" encoding="utf-8"?>
<we:webextension xmlns:we="http://schemas.microsoft.com/office/webextensions/webextension/2010/11" id="{80EB7322-DCD2-4502-9821-7DDF66A57043}">
  <we:reference id="wa200003233" version="2.0.0.3" store="en-US" storeType="OMEX"/>
  <we:alternateReferences>
    <we:reference id="WA200003233" version="2.0.0.3" store="WA200003233" storeType="OMEX"/>
  </we:alternateReferences>
  <we:properties>
    <we:property name="artifactViewState" value="&quot;publicSnapshot&quot;"/>
    <we:property name="backgroundColor" value="&quot;#FFFFFF&quot;"/>
    <we:property name="bookmark" value="&quot;H4sIAAAAAAAAA+1ZW0/bSBT+K9G89CVa+ZL4wltJ6e5KLUsJYlVVqJrLcTLF8XjHNm2K8t/3eMYOkARIIUAovKAw53jmfN+5jn1OhCzylE736QTIDtlV6nRC9WnHJV2S2bW+61A3DoF6kcMDEXPuU5SqvJQqK8jOOSmpHkF5LIuKpvVGuPjlpEtyDQXoM9iH71aGfyWTqSynZKfUFXQJTdMDOqofSGha4EIOulAZTeVPsM8UVnXWJfAjT5Wm9anDkpZQn3yG6vg/Wun+4aNRlJfyDIbAS7vqO4x7UZS4YV/EiYi8WCSoVlgFY/xKlXprc/xAZSWVGR5Tr4HD4hCVYy4ScHzhiZDV64lMy0aFTfd+5BoJQFqmec3fW3FGMw6CGAjIibX4nHwEWlTa4Ni7IhiqSnM4BGPHXlYawghD38hsVJAZknGgFVJl1o9USdPO7mXpWH0faECOBNlxZie4UqAsbSi9QHdkLeRUi0aEfmXfkJ0aCz6mtAC9OzVw3knd8up1Fyx+KChoO2owF3jih54PXIQhc0MvdJ+c9kPIkeHOYR2Jz5nzqzgs4T5NfIgdj7Fe5PEgjLgTPTnhbzHZsVa04dE5pmn1vKm/DlET9Z7rssjzXC6iMIaQs/DpnWAz9BDOIHvm5C8iaUgHn3qOYJ4IPMr7CWW95FbSB4h+pLTkBtRV3v+S6GPNx9MPeFK6bPRcvixqjT2mWtq2ZwDeCXjT3+dbkStcHICWShjFS/aQd4irc7FQixsU5CP2xfEK/3e3p+09tin3SIoUJ4xBWhUYYiAGKq0m2UBNmBqMqS7XzBN3MU9+88ibnbTjHm737dJA12SjJeg3JwFrFq5y4bJQOEHsUIFDrNPD3n1r0TpS+f5SQtjYu28+lKj9Naf8FJvbUjq4W5SY3bVK+GZIada/8jHNMnTiHcqEUFlV/kpNeLzeuU4uPhSPNgloFPrMcfssiRzhR8wNfHGvzr0ZcwtkHJ971u2JL7SmFx6Bc5fawEsg6juceQ5eU3s8FDg53n47baqv1alVjts3GcjYe60mRrlpG0XF/qsAMSySOWwF+PtT++OmnVi9xRK+LrGOdmoWh5AifevT1XZF3PvGNjBvgomEFJsdHvXPRmPmekNWBQs6AHuRYzxo0Xt1Sq7P079jqE0yNGVClo1Jfy/wVWyeSWM+ZSlcv8M8YmYzc7N5gj6/TRXuRd5K1n1f8ngW3feVWduGdql+6T1osSKYOibCOISw3+f9KOgxn4VU3OM96WYM/QxU38XZRSo5dsbLHiYT0CPjNUFLajDk9iAJVq6EEYOBeE4+SIRt97bBv0Pe7NJC8jdNXay/BKRtmCxtV5Q4GJZDY2XbFW/c3HzDaEvu7JpgMMq/0BXWZdiGgMfd2IfEd6kXYAwEoRfybZ6CX+PgocbSgPd6TET1hzvmBDRK+mu8Pn68a7A5cNPxMILM+mLJhxeD9noj95YNgAus4enz8PmyOr7/1KrKO0e4Yx3kJyc2Fs2jr1lzA7Mmd1waeL7PgiSIeyHEgefw/hbkzqcKhx54bacPGhAXJJt8qaWrOFNVWeD8BQc0gxVgERbNBIh1IXZrd8nmTrc2J7PZ/xyD97jBIQAA&quot;"/>
    <we:property name="creatorSessionId" value="&quot;6ce8c513-1f41-443e-8fb1-d12224cdeefc&quot;"/>
    <we:property name="creatorTenantId" value="&quot;aa0fb800-7011-42c3-bffb-1f3a9e9b2ed9&quot;"/>
    <we:property name="creatorUserId" value="&quot;1003200245A7A7A9&quot;"/>
    <we:property name="datasetId" value="&quot;a85d4ca9-4c1a-43dc-be16-18b7333ed1bb&quot;"/>
    <we:property name="embedUrl" value="&quot;/reportEmbed?reportId=2713a51e-c6c1-464a-a8d5-bdef182f38cf&amp;config=eyJjbHVzdGVyVXJsIjoiaHR0cHM6Ly9XQUJJLVNPVVRILUFGUklDQS1OT1JUSC1BLVBSSU1BUlktcmVkaXJlY3QuYW5hbHlzaXMud2luZG93cy5uZXQiLCJlbWJlZEZlYXR1cmVzIjp7InVzYWdlTWV0cmljc1ZOZXh0Ijp0cnVlfX0%3D&amp;disableSensitivityBanner=true&amp;storytellingChangeViewModeShortcutKeys=true&quot;"/>
    <we:property name="initialStateBookmark" value="&quot;H4sIAAAAAAAAA+1Z227bOBD9lUAvfTEWEmWLUt4SN4tdtLnUDrIoiiDgZRSrkUUvRWXrBv73HZGSk9i5uLmnyZtNjodzzlwOJZ95MisnOZvusDF4696mUidjpk/WAq/jFc3a7u6n7Y3Bp6Odje0tXFYTk6mi9NbPPMP0MZiDrKxYXnvAxW+HHY/l+R47rr+lLC+h401Al6pgefYTnDFuGV3BrOPBj0muNKtdDg0zULs9RXP8jmcHf4R4IhMmO4UhCONWQ58LEsdpQHsySWVMEpmiWekMbGRXmtSu7fF9VRiWFXhMvQY+TygaJ0Km4IeSSMrr9TTLTWPCp1s/JhrRIebppGZlQ56yQoD0LAQNpYv4zNsGVlba4ti6tDFUlRYwABvHVmEyM0U/HBnPiuPSmyEZe1ohVXZ9XxmWr21e3B2p//oakCPprfuzQ1wpcS9vKD1Ht+8iFEzLZguTxr8jOzUW/JnSEvTm1ML5mOmWV9JZiPixoGDsaMEDEGlISQhCUsoDSmjw7LQPYIIMrw3qSnzNnF/G4QgPWRpC4hPOuzEREY2FHz874RvY7Dgr2vJYO2B59bqpvw5RU/UkCHhMSCBkTBOggtPnT4Lr0AGcQvHKyV9E0pAOISO+5ERGhIleyng3vZX0PqI/VjoTFtRl3v/KMMdajKaf8aR8Oej5/vJWG+wB05mTPQvwTsAb1Z678i5xsQc6U9IaXojH+4i41s4X6u0GhbeNuji6Iv+dlyN7Tx3KPZoixxtGP69KLDGQfZVX46Kvxlz1R0ybFfskWOyT37zyZoftdQ/dfb9woWu60RH0m5OAMwtXhQw4lX6U+EziJdbvonbfOrT21WRnqSFc7d23HwxaH02YOEFxW2qH4AU1ZmelEf4wpDTrR2LEigKTeIcxIVVRmV+ZCU+nnav04mPx6JqAxTTkftDjaezLMOZBFMp7KffDhFsi4/i7Vy1PYkGa3ngFzlPqCi+FuOcLTnx8TO0KKvHmePvTaTN9nU1tctC+yUDG/tRqbI0b2Sgr/m8FiGGRzGG7gZ+/tB9u8sRrF0v4Op5LtF+zOIQc6VudrlYV0feNMjAXwTSDHMUOj9p90Jq5PpCrigUTgFrk2ww69KRuydV5+mcEdUiWpkJmpgnp7wW+yodn0obPeA7Xe5hXzGxmn2yeQedf0oR7k08lq74vebqI7vvKrJWhTabfugYtTgQ7xyRNKNBeT/TiqMtDTpm8x3vShwn0KzB9l2SXeSZQGS9m2BuDPrZZk8wwi2HiDsrA7Stpt8FCPPM+Zwjb+XbFv+592GRlJj40c7H+JyBvy2TJXWnwYmiGNspWFW90bv/DaEfu7JpisMa/oAqrMuxKgIggCSENA0YirIGIEipe8i34vQ4e61oaiW6XyxgnAuN+xOK0t8Lr46d7DLYHvtfDI9bDAtOuKgIWkTDkURolXQpJRHzRewFV8aVCOYd3oXjUgjgn+dAePbuaM1WZEm8WsMcKuAIswmKFBLkqxE6drqx5WrnhB/W//HNKZrP/AVdhp+dwIAAA&quot;"/>
    <we:property name="isFiltersActionButtonVisible" value="true"/>
    <we:property name="isFooterCollapsed" value="true"/>
    <we:property name="isVisualContainerHeaderHidden" value="false"/>
    <we:property name="pageDisplayName" value="&quot;Executive Overview&quot;"/>
    <we:property name="pageName" value="&quot;30bc288f175d9fd829df&quot;"/>
    <we:property name="reportEmbeddedTime" value="&quot;2026-07-16T21:44:58.710Z&quot;"/>
    <we:property name="reportName" value="&quot;Assignment&quot;"/>
    <we:property name="reportState" value="&quot;CONNECTED&quot;"/>
    <we:property name="reportUrl" value="&quot;/links/Z5hzbPhkQI?ctid=aa0fb800-7011-42c3-bffb-1f3a9e9b2ed9&amp;experience=power-bi&quot;"/>
    <we:property name="snapshotLastRefreshTime" value="&quot;7/16/26, 4:17 PM&quot;"/>
    <we:property name="snapshot" value="&quot;data:image/png;base64,iVBORw0KGgoAAAANSUhEUgAAA9MAAAImCAYAAABQJdlbAAAQAElEQVR4AexdB2AURRf+Lr0RUuihE3rvoHQFFBQQEEREQUWKir0AIiggFqqiWAELVZogKKB0UCm/NOm9hJoESO//fgN7XI5Lu9xdcuEF3u6U9968+W5vb9+8mVmXNPkTBAQBQUAQEAQEAUFAEBAEBAFBQBAQBASBHCHgAqf7E4MFAUFAEBAEBAFBQBAQBAQBQUAQEAQEgbxFQJxpR+AvbQgCgoAgIAgIAoKAICAICAKCgCAgCBQoBMSZLlAfp+06I5oEAUFAEBAEBAFBQBAQBAQBQUAQEAQyRkCc6YyxkRrnQkCsFQQEAUFAEBAEBAFBQBAQBAQBQcBhCIgz7TCopSFBwBwByQsCgoAgIAgIAoKAICAICAKCgLMiIM60s35yYrcgkBcISJuCgCAgCAgCgoAgIAgIAoKAIKAQEGdawSAHQUAQKKgISL8EAUFAEBAEBAFBQBAQBAQBeyCQL5zp5ORkhIWF4eDBg9i7d6+QAzE4fPgwLl68iLS0NHtcX3mq89KlS2D/5JqS75Qjr4H9+/fjxIkTuHHjhrXXf76Ui4+PB79Tp06dwvHjx4UEA7kGCsA1wHvV2bNnERERkS/vO7kxKiUlBVevXsXp06flWi0A16r87sjvrn4N8Dnk8uXLSExMzM0twmayeeJM03lbsmQxhr8+CH17PYCnH++Aie8+jvlfDMQv3w4SchgGg/HTp89gwojH0O/R+7TP4kGMHjEMK1euxLVr1+BMf1FRUfjtt9/wxptvo0vXR/BAp4fwzHND8eqb72DEu+MwXEgwcNA18Pao9zHs1TfRp++T6PxQFzze9wlMmToN//77rzN9pdQDKL9T06dPxwcffIAZM2Zg1apV+Oeff/C///3PjCQvmMg14IzXwM6dO7F582b8/PPPmDBhgqIffvgBf//9N2JiYpzqnsUBgU2bNuG7775T96yJEydi6dKl2LZtm9yv5J4t10ABugb++usvrFixAp9++qn6rn/55Zf4888/ceHChTy5ZznUmeaD2ZBnemHMG4/j6s6ReKjiKkzouQfjeh7Eyx0O45mWx/FUi1NCDsPgJAa2Po7XHjiMD3od1D6L3WhbchlObHobrw7pgVdeeAr8YcqTKzObjfJHcvCQoXi0dx9MmzELuw+fQ7JXMbgUCkGqVxGkeQUh1TMQaUKCgYOugVSPQO2aC0aaT3Gk+ZZEZKIXfv1jG0a99wEeergrJk6arCK82bzEHcoWFxeH1atXqwfqdevWoUiRInjiiScwYsQIvPLKKxgwYAB69+6NRx991PlJ+iCfoVwD6NWrFx5//HEMGjQIw4cPV9SmTRs1s4YDaHxI5cweh96IctgYB/imTZuGn376CampqejUqZO6Z7311lsYOHAg+vTpI9e6XOtyDRSga4Df6WeeeQavv/66+q736NED3t7eysH+6KOPsHHjRofOuHWIM83RA0ag9//xLp5ttg0jHj6IB+pdR5kiyTm8ZQq7vRGoWDwJXRtexZhHDqBHjfVY//Pb6PfYQ9iwYYO9m86R/i1btqBnr96Y8MlUnLgYrZxnF+9AuHv55kiPMAsC9kbA4OIKT98AzcHWBnZ8SuC3dX+h/9PP4t13x+SbqZWcDrl8+XJMnTpV/SC98cYboOPcuHFjBAQEQP7yBwJihSDgCATKli2LDh06qAfVLl26qCV4fEDdvXu3I5rPdhscTGc0nbMd+/Xrh2HDhqGNNhBQsmTJbOsQRkFAEHB+BIoWLYp77rkHzz33HF544QU1/Zv3hrVr1zqkc3Z1po8cOYJBTz+KfX+Ow7td9qF303MoWjjFIR2TRnKPQNkiSRjQ8iReab8bf/w8Cm+9+iy4RiH3mq3XwGlcw15+BR9OnIqoFG+kaFFANw9v6xWKpCDgYAQ8/YJg8CuFrbsOoG+/p7Bw4UIHW5C+OU7z5INyYGCgikq1atUKbm5u6ZkkJwhYh4BIOTkCpUqVUrNRGOHlfhDffPMN8noZ2Llz59TAH53ol19+GV27dkVQUJCTIy3mCwKCgC0Q8PX1Rfv27VXEmoGCDz/8EIcOHbKF6gx12M2ZXrx4Eca+Mxi96m7HE/ecgbdHaoZGSEX+RqBIoRQ81/oY7in+J14e2hec/pkXFnNd15NPDcB/x8K0KF8wXN0888IMaVMQsAkCnn6Byqn+fu4iPP/Ci+AGXzZRnAMl8+fPBx+Q+UDasmXLHEgKqyBQUBGQfllCgM4ql3w0b94cX3zxRZ7tAcGlZ3PmzEG3bt3QvXt3NZPGkr1SJggIAoLAAw88gGeffVatp+Z+UPZCxC7O9NSJY/Hvn1MxvudBVC6ZaC/bRa+DEahfIR6jux3Asp/exw+zv3Fo63PmzsVHn0xGsmcRNWXWoY1LY4KAHRFI8wzEwZMX0bvP4zhz5owdW7qtmo47N+4oXrw4+vfvDx8fn9uVkhIEBAHnQsCB1taqVUvtn8B1yo6aQql3b/HixTh79iy4Frp8+fJ6sZwFAUFAEMgQAe798vzzz6v9FGbNmpUhX24qbO5Mjx/zBlIuLsNzbY7nxi6RzacIcIbB6w8cxrGd3+PLzyc7xMqvv/4G8xYuRap3Mbi4ujmkTWlEEHAkAl5+QYhN9cFQLULNV9XYs23u0Dt16lRwOnfbtm3t2ZToFgQEgQKIADf6GTx4sFr29euvv1rVw5wKMRrt4eGBvn375lRU+AUBQUAQwMMPP4xKlSqpmTW2hsOmzvSkj0bDK3odHm0SZms7RV8+Q+DZVscRdnAJfphl3wj1vHnzsXzVaqR6BuUzBMQcQcC2CHDzvAQXf7z08qvqIdW22m9r4w693O22Xr16twslJQgIAoJADhGgY3v9+nXYO0LN13YVLlxYPQzn0ERbsosuQUAQcHIEGESoU6cOuPeDLbtiM2d6/rw5uHH2D3Gkbfnp5HNddKh3bZlrtzXUW7duxU/zFmiOdHA+R0LMEwRsg4C7pw/i4I1hL71sG4VmWvj+1RYtWoA/JmZVkhUEBAFBIMcI0KE+duyY3dZQr1+/HsnJyXjooYdybJsICAKCgCBgjgCfgcqUKYMlS5aYV1mdt4kzzQ1sVi//Ds+0OmG1ISLonAgMbXsE334xweaRtBs3buCDDz9Su3U7JzJitSBgHQIe3v4Ij0rC2HHjrVOQgdSff/4J7tjdrFmzDDikWBAQBASBnCPw1FNP4bfffoOtd/k+efIk/ve//6n3ROfcKpFwSgTEaEHAAQhwYzLer3bt2mWT1mziTE/6cCQGtDhmE4NEiXMhwDXUvRsfw8QJI2xq+Oj33kd8mjdcXN1tqleUCQLOgIC7bxD+3r4L3OTHFvbyFTI7duxQu9/aQt/dpCMhIQFXrlxOR7GxsQUaAvYvMjISaWlpNusno4tXr15VOBJTmykWRXmOADcw5PuoFy1aZFNbqK9379421ZmflPH7xe+Z6f2FeZbb0s7Mvs9si22Sx5ZtmuvK7PvPtmkDbTGXc1SebdMG2pLTNjPjpz5+vuHh4eBrmkx5Wcc22bZpeX5J53f7covTY489htWrV8MWv0e5dqY5vbt2ibMoXzQpt/0SeSdFgLt8uyccxoYNG2zSg7///hvHjp+SXbttgqYocVYEkt388eFHn9jE/OXLl+ORRx6xia67TQmXm9x7zz0wpYYN6mPkyBHgw0ZBxGPOnJ/w0kvDEBcXl+vu8UFxzpw5aNyoIe5p3kzhyPQ774xERERErvWLgvyBAHf59vT0xJ49e2xiEF/BWaNGDZQuXdom+vKjEn6/+D0zvbc0bdIYDz7wAA4cOGAzk+dk8n3WbSCPzRo0UZSd7z/bJg60xUTUoUm2TRtoiy0a5uDBxE8+AX8r+Pk2b9YUnTt1wvbt243q2RbbZNvGQsckstVKfrcvW53IhImDgO3atcOKFSsy4cpeVa6d6RVLvkfPJhey15pwFVgEejQ8iZlfTbJJ/6Z++hkSXXxtokuUCALOioCruycSUl2Q23cjHjlyBG5ubqhataqzQpHndvv7++O7mbOwdds2RV/MmIF1f/6JpTZcc5XnnbSTAbt378aUyZPw1FP9set//2L3nr2YOGkSSpYsCeJqp2ZFbR4gwI0Nf//9d5u0zEH1zp0720RXfldC3PR7y2+/r0bRokXw/ntjEBUVZXfTuTP7tGmfom/fJ+zS1u679PvP3+0ff/wBo8eMwb79/2Hd+g2oWKkiRr87ChcuiM+U84vNPhJc9nbq1Clw1lRuWsiVM71g/jzcU+libtoX2QKCQJFCKQgtGoFNmzblqkecihodmwhXd69c6RFhQaAgIJDqVghff/NdrrrCDXzuu+++XOm424UNBoNab160aDHtQbcY2rZth86dH1L3O9MpYkxzav7+ffvUpkk6boxgh5tN8zMv4xTA48ePY8uWLXc8RJOX0wF5Zj35yK/r5x4TJD3PqAjb41kvY4To/Plz2LRxY7YfHPgaNbZ36uRJ45Rv2kDdpu1bKtPb5cN0QEAA+j7RF4UKFQKjAR06dMTzz7+gBnl0Pupjv9ieuROh2/7H2rUwx1aX58MQo5l79+65Y9oe5dkHyps/yPIzY3945u9PRvr1duScMQLBwcEoV64c9mnXf8ZcWdds2LABjRs3zpqxgHB4enmp+wrvL3x1T78nnwSv5/j42zND+P3g/kS8xrnW07zrWdWb8vP7yqnHPJuWM009/D4wWsrvTEbfR72Ou7nr9ybKm1N2v/+U0+83vA/QDpbpRDzYd95f+V3Vy/ndZvuU1W0y7Rf1UJ+lfug6zM+8R/A+aYozdRIX6tP5LZWxjvatWrkSbdq0waOP9gJnbHCGxbvvjkar1q1Be8mnE22nfbTTVD/rs+o3bdDtJS9ldGId2+I5I/1sj+2y3vy+q+sp6GdGp3nPyU0/XSwJZ7dsxbKfcH+t8OyyC18BR6BdtbP4ZdHMXPXyxzlzkZDmmSsdIiwIFBQEXFzdkAJXtQmPNX3ijz8fiviAa428yFhGgE7q1fCrCAoKAt99Sy46Yfe1a4t+mtPYvfsj6P7IIzh//jyrsHv3v3ikW1fwoYUFfIAZ9c47+GD8eGaV8zx48CA8+EBHPD2gP1q1bIE1a1arOh443a5D+/vRssW9qv6hzp0w9v33jQ77+PHjQCIv6dChQ+j1aE/wzDztfU+LkNyvDao8++wzSs+smTONDjJ5zOnI4cPo2uVh1d6DDz6A7777VvGzL520/N69e5WIeV9UocmhatUq6uFxw4aNIK9JlTHJh7iM+k+ZyVpkm7YPHToExLZjh/agfVTAvn300YeqT4MHPYeePXqo6eRr16xhtcLo3XdHoYMmQ/l2bdvAtO+cxt+2TWuQ+j7eR+kfMmSw+kyUAjnkCAHulLtt27YcyZgz//XXX2jZsqV58V2R5/XOwYgiRYrAy8tb9Znfj2efeUa7p3QDr3Feq2tM7g9Z1Ssltw68J/Xs0R2ffPyxKuHvA6ca8x7DgoiIcPTu9Sge6NgBmjFQZAAAEABJREFU/N7zfsT7Eu9vrKd9Y8e+b6zj0o0W994DXZ48ppSd7z/5Dx44oNpke+b3N74arXWrlqrvvL+yvc2bN1NMLUWh/e3vv89oE/PsF3HJ6L6ihC0cFsyfD95feJ9kvzk4R7ac3PeIUZw2EFKrdm24urpSXFGJEiUwfPgIcPmCKtAOue03beU9jfYSA9Prgp9JZr8b1uCjmVzg/jdo0ACcwZebjlntTB88eBClCkeDG1DlxgAbyYqafIBA2SJJCL90BhyptMacxMRE7YI+CncvX2vERUYQKJAIxKe6Y/GSpVb1jTtVNmnSxCpZEbqNAEf2v5wxA6NGvaOo/1NP4i/NYejZsycMBoOKhH722WeoXLmKmsq8Zu0fiE+IB6f5UUvt2nVQqlQpbNy4gVk1zU89nHXurB62Vq78VUVcFy1ejL379qNjxwcw44svYBoZCdQc94U/L8LhI0fxycSJ+OOPtTh69KjSl9Vh+/Z/sGLFckydNg0HDx3Gi8OGYdasmTh16mSGonwg/PCjj438fMi8fPky2JcKFSpgy62HWUZFTPtirrBJk6Z4+OEueFfDrlHDBuBD34YN60H9uPWXWf/5MMoo9tZtf+HI0WNYv2EDXN3csHDhQiVNDFYsX45Jkyarek4j//yLGWjbrp2qp2P35x9/YN68+Qq7d0a9i2+//TYddowcTfv0M1VPvr179uDf//1PycshZwgwAsdnAH5nciZ5k/v06dMoXry45kh63Sy4C45rVq8GB+JIXFu7bOlSvPPOKDWTg91f/ssvOB92HryvHDioDZT17o1Pp01T0evs1JOHxPvJyBEjNHxLYJQWJeUsEZZbol5aG5yevGPnTpQvXx7z5s9TbKdOnQLtHf/BB+r78sMPP6rZJqrSwiE733+KZXZ/6969u/a936ja41KRatWq4acff1T3XcqSWrVqjX9371H3z6lTp4HT1zO7r1DGEnEQY/WatWC/OUtg3tx5ahAxp/c9S7otleW2383vuUf95ui/G7SXAwl6W5nptwYfXW9BO9fWBj74vGRtv6x2prdsXIMGpc9a267IoWBC0LD8FXCk35recZqJwd3HGlGREQQKLAIe3oWw51YUMKedZISjbt26ORUTfjMEUlNTsWfPbmzbuhV0zI4dO4avv/kWDRs1Upw3blzXos7HULZsWXX/Y0S4fLnyahMhOhWc3nzf/fdjs+aAMr9n9274+PpC/2z+/fdflNSc7bNnzmKD5iyGhISAO7CfO3dO6eeBUQ2uMzYYDNrDbQX1IElHlnVZ0X///Qd//8KIjo7G2rVr4efnpzZPO3nyVIai1WvUQCOtf65aZKVli5bK+b1y5Yp6wL/33hZaP7eo6K15X8wVcr3+mPfeA9cMvvX227h+7RqGDB4MRowYGYH2l1X/vby8lHN15cplbfDBDaGVKiEqOkqThFbuCRcXF2zctBGMInGKZdOmTY1TyA9ofQ+tXBnsj8FgAJc8eHp6wBTbwoULa5iWUwMjZcuVVX08fOSw0i+HnCNQp04dcEpyziWh5PTvhTXyzihTtGhR3HPvvYo4CJSUlIQFCxeoWRWcxrx797+oX7++do2WV9f1Q50fUt9f3iOyqtfxuBZ5DcNefBEnT57A2HHj1DWu11k6V69eQ7VVuHAAQkqXxtmzZ1Wbp7XBDn7HqlSpqr4v/F6RLOlgWXa+/+TL7P7GexC/o1evXgGnvjOyy8iv6YBcpdBK2r3g5n3CV7u3UmdW9xXymBPv0yVLlkRhrd8ttPseBzHonPIenpP7nrnejPK57Xdl7d7GQRHeI4nB2bNntPv8zXsj28xMvzX4UGdBpNzcs4iHCw/W0I5/NqN22QRrREXGWRHIht21S1/HP1t+zwbnnSwbN25GUprbnRVSIgjc7QgY3LWHoJM5QoEPZJwCqz9Y5EhYmNMhQOdzxpdf4c9167UIzQLw4eXAgf+MPFevhivHcu3aNfjk448UHT9+DEWCi6gHTjK2bt0GYefPaw72f+BUvKZaxJZRED6oXb50GSdPnACnM1N+2bKlWvSoODzcbfNqQEaTwsOv4vPp05Vt38+eDT6cenllb0mNQXNWDQYDu6Go4wMPqKjY4cOH0vVFVWZw4APqY4/1wc+LFuOnn+ZAj/5m1X8+MBOXhg3qo2uXLuBUbE4D1pspX74C3nv/ffxv1y707tULTZs0BndD1qeBnzSLvru6uijnW5eXs+0RqF69Og4ftm4wgtMtq95lmyXWb9AAY8eOU/TRRx9j6rRPwfX9HKji9+PS5cvpPiTT72NW9brgoUMHERcXC67PXvTzzyraqtc54pzR9z87bc/XouLNmjYBd8N+TIuYL126NEuxuLg45Pa+6urmmq6dnN73UpJT0snnNGNNv7Pbhi3wyW5bzsDHpXBcAmGtrVY709FRkSjknWptuyJXQBGoWDwJx45lb+qhOQT79u+Hrad4m7cheUHAGRFISAa4tCYntjOCUKFChZyICG82EGD0+f7724PT6cLDw5UEI0uFAwLUplp0uHWaPGWKmm5IJv5YV6oUqqYnHj58BJ0feojFqr5USCkV5V656jflsFN+2S/LUSUHTkVqSorxAZmRcj4sqQa0Q2hoZRU15zRx6tbpnnvu1Wqz/p8QHw8OzuicxKC8dm1xqqVpX/R60zM314nX5E3Lit2axpus2ezt7Y3M+s+BgMWaA85ppdv++lvh06FjR1N14BTPtX/8CU6B/XXlKqSmpapINZlCQ0MRFxtrtD8+PkFF/Ny0iDvrhWyPAK9108h/TlqI164VDl7lRKag8bq7ualrNCExQQ3c0RGN15xDDiyxr/w+Mu2qXcMc2Musnvwkfl+//uYbvPXW21i06Gfoex6wLifEATj3HAzyZfX9z6ptbqA1Z84ccLfxf7bvUN//gc89l5WYTe6r+swZvbHs3vc8PT0RqP0ecHYGB7R1ef6Gd+vaBdypXi/L6GxtvzPSZ16e1X3XnP9uyHOA+dq1a1Z11SpnOiwsDEX9czfiYpW1IuQcCKRaN2MhTvsRNRisuiSdA5fsWSlcgsCdCLh6qNdr3FmRcQmnAHKdbsYcUmMNAgaDAT0ffRR0pLk0hTqCg4PRRos8z5z5ndrh+9TJk3jnnZHYsGE9qxXxAauLFlldvXo1ihUvlu5VZXw1DqNQ338/W21aNuenn1SU2vRBTCnJ4ECHkbb8tmoVjh8/Dq63NnV+W7RoAe72/fn0z5R+7jT77qhRKpqegUrs27tXvfrrzJkzYISE1xKdJPJzSiH7skprz7wvrNeJDv3LL7+Ebl27Kl0c+d+2bSvGjR0LOgJVqlRRrJn1nxu8uWkRIk5T5YP5nj17sGvnTiXHw19/bUOvXo+qCDmngR47ehRRN24Yp7E2b34P2IdZM2eq86fTpqoH7cq32qYOofyBAL9T3NQvf1jjOCs4Y4WvFCNxb4KRI0eiZMlS2j2imjKCSxP4/f7554Xq+z116hSULVcO+vcxq3oq4XTfwMAgtG7dGo0aN8bETz6GubNIvqyoQoWKalbL97Nnqe8T94XY/e+/FsWy+/23KHyr0MXFBV6acxoTE63dw66D91YutblVnekps/tKRoK/LFsG7hjO+ww/j8aNGqsBDfJn977He1uXrt2wefMmvPfeGGUzZyO98vLL4P2Ma76pLzPKTb8z02talx18eN/lfZuDN6ayBTHN37jsLp0y779Vngsf0or5x5vrkrwgoBAILpSKS5cuqXR2D3zQc3FxzS678OUrBMQYeyPg4uah1qzlpJ279cE0JxhZy8t1ah0f6Ig5P/2oNgkzGAxqU68GDRpg0HMD1c7RfMAMCAg0RovZFh9iuUFTxw4djQ9oLGeE+JVXX8U3X3+Ntm1aY8qUyShapCirskWcPk2n8bXXXgV36qVzz8iDLkx7x40bjz/++EPpf/vtt9S6aVctsqXzmJ+LFy+BP//8A9wtdvPmzRg69Hmjg0re+vUbaA/8JbX69H1hnU604S0tEsaH/tGj31VtP/P004iNjcHMmbNALMibWf/J89ygwfjss09Rv15djBwxXD2QUo5UuXIVMGL0+muv4d577gH7xg3PunTpymrUrFkTw0eMxE/aZ3X/fe2wc+cujB49RtmuGORgFwQCAwOR0yhPREQEuPTBLgblY6V03oa9+AJIY8aMRsWKFTDjyxng95hmt2t3H559dqDa/Z87TNMJ5jXMqHR26smjE9cwP//8C+DMpQUL5qe7P+k8mZ0ZBeeO1LwnqHvDpk0oX76CRZHsfv8tCt8qZLTwxReH4bfffkPjRo3Qr98TgHa/RTb+MruvZCTOQYfR776LR3v2UMt0Hu3VKx1rdu57FGjXrh0mTPgQG9avV78HLw0bhuIlimPK1KkICAggS6aUm35nqtikMit8mjdrDu7uPmTwIHU2ES2QSQ7k8R5kTeescqa5U6O/pzjT1gB+N8j4eyeD10hO+kp+F1e3nIgIryBgPQJOJmnQvhs5fTDlZlN3+3RJW3zMfCjaoTlgtWrVMqozGAx4993R4LRp/cGIG9R8MnGS2v2au05zunG9evW05z6DUY67FHM6ct8ntAdCYykUz+OP98XOXf9TO1Lz3O/JJ8EHX2h/Awc+B9Ndc2kLbaJtWrVycjmlnDt1/7t7j1pzuWnzFpCP9aRWrVtj85atSj93fn3zrbfSOfTk0Ynt/a5F0GfOmq368/c/20F5vZ5nbnRjMBjQrHlzZjMkRs2/0gYJ2CZxoY0//jQH5SvcfgA3GAzIqP8GgwF9+/ZVO/VSnriu+u13cG0pG+UU+ylTpkLXz/MILbKnOxoGgwHdunUzYrt+w4Z0NhPDP/5ch6JFi1GdOjNPDFSBHKxCgPeemJiYHMnebfcsXqP8XvO61onfjy9mfImQkNJG7HgfGDJ0qPEa5xIQ7jStM2RVz2uZ7bA9ynBwjfcHOujcU4N15GEdvwe8/vm9YJ7E7xp5dHneC3hPoK3c8T86Okrdg8hrTtn5/rNtU/28b5ne3/T2iBHvYfPnLzDeD2kTZanDvG2DwZDhfcWcV9fz7XczwXsf25o7bx7oXJvyZve+ZzAY0KlzZ+M9l1h9//0P6T5X2kzb2TbbyG2/qY+fHT9D6mM+M/0GQ+b41KpdG1u2boOpTuotqMTf8Jzes3QsrHKm+QojV0OirkPOgkA6BDzcUtVOs+kKs8hwd8g03H7ozIJdqgWBuwoBg8EA3ndz0mlOEXbPwdq2nOgW3rsXAU7341Tt6Z9NR8OGjVC+fPm7FwzpeYYI0MEzXWqQIaNJBe9ZlDMpkmQ+Q4BR8Reefx5jx76P5ct/wauvvAy+7aB583vymaW2NUfue7bFMz9q4/NSTu9Zej+scqbT0tJ0eTkLAncgQJdYrpE7YJECQeBuQ0D6WwAR4MDnN19/A3cPd7zx5ptq7XMB7KZ0KZcIcAAwp88BOeXPpYkibgUCnHHAtbZbt2zFhA8+gOsaWSIAABAASURBVLePDxjN5VIOK9Q5jYjc95zmo8qVodbeg6xypnNlqQgLAoKAICAICAL5EgExKisEOCVx1uzZ4JRF8ymQWclKvSAgCDg3Ahwk4fRlToX+6+9/1H2AU7mdu1dZWy/3vawxups5xJm+mz996bsgIAgIAoKAcyMg1gsCgoAgIAgIAoJAniEgznSeQS8NCwKCgCAgCAgCdx8C0mNBQBAQBAQBQaCgICDOdEH5JKUfTo9A3VrV8OOMj/DSoCedvi/SAUFAEBAEChAC0hVBQBAQBAQBQcAiAuJMW4RFCgUBQUAQEAQEAUFAEHBWBMRuQUAQEAQEAUcgIM60I1CWNpwKge4PtceMSaOx7MfpWLXgK0Ur5s7A/G8nYezwYahWuaKxP4wik2fx7Glo16qZsdw0ofMw6szos2kd00WCA/Ha8wPw1rBnEBjgj47t7gXb++7TcRZ19uvdFbOmf4Bf580w2vbZR++gSqWMX1HT+p7GWPDdZMX/5aQxyM4f7Xr9haexcOYUrJz/pWrvxy8/wqNdO1oUZ7luF/kXaZi89dKzoB5zAWL43tsvYvH3nyqb2N+vp7yv+m7Oaynv7e2FgU8+ijlffaJsY3v8fAYPeAysM5fJiW3mspIXBAQBQUAQcAAC0oQgIAgIAk6IgDjTTvihicn2QYAO3tQPhuOZJ3qgXOlS8PBwNzbk6uoC/0J+qFG1EkqVLGYsz22iWaO6mPT+m7hPc8QDCvvDxeXmV5LtFdWc7JASt9uikzhu5Et47JEHUbxoMPiGuri4eGVCgH8hi06kqtQObVo0gZ+vj5bK3v+QksUx+s3n0VaT8/XxRmJiEpKTUxAcGICnHuumnH9TTSzr++jDyq6UlFQkJSXDR3N4WzVvhFeGPJXOtrKlS+LF5/qicf1a8PL0QHxCAgwGoHSp4nj2iZ7o1L6VqWqL6aFP90HXB9upwQe2Rdv4+TzUoTVYZyqUE9tM5SQtCAgCgoAgIAhkhoDUCQKCgCBw88ndCXFw9S6JIs1moEzPMwhqPCldD4x13Y+hbK8LKPvoOZR6cCv8Kjyejk/PsLxU578R8vC/8CrWQi+W812EgO7g6dHdc2GX8P38ZXhy6Nvo1HsQho+dglVrN+HSlXCkpqbaBBk678891QtFiwRpjmoydu35D9euR2Hthm34ctZ8HDt5BikmbQ3SeOvVqoak5GT89sdmDHhxBHr0fwkPPz4EH037FkeOn7JoF53OurWqag6r5rFa5LizsF3LptqAQklVsWHrdjzy5IsYNnw8Tp45pxz+hnVroFG9WqqeZ0bTPdzdceDwcbz49jj0ee51/LvvoKpnP+9r2UyleXise2eULxMCDgQQ4+5PDsMXM+chJiYWvprDT8effBnRQx3a4J4m9VV/tm3/V7XFNm1hW0ZtSrkgIAgIAoKAIFAAEJAuCAKCgI0RcDpnmo5yYP1xKNnhD/iU7QaDi3s6SFzc/BDcZKpW1xUGVy+kJcdoEbwUuBWqiIC672oOdR8jv0/Igyhx30oENfoIbr7ljOWSuPsQGPB4d+Xg0VGmg/bSiA+wYOlvuBoeqcDYs/8Qpn87B0PfeB8btmxXZbk9dNEiq4wwJyYlYfGKtVi0fA1SUlI0Zz0Ny39fj1ff+QhzF/2qmqHD2qRBbeVAbv3nf/jsm5+MtpFh/6Gjyjll2pQ4SPDA/S3h5upqsd6U1zQdpEWg3dzcEK05uH/v2KOqzpy7gH927lWOv6eHB/z9/VQ57SqsRcZjtSj56nVbQD46yst/W4frN6Lh7eWJBprzTWYOVlSvUlH14/DxU1i47HcWq4GKXXsOqHS50qXQsllDlbZ0oC7qjIi8jhWrN6h+sc3f/9yioty0hTZRlmfms2Mb+YUEAUFAEBAEBAFBID8hILYIAvkbAadypt18y6DE/StRqPIzcPEI0JBN0yj9f7/KT8OzSFOkpSTixqHpOLskFFe3DkBK3EVNpjB8y/dWAkGNPkGRe7+DR3ADLe9UMGj2yn9bItBIi7BWDS2vHLyzYRfx48LlykGzZRvmukydymMnzmDhL7+bs6TL16tdDYX8/JRzumnbznR1mWV6P/IgyoaU1KLWp3E14ubAQGb8el1MbKzm2KfCVXPCvTRnWC/nVHGWJWtOf1JikiouHVJCYXft+g0wMq0KtcM/u/aCZVoSJYoV4Qnk9ffzVbpPnDqryvTDmfMX1PRwL09PlCl9Myqu15meS92a+n75ajj2aIMcet3JU+cQHR2rbNGn4rM9g8Gg7MjKNl2PnAUBQUAQEAQEAUFAELAaARG8qxBwLi/S4Iq01EQkRuzG9YNTkapFnc0/LU7TNrh6Ijn6FG4cnK6q4y6sQ8LVf1Taza8cyAMYkJIQjugTcxB/5S/I392LANdB00lMS0vDvv+OqMiqvdEoXzZErcFOSUnFoaMnsnTeye/q6oKo6Gi0uqdRuo27vvjkXbRr2fQOk7lW+N6mDcDo8got0q117w6ejArWrN+KS5evqqjyQx3boE6NKmpzsOZN6imRoydOY/Pfu1Q6KKCwOl+/EYXzFy6ptH64ppUxzfXeHEDgGnB3dzckJSeBU+ZZp9NFrb3k5GS4ubmCa8D1ctMzN3Dz9fFWRVeuRqqzfmB0nhFo5rl+mufs2hZaoSzZhQQBQUAQEAQEAUFAELjrEJAOW4+AUznTdJDDVjbDxT8eRHLUyTt6zancbr6lVXlyzCnN2Y5WaR6Sok5ojngSDO5+cPUugYidr+P8L7XVWasgi9BdikCg5gxySjOnWEdFxxhRoOPGHbi5W7cpcXduI9OtBJ3F158foHamNuVlumO7e29x3T5xere7m6sWoU3RoqZRtysySOlOYcniRcGduTltOyEhES4uBtDRfrpvD7WOWBdntP3+Ns1Vlmu9N27bodLZPXDa9Kdf/4iz5y+icsVy+HD0a2C/acd/h4/h6+8X3qEq4Vak+o4KrYD2EiMtqf6npaYhJjZOpc0PBoMB7u7u5sV35OPiE+4o0wu4fltP85yVbV4m0XfyCwkCgoAgIAgIAoKAICAI5FsE8o1hTuVMZ4Wam3cpGFxvRq0YdTblT42/CqQmweDiCTrdpnWSFgTyCoGU1FTciLo96JORHS4uN7+qrq6u2HfgCJ556R21KdjiFWvANddBgYVxf+ubznPZ0iUxoO8jUI7voWNZTiG31CZ19H/8EZQJKQGuI+fa8WvXbzr91StXAnfuNnWOLemQMkFAEBAEBAFBQBAQBJwdgfj4eCxcMB88sy+7du7ElzO+YFKVMR0ZmX62HCtXLP8F5CUxzTJLdOLEcUyZPFHpslRvXsb2qJPltOmD8WMx4Kl+RptYTmKbLNeJebY1dPAgxc88+aiLPK+/9grYD+o07S95hDJG4OYTesb1t2ucPJWadANpSHXyXoj59kAgKSkJnOJtMLjA09PD2ATX4/Yb8pZxN+/wiGvGOvMEN9ya+Pksxcvdv01p9bqt5uxql25Ou2Z0Wl9PfAeThQJu6LVs1Z/GzcfmLVmFC5euKE6uJS4SHIghAx4Dd8s+dfY8vpq9IMsp5ErY7MAdt6uGVkCsFj3+5oef1a7mjz/3Opb8ulbDKhXNG9VFz4c7pJNyMRjS5U0zCYmJRptVucbrpg0MqLTZgVPfY2JjzUrvzLq6Znz7MpfPyjZuZnZnC1IiCAgCgoAgIAgIAnc7Al5eXtqzVBzCws4rKPbv36fOdDrj4m7OsvP2vhnMUxU5PFSsWAmvvPo62E5monR06fCeO3d7z5n/9u9H7dp1MOv7H5UoHWOV0A4Pd+mqylnXqXNntGjZCmzriy+/woyvvsH58+eV83zixDFMnvop+vTpixPHj2PL5k1o1LhxlvZA/hQCGT+NqmrnPphab3Bxh0H7B82lRmqyaZWk73IEOKU5PiERdM6qhJZ3CBpnz11AfEIC3NzcULF8mSzbvHb9huLhVHTaqjLagU585LWbdVoWdWpWBdcmGwwGVChbGl9OGmOces5oM3l45vRz1jFvTiEli2s6ysFgMOD4qbP45bd1RhbumH35aoSyu3rVSqpcd1w5Xd7b20uV6Qd97TPXMnM9NddQJ6ekwN3NFeaDCMwTD/bx2q0ouK5HPzNCTsec+WJFgngyUq1qleFzq30OOrAiu7aFXbxMdiFBIM8Q+GPtGpzQohN5ZoA0LAgIAoLAXYLAhQsXkB0yhaNWrdqIjIgEHWjvW44znevIyAiEhoYqR1uP+DJybCqrpyO16PWokSPuuNeznDLXrl1T0eXvZ89KFznW5QMDAzFx0hQ0bXr7daORWvs1a9VSLI0bN1F2qIzJgb8tgYFBoLxJMYKCgsC+VKwYildfHoZ58+YgKDgI1Emn25RX0hkjUKCc6bS0JK2naRoBLm6+6qwfXH3LaIUeSEtNRHLMGb04v53FnjxA4M/Nf+Nc2EXVMh1RbtylMnY87NzzH+iUsomamlPaqX0rJjOkc2GXwOi5t+YsmjqRzAcHcmd7gI5jSnIKuJaYTrY5paTcnJnBM+vozFtqMLCwP8zXHFvi08vOnr+obAsM8EfThnX0YpUO0HTR7hOaU84KDlzExMQpZ7yi2SACdx13d3cD161zgzPymxMdch03Ot/VKlc0slQoXxp+fj7q1V0nT59T5TmxTQnIQRDIJQKR2sMSIwecMkfiNDo+fJlOmTPPk2fOTz9i7HtjjFMCKUvSowx80GKeutmGqZnkYR0f5PjQxDrqZBmJaZZZ4mM5iTzkNdVvqYy8QoKAICAIODMCy5f/gu3//IP/7dqVKZn2MTAoEIxI04GmE0rHlc41I8N0VOl86hFfypnfpxnBXjB/Hl59/Q2QlzyWKCIiHNTPSPG+fXs1x/bO6eOmcue16LJp3lJ686ZNqFjpZgCEvz+cFv7qyy8Zo88NGzVSEWw66jt3bMf97TtaUiNlGSBQoJzphCv/IIVro7XOuvndfsjWsnAvVBGMTqcmRCIp6hiLhGyCgPMroWO5et0WxMTEKieyx8PtMer1IWhUr5bqHCO5zTQnUY96qsJcHtjm5r92IjExCb6+Pujf5xG0ubcxXFxctIgw0LlDa0we9xYe7/mQaul/ew+o12LRhkc63w86kXSkn3miB0oWL4JkLdq7/+AxcKOxJwa/iR79X7qD6IhSGc+sf3nEBGbvIO6KffHKVVVeSXN4uz7YTqV56NmlA4oVDVbO8+Ur4SzC7v2HNEc+Dtxlu2Pbe8Gp5rStiyZX2N9P7Sb+796DinePxnv8lmPNQQRdNwcTGtatofQeO3nG+Morbnq2Yu4MzJ7+gfHz2L3vEBKTklQ7Dz/QRhtV9QI/owfuawG+VutqxDXs+He/ai8ntikBOQgCuUCAD08zvpiOke+8qx5MOLWO0+wyU0kHlw9DfZ/oh1Gjx4APNSTKTp76KXZoDzZ8+Bk8ZKjS2adPXzUFT9fJOvKQ9/U33wQfmljnrUVOqI96aIM53y/LlqoIC3m5VcMkAAAQAElEQVRpN23gtD/q5wOfpTLyCgkCgoAg4MwIREVFoXDhwujarRs6P/RQpmTaz1KlQrTnDW9cCAvTIrxB0J3r+Pg45ajynsnByCGDBuLYsaOmoir926qVoAPO6DDvx3RoOYDJQUvFcOsQFBQMTsfmPZzpW8UZnkJCQjKsYwXt8vHxhu7Acyr5iJGjMHnqNPyi/Q7oA7DkZZoDA5zmTdtoI21lnVDGCLhkXOWcNQnhO4G0FM15rgT/qkNVJ7xLtlPvntYqkKjV89VaqkIOdycCFnrNHa8XLPtdOX6caty8cT28P/xF6NOhu3a6T7uJeilnjxtyWVCR46KFWnubNIc6RYsY89VcHdu1AKO7HTSH9PlnHgdf1+TqcvMrum37v/hn116Qt3zZEHzy3huY9/VEdLq/FVxdXdWmZPOXrsqxDRR4ceATWDn/S+Ww0klnGadzX7t+A3T0n3uqF5b88CmW/vAZaBvXOnM9NtdPk3fDlu3KNkaguQP6t1PHKtvq166O1NQ0bNu+Wzn55CX9unqDWj9N3QOffFS95mvo031UW4w6c004+UjVq1TU+ucCbrDGNMtWrF6P/w4d0wYdDNoARBPM/eoTfPbhO2paOwcn/tj4F/i6MfLm1DbKCAkC1iLAB5COHR8EH5ayq+PEiWPo/VifDNmDg4PuWLfGhzpdgA9G5NHzGZ0ZFSEfbaO8t7ePWgNI/sjIm9MUqUuPXly6dFFNXTQtk4cqoiUkCAgCzowAp1IHBATmuAu8F/I+unHjBvA+yfso89xbhvfV5b8sw9DnX1BrkUNDK9+h/8FOnbFp0wY1xZu66NDqg513MOeggM4vo+MU2b9/H/Qp38yTuAbay+vO9dxeXl5aBDyYLIp4f9+5YwcaNmqsPe96q8Hb1q3bGH8nFJMcLCJw80ndYpVzFkYfm42k64dhcPNBQJ0RKNP9GIrcOwt8HVZyzDlEn5jrnB0Tq+2OwKLlq/HuhM+U40dHMjU1VbVJJ5GR5BOnz2H2vKX49qdFqtwWh8lfzMY3PyzE6XNhylHWdSYkJMI0QsvyaV/9gB8WLMMlLSJsMACcEh2tRdPXa87slBnfaze8eLLlmEJKFlOOadilK0YndN2mvzHp89n4d99BcI02I74eHu5qsGHz37vw0bRvwSnbemNfzJyHX9dsVFO0aRcpPPKaspd263w879y9H9O++hGcys1N2Ly9PFVknW1R7x4tek0+0sEjJxQu3CCMaZbxs2B/ORBB27hpnKurCxhxnzFrHuYu+pVsRsqJbUYhSQgCViDASEJg0M2HNEYbOLLPM1UxUsGIBct4Zp4PL+HhEaxOR5G3poqPH/e+cbodI9iUZRS6YaNG6fjvb98R5P3i8+no0rWbqjt27JiaNq5P/Y7UHGY+9KlKs0NkRKR2/4hLV3pN+/7yQTFdoWQEAUFAEHByBK5di0RAQIBVveC6aQryXk9nlOmgoJv7t7COS3X0+zvrTIky/Qc8A96neT83rctNms4zp4Pz94H3bEag+btDol7e+8nDNInl5CXRdvKzfO2a1ahUKVQNBvP3g/X79u1TedYLZYyAS8ZVzlmTdOMIIna9ifhLm5CWmqw51b6A9sTOKeDhfw9B/OUtztkxsdohCDCiSYfu8efewEN9hqjduTs/NlhNmX7hzbH4+ZfV2kPnbad1mubgcuduTpumA2rJSJ2n35C3jNOXTfmW/74eQ157D+98MA3cMXz1uq145MkX8eo7H2HvgSOmrKr9AS+MULbRrl5Pv4KJ02eqSG86RguZwa+NUf3hWa8OKVlcTZdOTknB0eOn9WJ13rXnP4wcNxU9nhqm5Nhe72dexYQpX6dzpMlMB/fLWfPBevJ1fmww+g1+S9nLenOi7peGf4CHH7+JcbcnXlBtEX9TXmJHnv5an+mE63XciIyfk24bP6uBL78LYqfz6Oec2qbLyVkQyCkCfJChY0o5Tq3mNGs+QDHPSAWnUTMSwTPzfBgL1iLPrDclRjm4do3TxTltPFJzrulAU5bTBL+89UoWyrCOPOQlcYo2nXR9Wvj4CR9izerV8PHx1ejO6AR1cABAt5N5UkBggIpOMC0kCAgCgkBBQSBSGygM1O5v1vSH92FGlHnvpjzvs7zXM8063qNJvH8HBgaCdSwnMc0y1jFPGZ1YTl108nlmnm3oaZ1PP1OXroN8tIntkp88rCcxfX/7DtAdZuZZTl4S0ywjMa3rpB7W88w6ocwRcFpnOub0IpxbUhlnFpZExI7X0vUyIXwXLm/sjbOLy6t6ni+t7waWp2O8lbm8sZfiO7+ivjjbtzCR092BQOVK5VDYvxCio2Nx4PCxu6PTGfZSKgSB3CHA0f9lS5dkuWGMaSteXt6gA2xapqfp4AYF3Z6Gx3JzxzdSiziTTyfy0KnnmaTXBwQEgFHwSM0xDws7rxxlPrCRJzAwCIxE0AnnlMCQkBAUL17ijjIvLy+yCwkCgoAg4LQIREdFIcCKad5O22Ex3O4IOK0zbXdkpAFBwMEIcHozo9eMxjqqae6g7enhjguXLoNrsh3VrrRjIwRETb5CgKP/3R7prl4xwilynM7XsFHjTG1kNIAMprt5M/JMeU4XZCSa9dzYhmXUyancdHy5QzjX7THKTV4S+elYc+MY8k/8+GO0bNVKrbtm3asvD4NeRseafNRPB5ry8+bNUZvf0NE2LyOfkCAgCAgCeYnA6bNh+HvnHnDfmZlzFmP6t3PwyWcz8f4nX2D42Cl47+PPoZbQ/fgzFiz9Dav+2AQuT9t34IjaaLZT587aYGHxvOyCtF3AEBBnuoB9oNIdQSAnCPyw4Bd06fs8Xhv1cU7EhFcQsBqBgi7YsFEjtXELp8hxOh+dUkZ0e/V+TDm07L95nlPpTHfzZp7yJOqjDupinmfmGV3mGj3qokPOOhL5WaZP++OrWujks13WkUcvox7y8azr0PWT31IZy4UEAUFAEHAEAqdPn8b69esxccqneOr54WrJ2ZDX31OOM/ewWbR8DVat3YT1W/5RDjaDEgwMcCPSpb/+ge/nL8P0b+ao5WlvvTcJjz79CvoNeQujP/wMPy5crpzssAuXHdEVaaMAIyDOdAH+cKVrgoAgIAgIArlGwCEKzNe1ZdUoHeQaNWtmxSb1goAgIAg4DQLcaXvHjh2YO3cuxo8fjw8++ADz58/HxbDzuHL1zs0arekY96bh6zPnLV6pnOxnXx6Fx597XUW4+TrN1Fubz1qjW2TuTgTEmb47P3fptSAgCAgCgkCBRSB/dYzTyX9eOD9/GSXWCAKCQL5A4OjRo1i5ciWmTp2Kd999F99++y02btyIM2fOGO2LunENnh4exrytE9euR6kI94ixU5RjzeV2u3b/p940Yuu2RF/BQ0Cc6YL3mUqPBAFBQBAQBAQBuyBg+loVruOmo8zXvJD0BpkmMc96vrZrlfaw/MH4sWDkiWeu5+aZa7/Jt2L5L2CZrpNlJNaTj3U8M09immVcX27Op5exnJRTfsoICQKCgP0QiI2NxZ9//olx48Zh4sSJWL58OQ4ePIiEhIQMGy0aXDjDOltW3IiKUW8GGTXhUzw55G0sWr463VtcbNmW6CoYCIgzXTA+R+mFICAICAKCgCBgVwRWaA4vG+C6a5Lp+mqWmxOd2NmzvkOfPn3BTX+4PjsgIAA8U7527Tr4b/9+tfv5+fPnwVeGkdd0d3PT9d86P2WYpg62ScfdUhnrSJbqLJWRNyckvIKAIJAzBK5cuYIVK1YoJ3rhwoU4e/ZsthX4+1l+tV+2FVjBeO36DcycswRPPj8cPy74BVHRMVZosY0IBwk5gEhiOjOtvFfzvsgzKTPezOooy/YyG+Q0t4V5ts37vz7oST1sh+UkpgsSiTNdkD5N6YsgIAgIAoKAIGAHBBhhpsPbvkPHbGvnJml0eitWqmRRhruO81VfkZERCA0NVRu06bx8EDMXMuXna8hYzx3K2Q51mJexnmSpzlIZeQs4SfcEgTxBgFO2ufaZkehff/0V4eHhObbDw9WQYxlbCcTExGLeklV4cujb+Pr7hYiIvG4r1dnSQweVb1fgACKJQrqDynRGxE0kSRnVZ1Z+4sRxREREqA01zQdO165ZjY4dH1R13DBT10OZvXv2qCzvy02aNFWDpHxd44ULYThx4hgaNmqk6gvSQZzpgvRpSl8EAUFAEBAEBAE7IRAcHKQc3sjISDBSQWKazU3/bJqaps0oBtMsi4yIBB+imDYlPgSSj3XcSC0jPl3GnJ9OvV6nny2VZVaXGb8uJ+f8gIDY4MwIHDp0CDNnzlSbiXFXbkuDZNntX2pyxlPAs6sjt3wJCYlYtupPDH19NKLD/0JaWlJuVWYpr99jTQcyez/WB7yHXbt2DXS0v589S91/ea80VcgoMMuog3xTJk9UfCwnH+t4Lza9l7OcdOL4cezbu0fxM8Ksf3Y8s+3vvv1G1VEH+Vm+ZvVqNG3WjFnwtY3bt/8DvnKRA6GcDdQwi1dFKkEnPIgz7YQfmpgsCAgCgoAg4FwIXN74GJyBkm4cyxDY8PAI8IGJr9JipKJp06ZG3hdefElFKRg1YZoVjDrzIYppU2KkhHws44NYRnysJ5nzM0LDclOyVKbXW6qzVKbzy/nuRIDXNp2GjJyLjFCho0I5nhWPyYE66cSY1rGM/LpDo7Pzu0DS8xmdKa/r5NlcT0Zyjiy/dOkSvvzyS0yZMgX//POPTZqOi7lhEz22UDKsf2OkxOxDVNgCJMUez7bKc+fOYcH8+ZgzZ06mZI6ZPpCpN8T7alBQkMpGRISD6clTP8W+fXvVshlVYXY4duwoWrVqg1Gjx2DTpg24ePGidj+PU/ftoc+/gF07d6STOHbsGPo8/oSqDwoKVktyyMBBULY5fsKHMG2TzjJnCgXdsst0iY4+a4iDp9RR0MipnGmf0p1QtteFdFSm5xkUrvWmxc/Ft1xPlO5+FEGNJ1msZ6HOU/KBjcwaiTqpW2+PaZYZGXKQYPvUw7OpGNvMjV5TXZK2DoHiRYOxePY0rFrwVTr6YNQrFhXWrVUNP874CBnVU0jnIR/TLCP169UFy+d8nq6dlwY9ySohQUAQKOAIxF/ahPhLG/M9ZfQx0IFmHaf38ZwdCgwMwsYNG8AIhyV+Ri5YTj4+uNFJIC8dXT6Isc6UTPn54Ma6/fv3gQ9q1GFexnqSpTpLZeQVunsR4PWjT13lYJF+zWeFCPm4DwDPWfHq9UGac8JrV8/T2aYjRCdJL8vOmVNsG9pg2mx22souD19txZ25//333+yKZIsvPi4WhQv5ZYvXnkwlivqjZoUk1URaSixir/6JmEsrkJqcubPPKdPr/vwT9erVQ/dHHsmU6tSurfTrB30gU8/ToTUYoGYK8Vpq0bIVeO0wrfOYn0NDKxvvld7ePrh2LRLr161X0eWx740B78GmMtTHgU6W0UnmWSe2o+oDA1G5cmVcv3490yncuzRHvVJoqJrRISW0UgAAEABJREFUxMGq/DgApPfNmrNTOdOx51bhzMKSiD45F2mpSbh+YArOLiqL6/s/tth3t0IVYXDxtFiX3UK2dXnDo0hNCIdP6c7ZFcsW34XfW2dqf7aUCFOuELh0JRw9+r+EiZ/PQlxcPPiOwU69B4GvR7CkODgoAD7eXpaqsl22et1WDB87BXzXYaN6NWHqcGdbiTAKAoKAIOBgBPoPeFpFPvgwRPLy8kZmDgTrBjzzDDgdUN/N+9Chgxg6eJB6gFu9+jdw6iL5QkJC1HTAefPmgA+GdC5+Xjhfe0A7fgc/nWc6HrSBD5WMdlgqY5SPZKnOUpmD4ZTm8iECO3ZsT2cVB3gYRea1xuv2xImbUUg6A3oZr2lGiHnN6uWs47WXTplJJkiL3vHa1fVxEInOjs6i6zFtk/qod/zY97XnlVjFyjLyUg95WU9bVKWDD3w/86JFi9Srreg42qP5oIBCuto8O7/6dCMgNTFd+8kJFxB14WckRh9KV65nuEv5+vXr0LhJE1StVg3ePj5Zki7L+yPTpgOZ3KSxYsVQFueKOCWbs4RIHJgxVcZrlANMLOPAj+5Y04mO0wY2uCaa1zwd/X//twu8x/P6W7J4kbrn85qkLK9P2hoXGwdGwCdrEfT4+DhWFRhyKmc6I9QZMWaEl9FfEiPAjDgXqjJQc6bd4VfhcRRrvVBFqFlPIj/lMtJpWu7qXQIGdz+kxF1SxZSjPPWQ2B4rvIq1QMjD/xoj54w8s9yUaIcuwzT1BDf9TMkxis4863VZ9oPlLNOJ7ZnawHqf0g+ZNiPpXCJAB5eRZT1i/eWkMcrpHdDnEW30zwv1tAg1y8yjzTmNNMdoN5c9+w/BVA8j5f0ff0RFwGkDbaFe2sKzOW+7Vs3ActbP/3ayinwzAk4+EtOMpFMP9ZGY1mUop5dB/gQBQUAQyAABLy8v407cfPji9GuyMjJGYprENIlpOrqcDqjv5l2tWnV88eVXauogo3nUST7qok49InghLAwNGzUG5c35KUNZ8usPgJbKqJNkqc5SGe0QunsRaKhFeBmBo0NAB4BI0JngJnq81l5/801s3rRJTaOl083d53ltli9fgayKqIO8dBi4rpTOuKqwcGjVqrWatUEe6qtUKVRxMX/8+DG1cRO/O4zq0WmhPrbJAaqI8AjFqx/07wnrWUZ+nh1FJ0+eVFO6165da9cmfbzc7ao/K+UVyxVBmaJRltnSUhAXsQmx4euQlpacjmf9+vUoV64cqlevnq48uxnzgUwOPvJay668JT5et3SYeb2T9Gte5+VAp/mgJQdq+J3o2u0RTPz4Y7z68jDwO/NI9x7qns5rv3uPnnjm2YHq3s3rkNc2By+9vL2UzMjhb6NkqVJ6MwXi7PTONJ1NOs3J0SdV1Dr+0mb4lnsUjEpHHfkGjGCr6PLGXojY8ZriuZyDSDMdcTq7/LRjTi3UdPeEpfbo3AY2GK+c7vB/XlRRcze/CsqJpyzJvVBleBZtBtpIW1hmThE7XkXSjSNw9Sml2vKv/qJioU72Q2W0A6PkjJazL+eWVEbsuV+1UvlvKwSGDHhMRaAZsZ63eCVKlSiK3o88iFnzlmojwjcj2INfG4MfFy5Hl77Pg9HsM+cuoJEWaa5UvkymZnRsdy8mjHoFZ8MugjroDHfrdB/CLl5REetYLULerGFdVV/Y3w91alRB9SoVVST7elQUzHl7dX0A+t+J02dBe5mvXtXyDrqsa9/mHtzXqqmKxLOPjLazf6wTEgQEAUHAlggwsvJor8dypLJGzZrqYSxHQsIsCOQSAToodAj279+nZkVERkaAjgDVcpmBt7c3Ll26aNx9nuWmxGgcI8R0Mriu1LTOPE2HghHcm1HpUOiRv7i4OOgbN1HP0aNH07VJO0JKl06nLvLWpoDc7IlrY9NV2jmzYcMGTJ06FUeOHLFzS4CbS5rd28isgdeergfNsciMBUkxxxB9YTFSk64pvs2bN8PbywuNtMFBVWDFwXTwj9cnBwmphuUcUOQ91jTNel7LJKZZTz7ymKZZR30k8lKnTuQdMXKUcpIpy3KeyacP3liSo07ykN+0LV2GA1BMs76gkIuzd4ROM6dy61Hj5NiM31nHSDCju8Xa/AxGm13c/eHuXyVTCKJPzlUOeEpsGAIbTgCdWEvtufmWAfWlJUUjJe4ikqNOaN+3hHS6PYs0VtPFbxz8NF25ntFlU25FwGmbqU6Wc3CA/AnhO1Uf2BdGwz2LNGGxkA0QYNTW18cbdGo5Ffv8xctISko/yqg3YxrdLVu6pHLA/TUHWK+3dOY0b04nr1UtVEWkQ0oUg7u7GyhPJzs4KABsX3/1QqmSxVSezndKcopF3uDAwqqpS5fDkZm9ikk7+Pv5ws3NTUXYX39+ALy1EcOggJs6tGr5LwgIAoKAICAI3LUIBAUFIfLWbvSMxBGIsLDz2mB6HDw8PNRyB0aQWa4Tp/KuWb0ajCZPnvopgoKC9SqLZ2/NMSctW7YE+ivhdEZO+WaUmc7KiJGj0rVJZzsiIv2rpZb/skxNoaUMZXU99jxHaYP7P/zwA+bNmwdzLOzVbnJi3k0PblKvLIJ8IrPVtdTk64i+uEQ51i1btkTrNm2yJSdMuUcgLzQ4vTOtO62u3sUVfm4+ZZQTy3JVoB1YxinY7v6VVdT3shaZTtEcXq0qx/9T4q8o/ebtxV/cqI1C3VCRaTrqupNv6twnXN0BF89gMIKdnYYZoU5Nuq2TbRpcbk5xibgVZaezT52ewY2yo1J4soHAnv2HEBMbpxzjYM2x1Z1dOqq6uO546hFjroFmZFqvz+r8x8a/lIPeoe29cHVzVWnKM8JN6jfkLazdsA3Xb0SjSf3aypaDh48bHWVz3vAM3nmYkWN9IzoGycnJKjLN9kiMkmdlt9QLArZCgA9fCxfMd9hDmK3sFj2CgCBQMBHg+mNOdyVxeisj0qZTXb/4fDq6dO0GRtXosDIKzCj0qVMnFSCenp4ICQlRU18ZUTZ3eBWT2aFFy1ZqAyfq1KsCAwPV1Fnqpy20i/Xe3j5qXwFOk9V59XOtWrXBTaQo44jI9JUrV1Q0euvWrboJDjnH3IiEwWBwSFvmjQx5rLJ5UaZ5TvXmlO/46zsz5ZNK50cgl8503gMQc3oROJ2bU6oZdfYq3hKxZ5eD5QmXt6lIMMv8qw/THOmjYLSX0Vw6vNmxntO8qZdy1Bux680M24v830ikaZFpTgsvXOMVcOo5nV69naSoo0i48vdNG1ov1IszPceeWwmDiyeo06dMF82RT1L8JR/YqNZm0z62c+PwF6pcDrZBYMas+Soy/boWte3To7Oagj3tqx+wbtPfuBIeqaLIXDN98MgJ0OFmRJmR5ey2Tj2b/tqlZKtUKg+mKc/1yyRGvOnU79z9n4oaM0q+98AR1b4l3ozaZTu0l2u8aSNtJS8d9f2HjqnINNvjumqur2adkCCQUwT4sMeHPpL+vsoTJ47jj7VrjKpM83SkJ0/6BL+tWol3Rg4HX9Ghb/LDM+spqOvVdbJMJ0t12S3TdchZEBAEBAEdAU5PZSSYNEKLBnOaK4lplk2cNMW44Z7Oyymr3AeA01/pBOvl5KdcQEAA9Dq9Hers1fsxtRMzZfQlEHSY72/fQbFxmix1kKiThdTDPNukbsqyjrwk1pFM7aScrenGjRtqk7Fz587ZWnWW+lJSUlCsSGCWfLZm6PFgHXi53py2nVPdCdf/h7hIxw465NRG4c8dAk7pTNNBNd3Fm7t5M8+dvkmsJyzxl7fg/Ir6apr25Y29QDqzsKTKk4911/Z9AK455s7alNHJXCf5db3mdXq5aXvk13WynnmedRt4JtFuroemLSTqYDlt4oCAaVuJ4TdfM5ASdwnUTZ0kpnW75WwdAnQ6uau3vos3HVlGhxmxJZlGbZnWy+hgM60TdcyeuxSUJVGPbpG+vpoyLOOZcmxTTzNPYt6Ux1QX68ijE/Mk5nk274tuL+tJui62yzyJ675pH9sUEgRyggAdWPLzIY6UnQe52bNmonXrNniwU2eMGz8BJUqUAB8OKc/NfjitkmsA9Q13+vTpC+5eynZIluqyW0Z5IUFAEBAE7hYEOC08O5QdPDjQ+d133+HUqVPZYbcLT2BhP7vozUipi4sB3dsFZ1SdrfLEqP/AzcmyxSxMToeAUzrTTodyLgzmzt2MjJMYYY85/XOGrwLLRTMiKggIAoJAjhHQHVhOhcyuMGWCg4PQMIPNWLiGkBvxREZGGDf50dcT8kGO7ViqM90USOe3VKbroB4hQUAQEAQKOgJhYWFYsnhxpvTjjz9g/fp1YOQ3MzxmzpyJQ4cOZcZi9zovd1e7t2HawMDHGsMFN0yLrEonRh9CXPgGq2RFKH8jYJUzbTAY8mzNQv6G0/bWMZrN6LNOzNu+FdtqTANyfH0YDAbbGiHaBIEChIABhnzbm2DNMfby8kJkZCQ4HZvENA3mAxynfpO4no/RkUjNSY6NvXMTGUa4yUceTneMvLX5D/WYk6W6a5HX1OZApryWykzrJW0bBNZu2IaxE2c4Bdmmx6JFEHAeBCpVqoS+TzyRKT333CB4e3njl1+W4erVqxY7R0d6z549FuscWZianH5zX3u27enuhjYNPGzWRGLMEcRf+9tm+iwp4m+p6Wuu/li7Ru1Mb4k3Uvvd5uuu7D3ITP1TJk+8ww7ayt997j3ApWC0kfawTH+WoOwH48eCZeQnD/tHYjo/kFXONDdZSEi+uRFWfuiE2JC/EEhIdgWvEeTgT/GnpeVAwtasok8QyL8IpKamqPV1+dHC8PAItYkY1+9xinfTpk2NZnbv0UO9VoPTt0eNHgMVdQ4Mgo+Pt5FHT3DtH/mY5w8mo9PkZ96cLNUFBAYo/aa8lspM683Thw7+hzST+9DePTeX1pAvOTkZRw4fYlJR1I0bOHf2jErzcOniRYSH334IPXXyOOJiY1nlVHTuzBnEx90e7Phv/9509u/fe/thOjEhAceP3nwdzl87diO/0/UbUaov7N/JE8dUmoeIiHBcCDvPpKLz587i+rVIlebhmNbHxMQEJhXt27NbnfXDwf/260n1mZvq5jVx8cIFYz2vmRvXrxvzR48cRlLSzb1QWJiZ7ljtejp18gTZFIVrTg9nX6iMdqBuXpdaUv0/cvig2mhSZbTD3t3/0443//M65/V+MwfExMTg9KmbG2mx7OqVK7h8+RKTis6eOY3ExESVlkPBRKBZ8+aoWbMmlv/yC/g6LtNe/vTTT/jnn39Mi/IsHReT+yhxdo1/9dl7gLTb98PsymXGl3BjL5Jij2fGUqDq6CS/M+Jt7fcxPF2/6CTzN56/+6+/+SY2b9qk6vW9Abi8a8vmTeAu+k2aNMWMr75BnPbbdOFCmOaUH0PDRo0Uf344WOVM86EpKuHOh6H80CGxIe8RiIpzAzfdyIkl5E9Nuf1AkRPZu5ZXOn7XIJCWmpzj75QjwOFvAdtZu2Y1T69TPF4AABAASURBVNki/njyQW3Xzh0W+UuVClHlgZrTfezYMeWonzh+XO2Sywg4Ky3VFS9eAub8lsp0HdRjTtWq14TBcHsWQJ269Y0sfJVclarVjPlC/v4oXaYs9L/iJUogOLiInkX5CpXg7eNjzDtLonTZsvDyvv37XrNWnXSm16pT15j38PREpcqZv17SyJyPEuxfhYqhRouCgoJR8tZ1x8KQ0mVQOCCQSUWhWh89PDxVmofadevxZKTqNWsZ0/zMTXXzmihRsqSxnteMf+HCxnzlKlXh7n47OJGZbh/teipfoaJRNrhIEfAa1wuom9elnq9StTp43er5OvUa6El1nfN61wt8fX1RrnwFPYsiRYuiWLHixnyZsuXU65mMBZLIEQKZRdsYdaNjYarQnJ8OCaN35tE55k0jeLl9Q0JV7R7X+aGHsHv3buzYcfMe/fPPP2Pz5s2m5uVpOj42Ot11bS9jggJ8UCfUPs+lseEbkJJ4e/A1oz78/fffOHjwYJaUkbxpOSO538+edccMMp2H1xwHskm8jni96dcmr0+meb2xnNejLpfVuWLFSpg4eSoqa/dRU17+Fusb7pmWm6b5PEDavv0ftZO9t/bbxD1VGmawTMxU1pFpq5zpktoPw5UoL0faKW05EQIR0S7aj3CxHFns5+enjf6l5khGmJ0PAbHYOgSSkxJQVnNyrJPOuRSjsJzql5CQkOUauv4DngZfI8MfWZKXl7dxx1tLLXt5eWHI0BewdOkS427ee7RIH3+gKb969W/gGmw66nzNzJBBAzFv3hzwFTKckvbzwvlKv3mdJX5LZZZskjJBQBAQBOyFAO9btWvXVrN09Ggb74Pmmy7q7Vvip0PCXbwZnTt//rxaVnPixDFMnvopqJMDjoziNWrcGNSt67LmXLx4cXTt2hWNNV3Lly/HH3/8YY0au8qULpmzZ0xrjHnzuaZAqp1mY6SlIObK70hLjbdoGl899uuvK7Tf1n2IiIjIkiwqsVDI3+qR77yL1q3bgNeLzrL8l2Xa590EnCHGMr5ebfLUaeBAI51XEjcHNY8ikze3REd9zerV6rVz1EWnf8BT/bTBnO0q+szrWf+u1Kx1c+CS3wfy5heyypkuVqwYrka55Zc+iB35CAE1Q9LVuoEWv0J+2o0lJR/1RkwRBJAvIHBFCurUvvkjYm+DOJX0tVdfQf/+T2Hlyl8x9v33ERV1c3qspbZNf+j4Q6v/GPPH7v5br3mhnGmeTu648ROMu3nX1SJ9fFCkPH80qZMy1MUyTh+nzIWwMO3HtTGr1I++aR0LzfkzKmO5kCAgCAgCjkCA9657W7TMsClG27h0RWfIij8oKEgtaalYMRSvvjxMDTYGBQdpDnYEeJ/V9eTm7OHhoRy5lStX5kaN3WQDC/um013IzxdlQkqgVrXKqFi+DEoUKwI/X+tnBlUuXxTlikana8PWmbSUWJw/PFt77k1Op3rPnj1YsWIFKlUKxcCBA3HvvfdmSaYKGMk1zZum6UTz+jLloeNMh72hybTpjh0fVIMyHLSmfGRkBHRHlrK8ZukEsy43FBkZifFj30eHjh3VIDl10Q7+tjdu3ASMlrNMJ85oqxQaqqLrdLjpeOt1eXm2ypmmwUFBRRAZ7dgd9diuUP5G4EiYB6pXr2GVkXXr1EFSQoxVsiIkCBRkBNwNKahRI7vfq9whcfr0aXD6aJcuXcAZI55enoiPt+2aMVpIh7lX78fAM/PZoRo1a9rsYTE77QmPICAICAK2QoCOw44d29XMG+pcsfwX0CHgOlBLTrApPx2XD8aP1Zznl9BIixjzvqk7HRxs3Knpvb99R6q1CXEd/6+//moTXbZUUrRoUXTq1Am9uz2IGRNHY+7Xn2DVgq+w4LvJ+Grye/j4vdcx/aN3MPOz8Vg4c4qqY/nI1wajV7cH0LBuzWyZ81L/uhqf/WZLMvB04sgubPzlefxvw9taW1DR599WrQL3QejRo4f2LF1dlVtz4HVGOV43XP7EpVHMW6LQ0MpaBDoIvB4t1bOM1yij00yHhZ1Xa5d5DTJvLdE2vvLy1dffsPi7zgEmOu26fjrOHECKi43D0OdfULMy7PFsoreXk7NLTphNeRs3b4u9p2+vITKtk/Tdi8C+88Foem9HqwBo07oVPFwkMm0VeCJUoBFwQSpKly7tkD5WrlxZtfP1V19h1DvvgDu8BgXl7h2bSmFmB6kTBAQBQaAAI3DixHFMnvgJej/WxziAqM+kYbfNHRlzfjounLXDqbe/LFsK1lOOxDSdJU7bpXNOp5uOCuusJUakT506Za24zeS4lp/TzZ966il8/PHHGDdunJqCXqd2TZQrUwoBhf2zbIsR63ub1Ef/Po9g7IhhWPrDZ6Bz3bZFU/ha2AyzSb2yCPa9lqVeaxkSE5Owc8tP+G/H10hLS8XBfybhwsm1KFy4MMqULYsOHTqqtLX6OchCWV4LXCYVEhJijPqy3BJ16doNXD5gHgnWebn0ilPEqfOLz6erKdm8xvQduilHZ5fXMUmXs3TmIBGv0YsXL4JRcc6uoF6u/ec1xzPzejvUQRkOEDA67uXthYnatTBy+NsoWaoUq/OcrHamW7a+HzvOlMnzDogB+QuBXacC0KJFC6uM4lSWtCTbR8CsMkaEBIF8gkBi7HU0aXJzarMjTOKGRe++Oxo7d/0P/2zfgZdfeQWurjILyRx7yQsCgoAgkB0E6AhwTejIUe9adGo4bdZUT2b8dKpNBzfp0OzcsUMtf/H29lbrslu3bqMih6Y6c5I+fPgwfvvtt5yI2Jy3lOYkde/eHaNHj8azzz6Le+65J1cOpqmBnp4euFdzrt948WnM+eoTPN23O/wL+RpZBvXigHKaMW/LxPVrkdi0aiwunkm/odu2X59CYtQx1Lq1Jji3beo7YnO6NAdtqI9OtnmaU77Jy+uKZxJ5yEsZPc16DuZQH2dCUI5lr7z6uooqU44y5CdR1pye6j9A8VKWusqXLw/qok4S06ZlzJOXenhmG2yTszi4LIzENOvzmqx2pitWrIiYlECZ6p3Xn2A+av/IBQ+Ur1jVOOpqjWlcF5oYF2WNqMgIAgUSAS/XZPTo/ojD+nZEe5Dq1rUL7mvXVtETfR+/45UWDjNGGrIlAqJLEBAE8gCByMgI7N2zR+1GzIgbo3KHDh2E+aaLjDAz0sdpvub8S5csVlPCKR8UFKScEnaFb1Lg2lo6G5zOy/p9+/ZZdNrJnx1iVDo7fPbgCQ0NxZNPPol33nkHHTvmLkKbHfs8PNzRs0tHzJo+AX17PoSenerBx90+UelTx/di86qRiIu5/co5aH8GgytCSlRB7Kl5Wk7+OyMCVjvT7Gy3R5/GHweKMykkCODPg2XBayI3UPR7oi+8DHbaPTE3homsIJAHCKQmJ8LP28Nh66XZxSpVq2LZL8vx57r1WL1mLRo1agyJTBMZIccjIC0KAs6PQMWKlcAoGqNvJEblqlWrbixjXo+4MdJnWqfzP9K9h4o6M28a+WOaEUGiNHjIUMXDM/PWECPSjExbI5sbmXLlymHIkCF444031GZbjv7N8fbyRN9HH8aAJ56Cm5dtZ92mpKRg59b52Pf350hLS7+U0b9wOTSp1hCl0g4j9vhsxF/akhsYRTaPEMiVM/3www/j37PFEJeYKzV51HVp1pYInA13R0RiCXBtS270copLsSIBSE6IzY0akRUECgQCrinRGPTcQIf25fr1a+pVKL///jt+XbECR44e0R4A7DPlzaEdk8YEAUcgIG0IAk6KANerrlq1yuHW16tXD6+88gp4dnjjZg0aXH3gW+xBeAe1hMHgZlab82zU9evYuGoCLpxan07YxdUDVUJbo26RBHgmnlF1aSkJiDr6rUrLwbkQcMmtuY/1ex6Ldth2FCe3Nom84xFYvKsinh3ypk0afuXll+CRJrt62wRMUeK0CCRpA0qBhbzRtm3bPOuDl7c33nrr7VxNGcwz46VhQUAQyBYCwiQIEAFO705MTGTSYdSuXTsVkfbWfmsc1mg2GvLwqw6/kj3h6lE0G9yWWc6cOohNq0Yi5sbZdAyBwZXRpEotlNCi0YZ0NUBc2GpEn/jJrFSy+R2BXDvTDz30EC7EV8B/Zz3ye1/FPjshsPmgD4JCGuY6Kq2bV7t2bTRsUBfxUeF6kZwFgbsOAffkGxj+9lsO73fhwgFqs5eGDRuAxNdjpaSkn5rmcKOkQUFAEBAEbiMgKRsjsG3bNuzdu9fGWjNX9/zzz6N3796ZM+VhrYubP/xKdINXQBPAkH13ib+Xu/5ahD1bpyI1NQn6n5u7N6pXaYXaAVHwSAzTi+843zj8JVLir95RLgX5F4HsXx2Z9OGNER/ip79CkSzPW5mgVDCrLl93xar/KuPVt8batIOjR42Cr3sykhPjbapXlAkCzoBAalwkOj/YETVr1nS4uXxdxUsvDcO6P9dh167/ge+W5DtHHW6INCgICAKCQIFBIH93ZPv27Q418KuvvkKdOnUc2qZ1jRng6V8PvkUf0MRdNMr8f0x0NDb99hHCTqxNxxhctBqaVq6BoilH0pVbyiRHHUfUkRmWqqQsnyKQ9ZWRDcO5ccATz7yOz9dVyQa3sBQkBD7/szJeeXMcfHx8bNotFxcXfDBuLFwSwsH38NlUuSgTBPIxAvHREShTIhDPPz80T6yMiYlB+XLl0UuLGDzwwANo1bp1rnboz5NOSKOCgCAgCAgC2UKAG44dPHjwTl47lUyaNMlOmu2n1s2rNHyK3Kc1YD4xWyu69T/s7DFsXDkS0ddP3yoB3D38UKtqG9T0vwbXhPPG8qwSNw59gSTNqc6KT+rzBwIutjLjwQcfRI3Gj2LW5oq2Uil68jkCk1dXxSOPv4JGjRrZxVJO93715WHaDUime9sFYFGa7xBIjL2Bwp5p+Hz6Z3lmW1JSItauXaNei3Vfu7aQV2Pl2UchDQsCgoAgYHcEdu7cafc29Abef/99cOmQnrf12Z763H0qaA512zuaSE1NxZ6dv2LXpk+Qknx7NmXR4jXRtFIVBCUfukMmOwVxYWuywyY8+QABmznT7Mszz72AolW64rtN4lATj4JKaWnApN+ronmHQejSpYtdu9mhQwcMfPopuMRfgRaitmtbolwQyEsEEmKuwdc1Ad99+zU8PPJuDwq+lmXDxk1Yt36Dej3WT3PmIjg4OC+hkbYFAUFAEBAE7IBAREQEHDXF+80330Tx4s79Ol13n1B4B7UwfhIxsTHYsnoKzhxeYSzz9ApA3Zr3o7pfOFwyWRt9SyDDkzjTGUKT7yps6kyzd0NffBOVGvXXnK1qiI43sEioACEQFuGGd5dUR/vur6N37z4O6VnXrl0x7PnBSI0OQ3JinEPalEYEAUcikBgTjpKBnvjpx+8RFBTkyKbvaCtNGy2bO3cOOnRojzVrVmPZ0qXghip3MEqBICAICAKCgFMjsGPHDsTH346m2qszQ4cORaVKlewZQLafAAAQAElEQVSl3qF6PfxqwCuwOS5dOIONK0biesTtddAhZRqhSaUKKBy/P9c2JVz5G4kR/+Zaj+0ViEZzBGzuTLOBJ/sPRLd+72L8iprYccybRUIFAIF1+3zw2bqaePntSeAu7o7sEiPUkyd+DO+0KCREy7RvR2IvbdkPgdSUJLjEh6Nlk7qaI/0DChUqZL/Gsqn5xIkTOHDgALp16wZXVzccP34cERHyncsmfMImCAgCgoDTIOCIqDQDInXr1nUaTLJjqGeh2oiMvIqU5JsBHk+vIDSs/SAqeZyDIf5CdlRki0ei09mCKWsmO3PYxZmmzW3btsVnXy3A/651xGd/VAYjmiwXcj4Ejl7wwMe/Vcdl78fw/dxfUb9+/TzpRI0aNfDLsqVoe08DGGIvISk+Ok/skEYFAVsgkBQTAffECLz28vMY/e4oW6i0iY6AgABci7yG/fv3488//sDp06fg5SWDojYBV5QIAoKAIJBPEOBa6XPnztnVGu7Y3alTJ7u2kVfKG7WfBl//sihb/l40rVgGvrG2jyLHnpd103n1+eakXXs408b2OV1x/Mcz0H3AR5j5T1PMWBeKw2GexnpJ5G8Edp/yxOTfq2LlsTYY/NqneHPEeLi5ueW50e+MHIFJn3yI0JAAGOIuIzH2ep7bJAYIAtlBIDUlGckx4UB0GHo8fD9WLF8GDjxmR9ZRPMHBwRg9ZjS6P9Id97dvjw8mfJgvIuaO6r+0IwgIAoLA3YAAp3jbs5++vr5gVNqebeSlbldXT7RpPwblXY8DCZfsYkrS9QOIu7jRLrpFqe0QsKszrZvZvHlzfD1rEXoOnIrNlx7C8IU1MPevMqCzFpMv1lXrlt7d5+sxLmpa/uwtFfD2wlo4kPAYBr0xA5M/+x61atXKV+BUq1YNM774HFMmfoQWjWrAEHMBhoQIcBMnTp3NV8aKMXc1AskJsYiPugJuoueLKAx8qjd+XfELBg8alC9xOXXyJNasWYt69eujXbt2Trvzar4EV4wSBAQBQSAfIHDq1Cns3r3brpZwqVDp0qXt2kZeKw+sMgDepTra1Yz4C3/aVb8ozz0CDnGmdTMbNmyI9ydMx48L16JFj8k44foMpm68F8MX1cY7i6rh41XVVSSU0VChqpljoUWMc4sRd+T+8NdqGLGwmvYZ1MGXf7XEZf8heLDfNMxdtBZvj/oQ1atX1z++fHmuUqUKxox+Fyt/XY6x7w7Hw+3vRXG/NLjEXURq1HlwOrgh7gqEBANHXQOu8VfB6y5Nu/7cEy6jRsVieHFgP3w9YzoWL1qIRx99FC4uDr315ui7W6ZsWTRu1AjTP/sMTw/ojw0b1iMlJQXyJwgIAoKAIFAwEDh9+rRdO9KsWTO0atXKrm3kF+WFqw+zqynxl7fYVb8ozz0CefJExwfJFi1a4OXXRuGr737GnIVrMHPuWrw/eRGGT1gg5CAMRmjtjJ+2BD8s/FP7DFbj86/nY8gLb6Bx48a5v7IsaLB3UYMGDfDyS8Pw/exZ+HX5L/ht5QrM+XE2Zn37JWZ+M0NIMHDMNaBdbz8vmIvfVv2q1vhPnTwJjzzyCEqVKmXvr4BN9Lu6uqJ0mTJoqj0MUeE///yDhIQEJoUEAUFAEBAECgACZ8+etWsv7rnnHrvqz0/KPYIbwL/aC3YzKen6QSRd+89u+kVx7hHIE2faktlci8s11sWLF1fvoZOzY3AIDAzM11EyS9dKdssMBgMCAgJQrFgxa68pkZPvY46vgaJFi8LHxye7l2m+4zty+DBGjBgOT09PfP3Nt3jrrbeduj/5DmAxSBAQBASBPEbAnhuPhYaGomrVqnncQ8c271fxCRhcPezWaNzF9XbTLYpzj0C+caZz3xXRIAgIAoBgIAjkDoEq2kPQ1KnTwPXSHOTMnbaMpePj47FwwXzwnDGX1AgCgoAgIAjYEoGkpCTYMzLNJZ22tNcZdLn5lYN3qQftZqpM9bYbtDZRLM60TWAUJYKAIGA1AiKYrxBITk7G+++/h0YNG2DJksWYOmVKlg7viuW/YMBT/RS9/toriIyMxIkTx/HH2tuv9TDN04GePOkT/LZqJd4ZOVzxfznji3TyBEXXq+tkmU6W6rJbpuuQsyAgCAgCdxsCZ86cAe/z9ui3l5dXnr0+1R79yYlOn9J2dKYvbQXSknNijvA6EAFxph0ItjQlCAgCBQOBgtyLo0ePqu49N2gQChcOUJuPRUXdUGWWDnRgWT7r+x9BmjhpCrh8hGUZ0exZM9G6dRs82Kkzxo2foNhq166t5Pv06YstmzcpB/v8+fOY8dU3YNmC+fMUHw901s3rsltGeSFBQBAQBO5WBOwZlebeNVnd/wsq7oxMM0Jtl/5pjnTcxQ12US1Kc4+AONO5x1A0CAKCgCCQ3xHItn3lypVD+NWrWL58OWZ88QUuXbqIQoX8LcrrDmz7Dh0t1lsqpExwcBAaNmpsrObD170tWhrzTERGRoBr7xjpqFipEouMEXJLdbTTnN9SGaPiSpkcBAFBQBC4CxFgZNpe3b4bp3jrWHLNtFfxVnrW5ueEqztsrlMU2gaBPHWm+VDD99wtW7YMM6ZPxIfjhmPc6NeEHITBWK2djz8Yia9mTMGvv/6K//77D6mpqba5svJQy4EDB7By5Up8/vkXGP3ee3jr7eFCgoHDroHhI0bigwkf4vvvf8CmTZtw4cKFPPw25Lxpbp42afIUzJ79Pb76+mtM+PAj0KHNSFOw5hizPjIyEpyOTWKa/EsWL1ZTtzkFfOx7YxAXF6dFnCMQGxvH6juIcjt2bAed88iISMV/B5NWEBlxZ921yGt38Fsq08Qz/H/u7Jl0dWdOn0qXP3/u9g64cXGxuHL5srE+MiICN25cN+YvXghDUmKiMe8siSuXLyEpKclo7tkz6TE4e+a0sS4lJRlh588Z886S4BTXC2HnjeZy5kVEeLgxf+XKZcTGxBjz7KPpb+PZ0xljkpSUqH3nw4yyUTduIDLCRLeGb2xsxrrNrzlTvBO16+nixdv3kxva9RapDTrpjfGzi9O+Y3re9HplWWa6uWO/qe7r16/hmvadphzpsjaoRtyYFnJuBM6cOWO3DnAw1m7KnUCxV9FmdrMyNe6i3XSL4twh4HBnml/i7775HE/364bnnnwQK2Y9j6s730SpmM/RuNBctCr6s5CDMGittdPA5ycUvfYpwv56A/O/GIR+ve7H4Gd6Ye6cH3DlypXcXV0Oko7QHmLnzZuPJ5/qjwc7P4Q3R4zG1C9nY8lvG7Htf0fx76FzQoKBw66BXQfOYP1fe/HDwhX4YOJneG7wC3jo4a7Kmd+2bZuDvhXWNcPv/OTJk/Ddd9+qHbxTU1PwjeZQh5s4Guaaw8MjVMSY0WVO8W7atKmRpXuPHmrqNqd/jxo9Bt7e3ggMDNJ0ext59ATXVE+e+Al6P9ZHOe+BQYGKX683PVuqCwgMuIPfUpmpHvN0oGabaVlQULBpFoFBQca8t7cP/AvfjtgX8veHn18hY33hgEC4e3gY886SKORfGO7u7kZzAzPBwNXVDQFmmBkF83GCG+sFBAYaLfTTPrdC2uenF/hrGPj4+upZBGifpYvL7celwOBgYx0TpteJu7uHxh/AYkV+hQqlm9lROCBAu/59VR0Phc10BwUXYbGRgkza8tCup4DCAca6Qma6/bU6fsd0BtM+sszUTvM8d+831U1MaDv5SFzyQdyYFnJeBNLS0uy2+VhISIh2rRdyXnBsYLl3qY6AwRX2+EsWZ9oesNpE5+1fB5uoy1gJHyJfGvIEPhzVHx7nJuHNDjswruchPHXvCXSoE4X6FeJRuWQiyhdLEnIgBlVKJaJRpXg8UPcaBrY+jgm9DmLIvdsQe3Ac3hrWG8NfH4S9e/dm/MHmYQ0j0C+/8hoef+IpfPvTz7gc4wKDXwhSPYPg7hMET98AuHv5ws3TR0gwcOg14O5dCJ5+QXDxDkKKVxGk+pTA/w6ewQefTMXDXbppzup3ai1yHn59LDY9d84c3HtvC5QrVx69Hu2JESNGoG3btggycSJNBQNvOSRr16w2Lc40zYd9rsvetfP2lLVILQK2ZvVqjBz1ruZsByr5QM1JO3bsmHLUTxw/jhDtQY0RcFZaqitevATM+S2V6Tqox5x8/fzSFZk6E6zw8fHlyUienl7GNB0NU4eL/TRW5uOEuWnm+NCpMuUxz/s46WvgOBii98tgMKQbQKBjqdfx7GPiWDNvjoH5dWOu28399uCEh4cnVRjJ9w7d6a9BX9/0eS9tQEoXNhhcwOsOt/7M7TaXNb+eze021e3q6ppet9fta/1Wc3JyQgTsuV66TJkyToiIbU02uPnCq9i9tlV6S1tKnESmb0GR704u9rbo4MGDGDakL1b+9BYerb0Jb3c+iNY14+DjmWrvpkW/lQgE+qWoAY4xjxxEu9KrMXPaMIx8cwi44Y+VKm0qdvnyZbz62ht4c/go/HfiIlwKlYKnXxG4uN5+YLFpg6JMELABAu5efkj1CESKd3HMW/obunR9BD///LMNNNtOBaMWFStWQOnSpdG0WTN88823qFqtGgwGQ4aN9B/wNPbt22uczu3l5W10iC0JeWkP5UOGvoClS5cYd/M+c+Y09u7ZgyGDBio9H4wfq6LMIZoDzbJ58+agRctWoNP988L5Sr95HR377JRZsknKnAoBMVYQEASsRCA6OtpKyazFypYtmzXTXcDhVbyFXXopkWm7wGoTpXZ1prkWd/K459G12hYManMMZYvcXodlE+tFid0RqFoqAa92PIwmwb/hzZf6qffC2r3RTBpYtmwZnur/NPYcPoNULeJHByUTdqkSBPIlAh6+wSpaPfPHhej35FPg8pf8YGhcXCzWr1uPv/7ahtOnT+P333/Hpo0bVXQ4I/voHI8YOco4nfvhLl0Va8WKlXB/+w4qzYNpno7vuPEToO/mXbduPXzx5VdGHdRHvdTFKeKcPk6ZC2Fh0DcuM69jG9ktI6+QIOA4BKQlQSB/IJCSkmI3QypWrGg33c6k2NW7lF3MTUu6gbTkWLvoFqW5Q8AuzvSNGzfAKd2xx2djVNeDavp27swU6bxGoH6FBHAK+JFt0zB6xLA8MYcbO333/VwYCoWoKdx5YoQ0KgjYCAGDwQCDdxAuXkvGoMFD8eeff9pIs/VqOnV+CP6FC6NMmbLo2fNR6xVlQ5LOcq/ej6n10dlgVyw1atZERc1JVxk5CAKCgP0QEM0FEgF7biJXoUKFAolZTjvl6l0ypyLZ5k+Jv5RtXmF0HAI2d6a5HmPIs73Rssw29Ghy2XE9kZYcgsCT955COZdVGPT0o4iJiXFIm7z5cyrpjj2HkeJxcz2lQxqWRgQBByDg7u2HNN8SmDLtc8ybP98BLWbcRN26dfHAAw+ko1atW+fI4c1Yu9QIAoKAIGA/BERz1gjweSprrpxzmK/Xz7mGgiPh5mOfyDQRSo69vZs/80L5AwGbOtNc47CyCQAAEABJREFUU/v2awPR/56DaBIalz96KFbYHIH768Tg/oo78eLgvuDrNGzegIlCruF8sv8AnL0cBQ+/YJMaSQoCBQcBFxdXpHoXxdz5izB37tyC0zHpiSAgCAgCgkBGCDi83F7TvMWZvv1RutrRmb7diqTyEwI2c6bpVL316nPo1+wguM42P3VSbLE9Ak2rxKNDlb1446Wnba/cROOQoc/jYkQcPP2CTEolKQgUTARSPIMxd8EirF6d/d2x7Y3E4UOHMl0zbe/2Rb8gIAgIAoKAbRDIfWTash3iTJvgkppskpHk3YCAzZzpd4e/gE41DqJG6cS7ATfpo4bAPVXjUC1gDyZ9NFrL2f7/JxMn4eS5K/AqJBFp26MrGvMrAnSop0z7DEeOHHG4iRMmfID72rU1Uru2bfD++++JM+3wT0IaFAQEAUHA9gjYy5n28MjH79S3PYyZakxNupFpvVQWPARs4kzPnzcHAWl70aK6TO0ueJdI5j16qEE4Lp3YgHXr1mXOmMPabdu2YePmrXD1kYh0DqETdidHwGBwQYp7AEa8M8rhPRk+fAT+XLfeSOvWb8CcufMQEBDgcFukQUFAEBAEBAHbIiDTvG2LpyVtqUlRlopzVCbMzoVArp3pS5cuYfmi79C3+Rnn6rlYazMEnrznGL778mNwfbOtlE746GMkuRW2lTrRIwg4FQLuXr6Iik/DN99863C7GbmYPv0zdOjQXkWon+j7OMLDwx1uhzQoCAgCgoAgYFsEeH+3VqObmxv8/PxQtGhR8J3SVapUQe3atdGgQQMUK1bMWrUFTo6vsCpwncq6Q3c1h0tue//V9A/Ro+HJ3KoReSdGwN87Fa1DT+LrL6fapBczZ81CQqo7XN08bKJPlAgCzoiAq3cglixdhsjISIeaf/r0aUTduIH3xryHiZMmo1GjxnB1dXWoDdKYICAICAKCgO0RoDPt7u4Of39/FC9eHOXKlUPVqlVRp04dNGzYEM2bN0fLli3Rtm1bbUC1g3qzw4MPPohOnTqBZ5Y3a9YMfPMD5cqXL4+QkBClx/bWOqfGlISrzmn4XWe17TrskhtVJ0+exPmTu9E4ND43akS2ACDwQL0b2LRuJWJjY3PVG0a3Fy9eCjeZ3p0rHEW4YCCQAG987eDoNNe+paamIT4hHrt27URERAT4AFYwEJVeCAKCgCBw9yJQo0YN8PWHrVu3RpMmTZQTzQgznepSpUqhSJEialkPI9DcVIyONyPSWQ2o8tkvPl58AV5ZKfL6KsJwV1GunOmf532LjjVPZQswYSr4CLSufBZLFs3PVUcXL16MJEhEOlcginCBQcCrUBA2bNzkUGe2dOnSeHHYMC060Qo1a9REn8cfR3CwbAJYYC4q6YggIAjctQh4eXnZre8xMTF20+1MipNjw+xmrptPSbvpFsXWI5ArZ3rPv9vRqFK89a3nb0mxLocItKsVhd9XLsqhVHr2ufMWwMVL1kqnR0VydzMCqa5eWLVqlcMgCAs7j40bN4DRiGbNm+PUqVOIipINVRz2AUhDgoAgIAjYCQFGm+2kGuJM30Q2Jc6OzrRvuZuNyDFfIWC1M71hwwbULXM9X3VGjMlbBDzc0lCycIzVr/Q5c+YMEpNT4eLqlrcdkdYFgfyEgLsvli77xSEWHTl8GAOffRaj331XbT52/33tsGnjRuVYO8QAaUQQEAQEAUHAbghwGY+9lIszfRPZlLgLNxM2Prr5lgUMVrttkD/7IWD1p7Jt0yrUK3PJfpaJZqdEoG6ps/hry/rs227CyddhxSYZTEokKQgIAq5unrhw8RLs9UoTU4SrVK2K5St+xcZNm42vx5rw4Yfw8fExZZO0ICAICAKCgBMi4OnpaTerxZkGUpOuI/7yNrtg7OZX3i56RWnuEbDamf5v/z5UC0nMvQWioUAhULNMIv7ducWqPm3eshV8JZBVwg4UkqYEAUcj4Obhgz179jikWW40s2LFcvTs0QM9enTHokU/2/S1dw7phDQiCAgCgoAgcAcC+oZid1TYoICbVdpAjVOriD33u93sd/OTKd52AzeXiq1yphMTE+EKWSudS+wLpHhwoRRcuWLdjAVO83Z1t9/mGAUS8Ox1SricHIHYxFQcOHDAIb04ceIEjh8/jgULF2LBgoU4evQowsPDHdK2NCIICAKCgCBgXwQCAwPt0gB9gytXrthFt7MoTbhsXTApO/1z85XIdHZwygseq5xpOj0hQcl5Ya+06QQIeLknW/WKrKTkFCfonZjoGASkFVMEOMh06PAR0yK7pQsXLozwq1fx77//w9YtW7R0OOw5NdBuHRHFgoAgIAgIAncgYC9nmg2Fhdlv8y3qz++UcOVvu5noXqiC3XSL4twhYJUzzZGnIN+43LUs0gUWAUanr2oP4znpIK8pN3f7reXJiS3CKwhYhYAdhVzc3HHxonUzPnJiFte88UFr5Dvv4FrkNaSkpuKdUaNQqFChnKgRXkFAEBAEBIF8ikBQUJDdLKMznZx8dwbbYk4vRnLsObth6x5Yx266RXHuELDKmY6Ojoa3W0LuWhbpAouAjxaZ5jWSkw4qfoNsPpYTzIT37kHAxcUNMTHRNu+wucJvvv4aERHhKFq0GO5v3x7t2rVDQECAOZvkBQFBQBAQBJwUAQ6Y2st0bpR58eJFe6nP13pjNWfaXga6+4fCzSfEXupFby4RsMqZ5pfFxSBTcnOJfYEVd3VJQ05HJnlNAeJMQ/4EAUsIaF+Nm98RS5W2K7t+/Ro+/ugjjBr1jpEmTZyIGzdu2K6R3GkSaUFAEBAEBIFcIMBNJv39/XOhIXPRu9GZTri8FXEXrXuTTeZo3qz1LNbiZkKO+RIBq5zpfNkTMUoQEAQEAUEgVwj4FSqEp595FsOGDTNS/wED4Ovrmyu9loTj4+OxcMF88GypvuCUSU8EAUFAEMhfCBQrVsxuBtGZvts2rYy2Y1SaH5RX8VY8CeVTBMSZzqcfjJglCAgCgoCjEQgoHAA+ZHGat07BwcFgJCMzW1Ys/wUDnuqn6PXXXkFkZCROnDiOP9auMYqZ5ulAT570CX5btRLvjByu+Mm4a+dOfDnjCyYV6Xp1narw1sFSXXbLbqmQU0YISLkgIAgUaAR4n7dnB48dO2ZP9flKd/zFjYg5Oc9uNhlcPeFVrKXd9Ivi3CMgznTuMRQNgoAgIAgUCASeefZZ0HnOSWfowJJ/1vc/gjRx0hRktSZv9qyZaN26DR7s1Bnjxk9Q/HSi5839Cd7e3lSnHOzz589jxlffoE+fvlgw//bDCp1187rslinlcihwCEiHBAFBIPsIcBMyDw+P7AvkkJObyvI1izkUc0r2G4dn2NVur6L3wMXdz65tiPLcISDOdO7wE2lBQBAQBO5aBHQHtn2HjtnGgDLBwUFo2KhxOpnBQ4Zi6AsvGssiIyMQGhoKLy8vVKxUSZUzos2EpbpLly7ewW+pTNdBPUKCQB4iIE0LAnmKgCOi01FRUXnaR3s3HnV0JuIvbbRrMx5Fm9tVvyjPPQLiTOceQ9EgCAgCgsBdi0Cw5hjT4Y2MjASnY5OYJiBLFi9WU785BXzse2MQFxenRZwjEBub9asVIyMiFT/1mJOlOr7Ki/pNeS2Vmdabp6PMNlq7cf16OpZoswfDuLhYY31iYmK6jRdjY2KMdc6UMO0T7b5xIz0G5pjERNt/l3naYWsytTs1NRX8/PQ2zAdcoqPTOwTmmESZXTcxJp89Nw5Mrzv9tW+u21xXVFT6zf9iY29fV9SdpF13ut1x2vdLT/Nsrtv8s8tMNzcRTUpKohpFcepaV0k5FBAEGJ22Z1d43R89etSeTeSp7uTo07hx6HO72+BdQtZL2x3kXDYgznQuARRxQUAQEATuZgTCwyPUJmKc2s0p3k2bNjXC0b1HDzX1m9O/R40eo6ZwBwYGwcfn5lRuI6OFRGBQoOK3UAVLdQGBAXfwWyqzpE8vu2HuOJrlTZ2PeM1xMXWa4jQnx9ThoCNj6ozobeT3c0x0TLpBgSgzR/GGCSZ0Qk0xye990+2jo8jPR8/TQY01efVcjOY8m36WURoGaWlpOjuYN2a0xA0TTJI1BzTaxAGOi41N91q7GG3wgdeOJqb+R2m6VeLWgTvq30qqk6kDzOsp2mRAJ1a75kyvQaU7/razbipLZTdM7GQ+yqTtxMQEREfdHhiJ0+yONRkUYLspKckUcy4SazNEoGjRonB3d8+w3hYVYWFhOHv2rC1U5Tsd1/ZNQEpcmF3t8inTFR6Bde3ahijPPQLiTOceQ9EgCAgCgsBdiQAdaHZ87ZrVPGWLuCaa0YpdO3dkyh+oOd3cxIZRwhPHjyMkJERN+aaQpbrixUvAnN9SGaPo1GGJQkqXSVdcukzZdPmSpUKMeS9vbxQpUtSYLxwQiEKF/I35Ypo99n5QNTZmw0QR7QHbzc3NqDEzTFxcXFCiZCkjr7Mk2L/iJUoazfXzK4QA7XrTC4K1z9Xb20fPgp+7wWAw5s0xMc27ac5JOt2FCoHXqy5M3V7ataPnqVtP82x+zZnq5vXE64p8JF5vAYGBTCriZ+fldXugqlRIaVWuH8x1m9Z7eHiiWPHiOisK+fujcECAMV+0WHG4ut6+LowVkrA5Ao5S6K1dh6VLp79G7NH2nj17cOHCBXuozjOdjEjHnv3F7u37lu9p9zakgdwjIM507jEUDYKAICAI3LUI9B/wNPbt22uczs2H+UCTB3xzYLy8vDBk6AtYunTJHbt5m/JSBx3oIYMGYt68OWjRshU4ffznhfM15yRQOdemdZb4LZWZtiFpQUAQEATuZgTKlEk/gGglFlmK7dq1C5cuXcqSzxkY4sJW49recXY31avYPfAueb/d25EGco+AONO5x1A0CAKCgCBw1yJA53jEyFHG6dwPd+mqsKhYsRLub99BpXkwzdPJ5S7eprt56zxP9R/ApCLq4hRxTh+nzIWwMOgbl5nXUSC7ZeQVEgQEAUHgbkfA399fDUw6AocdO3bgutk+FI5o13Ib1pXGX96GK1v6WyecQymfsj1yKCHseYWAONN5hby0KwiYIPDlpDH4YNQrJiWSFAQKNgJ0wnv1fsw4dTs7va1RsybolGeHV3gEAUFAEBAEskbAEVO9dSs2b96cbrM/vdwZznSkL29wjIPr7l8ZvuUfTQ+L5PItAuJM59uPRgwTBAQBQUAQEAQEAUFAEBAE7IcANyIrUaKE/Row07xmzZp0mxyaVefLrCMdaQLgU64HDC7uTDo13S3GO60z7epdEkWazUCZnmcQ1HiS8fNycfNDYL33ENJlN8o+eg5le13QeE6jxP2/w6tEGyMfE1yPwPKbfGEIefhf+FXowyojeQY3RKnO/6B4u+WgbmOFJAokAkWCA/HSoH746cuPsWLuDKxa8JWiZT9Ox9dT3sfDD7Q19rtdq2ZYPHsals/5HP16dTGWmyYYbaYORp5Ny5n29vbCwCcfxezpHyCkZNIyha0AABAASURBVHHUq1VNtfndp+NA3eTRiXa9/sLTWDhzClbO/1LZtPSHzzCwX8Yjl9UqV8TMz8YrXkvtUzd5JmgRcfYvoz6Qj0Sb2F/2x5zYT/LoVLZ0SYx56wUs/v5T1f6v82bgxy8/Qr/eN6cA63xyFgQEAUFAEBAEBIG8RaBcuXIONeD333/H1atXHdqmtY3dOPQFLjsoIk0b3QpVgl/FfkwKOR4Bq1p0OmeaTnRg/XEo2eEP+JTtdsfITaFqQ+EXOgCuXsWQlpKAtORYxeMRVBfBjSbBq1gLBZRboYoIqPc+3AtXQ9yFPxB3fjVcPALhX+Nl0IFWTNrBv/owGFy9EXV4BlKTb782QquS/wUMgQ5t78W0D0agY7sWCAosDFfX218PDw93lC5VHBXL2WazjrKas/nJe2+gW6f7UKxosLEttllUc+hDShQzolunRhWMH/kS2rVsCl8fbyQkJiIuLh7ckTazVww9/EAbFNd0GxWZJNj+my8+o/TW1Zx4FxeDSa3lJG1yd3cDXxETn5CgbKAdpISERKMQBwbeHPYsmjSoDU8Nt0tXwhGr2RsUUBi9uz2Alwc/aeSVhCAgCAgCgoAgIAjkLQJFixZ12Nppvad///23egODns+P56vbnsW1vWMdalrhas/D1TPIoW1KY7lD4La3kDs91knnUMrNt4wWYV6JQpWfgYsHX9mQdqeG1GQkRuzG5U2P4+ySSopuHP4SaalJcPUuAe/SnZSMd/E2cPergMTIvWozgStbByDh6nbQCfcs2kzx+Fd7EUzHnlmC2PO/qTI5FEwE6Eg/268nAgP8kZiUhM1/7cTLIyagU+9Bit6d8Bl27t6P2Ni4XAPAiPSg/r1RoWwIUlJSsPnvXQi7cBm79x8C2/nf3gOI15xVNkTeJx/rhjIhJREeeQ2ffv0juj85DD36v4QBL47A0pVryXYHdWrfCk3q14bBcKeT3KZFE0wa+xZ49vLyBJ3jOxRkUhAReR3vffyFsoF2kN77+HOjRPPG9VBai7Qna337ZdU6DHhhBIa+8T5OnjkPFxcX1KpeWUXijQKSEAQEAUFAEBAEBIE8RaB8+fIOb//QoUPYuXMnoqOjHd52Zg3SN7j458OIPbcyMzab13mX6ghfsxmyNm9EFNocAadypmFwRVpqIugsXz84VYsUx9wByPUDk3FpXRfEX9xgrIu/sA6pCeGAwQUGV0/wz8WrCODijqSoo8wqSo49C40BBjdfuPtXgV/Fx5AcdRLX90+E/ifngocAHdbOHVrDz9cHMTGxmDVnCSZM/QZHjp8ydpaONB3db3782VhmbeLhjm1Qs2oo6MRu3LYTE6Z8DTqe1Md2xnz0OX7+ZTWzuK9lM1QoVxqJiUlY8ft6rF63VZXzcDU8EmfOXWAyHTHqzP64urni9LmwdHXM0KFN0gYM/t13ECtWb1AOPcuzIk9PD805d8mKDYziGwwGJCUlG9unrefOX1Syrq6uKsKuMnIQBAQBQUAQEAQEgTxHgG9MKFu2rMPtuHjxIhilPn36dLafR+xlJJ3oiJ1v4OLajkgM32mvZjLU669FpTOslIp8i0DWT8b5yPTk6FMIW9kMF/94UDm52TXN4OYDuLhp7FokOy1VOwNpyZojnpYCN58yKs+Dm285QItgp8ZfReGar8HFIxA3jnypOe3RrHZWEruzQIAOa+lSJZRzy6jwL7+ty0Iid9Vcp0yHkw7myjUbM1XGKK63Fj2+GhGJrf/8mykvKzkwMEiLepcvE4I9+w8j8toNFqejdZv+xuPPvYGR46aqwYN0lZlkfH184OrqoqaZ0/aMWLdokfZzFy7CS3O+27e5B+xvx3b3omb1UKSmpmL/waPpBioy0iPlgoAgIAgIAoKAIOA4BKpUqYJChQo5rsFbLcXHx2Pfvn3YvHmzmvrN/K0qh5wSI/dAd6KjT/zkkDbNG6Ej7VmksXmx5J0AAadypq3B08XNT00Ld/UMRmridcRfvhnZS7jyN1LiL8OzSBMEN/1ckWdwIyRFn9Qcb1d4FW+FmDPLEKuRNe2KTG4QcKwsI7l0/LgWef+hYzlunGuX+/ToDPNNuZjnpmLmCkuVKKaKLl6+ikNHT6h0RodSJW/yRly7jpcG91ObnVEvN/biBl+03VR26NN9ULdmVZw6ex6z5i4xrbJZmvZ/M/V9tRHagu8m47XnB4BOvN4Ao+VfzVqAs1okuma1UEwe9xZeGvQkAgv7Y8PWHfhi5jydVc6CgCAgCBRYBHbt3AlSge2gdKzAIeDl5YVq1arlWb843ZtTv+lUHzx4EFFRUXa1JS5sNa7+9ZwWiX4A0XnkRLODboUqoVDVoUwKOSECBdqZduWO3/d+pznGLQEtCh0XtsboHCeE78L1/R8jJe48fMs9At+yXZF0/RCu/zcRfhX6Ijn2PJI1xzrk4X9RtleY2hmcO39zB3An/JzF5EwQcHd3h8FgQFpqGmJM1kRzd2vu1E3nVacfZ3wEbth1hzorClLT0rKU8tBsIxOnhVevXElNnU5ISFRR38b1a4FRaN2RfeqxbmjZvKHaGIwRbzq1lLUVBRQupHRzw7G4+ARwmnohP1+1MRo3M9PboT29HnkQZUJKIDk5GecvXEJ4xDWFcYumDdCzS0edVc6CgCAgCOR7BCIjI/H6a69gwFP9FK1Y/gsYOVu4YL46swPmeTrR0z+bBhL5ycMzdVAXdZ44cRxDBw9SOj8YP1bpYjnryUd+yulkqY7tkJd6qE/nlbMgYC0CxYsXR+XKla0Vt4lcQkICjh8/jk2bNmHXrl0qWh0eHm4b3eE7EXXka3BJ6JUt/RF7doVN9OZGSUDNV+Eqm47lBsI8lS2wzjSd3mKt5ilHOi0lEVHHf0T49pfSgR1zejHCVt2LMwtL4czPpXHxjwfgU/phuHoX075cy8ENyAxuPog5tRAJV3fCI7AWCtd8M50OyRQgBDSH2s3V1dghbkQWG5egHEiuWTZWmCXoMM5bvFJtVKZvWKafuamYGbtV2ajoGHz2zU9q06/HB72Bbdv/VXqqhlYAHdSuD7bDQx1aq7Jf12zEqrWbVDqzQ07ruMlYj/4vKRt6PDUMoz+crqLPBoMBNapWQstmDZXKAX0eASPysXHx+Or7hRj48rvoN+QtLSq9He7ubsrO1vfIVCYFlhwEAUEgXyNAB3bGF9Mx8p13Mev7HxU93KVrpjbTqd20aQOeHfgcXnjxJZCfZREREUp+4qQp4PpUKuneo4cqGzFyFBgV3LJ5E/r06YsZX32jORBHQTnykczrDh06iB07tmPy1E/x+ptv4pdlS5VDTl4hQSA3CFStWhXFihXLjQqbyHLQ/sKFC2C0+q+//gJfqcX11YcPHwad62vXrqnodWxsLOiAJyYmqnXXKfGXwPXPcRfWqojztf0TcXlTH5xdWgWX/nwYkbtHa8/1O2xiY26VFK79NnzKds+tGpHPQwQKpDPtV6EPgpt/BffCVZGSEK6+NJH/G5ElzH6VnoR3ybaIPf+75lCXAEeJuJNf+PaXEb7zVSTHnIGbXzl43Xq9VpYKhcEpELgSHqEivpzqXaVSeaPNC5b+hseefVU5j+u3bDeW5zZBJ506ihUJAl8jxXRWdOL0OaxZf3OJAiPDO/7dj3gtQu2hOaclihVB00Z14evrAw8tkt1biwrrkXQ6tdTN6eAsy+h90+TJKe3a8x/WbtimNkfjuu7yZUOUikoVysDFxQUXLl3BSs2xV4XaYdO2nbh+I1pt9Mbp31pRTv8LvyAgCAgCDkWADmzHjg8and/sNH5Ci6h17faI5hx7G9lZtm/vnnRRaGOlSSI+Pg4VK1XSZL0QGloZkRGRxlrzukuXLiM4OEjZVqpUCLy9fbTB39y/ccLYoCTuagQ43dvT0zNfYcDgxdWrV3H06FHQud6yZQs2btyIdevWYe3atVizZg1+++03nF3RHNxE7MrmJ9Va6BsHJqmNidOS7DttPKdg+VV8AoWrpw/05VSH8Oc9AgXOmfYu2Q6Fa72hOcJFkHTjKML/GoTo499nibRboYrw05zplNgLiDr8JQyunkhLS0VK3EUlmxx1AmmpSTC4+ylHWxXKoUAg8L89BxB57bqahtykQW00qlfLrv06cuwU0tLSQGe6fZvmmbYVdvGyquf7mlUigwOnftPJNifuqE2RlJRU7SErXnPAE5i1GdFphgFITU0Dp35TsbeXF093EB19V9ebtxxXV9c76gtmgfRKEBAEnBkBb29vBAYFqi5w2jWnVPPMgmPHjmLIoIHKQeaZeZafP3+ep3R07Ngx9Hn8CRWFDgoKxn/79ytHec5PPyp56uRU8XBtcDed4K2MpbqY6CibvK7xVhNyEgTSIeDv748aNWqkK3OWTJpH3kfVs8LK1bsEAhtOyIpN6p0AgZtPtk5gaHZN9AsdoDm7JZUTfG3PGMRf3pYtUf9qL8DNpxSiNMc76cYRQHOkDQZXTVcJJe8RVE9zsL3BUa1kvkJLlcqhICDATcAYeWbEuEhwILjR16NdO2qj/DedQkZ1ixa5+TBli/7yvdJXI67Bzc0ND3dsC24aZjAYlOo6Napg+CvPge2zgLYlJiahUoWy4JpoltHGti2aqHXT0TGxOHjkBN77+HMVQTdOw741Hfu/w8cootYts+7lEVnfuNnf6R+PwvK5X6iNw5QC7fBQhzZg21pS/W9Ytybua9VMRcOvXb+hdulmxamzYeBgQcniRdGt030sUlje07Q++PoxRtRPapF2VSGH/IeAWCQICAJGBOLi4pTTywJO1x41eox2P7sZcWbkmNOxOf2bZ+bJFxISwlM6MnXKGzduouoaNmqknGvKcwp4WNh5FWlWlWYHTgFnFNq02NevEHx8btpiWi5pQcBWCPBazuv109b0JdUtyBoxh8oUb7sUBoObQ9uUxuyDgIt91OadVjffm+/Ic/UqAk71Lt39KEypxP2/3WEcp4X7hDyAuAvrtSj2D6qeu36nJt2AT6mOCKz/PgrXfENztksiMXIfEq78o3jkUHAQ+H7+Mvy58W8kJiUhODAAAx7vjsWzp6kdujk1ukEd243O7tl/CAuWrlKvpfL29sJDHduozbo4JfvD0a+heaO6mqN8c2oV3wNNh9hdc7x7dXsAS374FN9OHQtugsZo8D+79mHn7v02/SBCK5ZDyWJFwPXjlSuVM+qmnbM++0Dhwt3E33v7BWU3MeNgBB1/MvPVW9xwzFd7yHu2X0/8+OVH+P7zCWjVvBGr1Q7mf27+W6XlIAjYAgHRIQjYC4GatWph2dIl4Nrp7LYRGBiE+fPmgtOydZmgoCAVjWZ+//59xmg384w602mnnJeXNzglnGWMcHPKN3lI5nVc18pINm2jI+7NKHpgIFmFBAGbIcDrrHTp0jbT5whFqa7525ku0uwLuPmVdwQU0oYDEChwzrQRM4MbXNz87iCDm4+RhQkXjcev0lNaJPsybhycxiJFfCXW9QMJhj0eAAAQAElEQVRTtQhbMgpVfhZexe5F3MUNiNj1tqqXQ8FDgBt8ffzpd/jv0DFw8yxGV9lLTpFm5HXzXzvxyWffYY/mDLM8N8QNwj6c9q1yLDlFW9fF9PFTZ3H0xGlVxGnb4yZ9iXWb/1E7jXt6eGgRbVdcuhKOHxYsw7Svbg7+KGYbHY5pbV+4fBXJKSk4evymHVTNteVcr+StDQBwjXRKSipOnTmPGTPngYMR5CHRuf9gytfguu4ELarOwQk61teuR2HZqj/B/rBf5BUSBO5SBKTbToJAxYqV0O2R7nj15WFqOvYXn09Hw0aZb6DYUIs4165dB99+87VxN+/2HTpi3769SgcdZ+rl1G5OG+cU8RAtmh2oOcItWrbCvHlz1PRxvezLGV9g186dMK8rUaIEGOWmbRM//hgtW7VyElTzv5n6Z8PPh6Tvtp4byzlAws+Sgx/meljONs3L80u+Xr16CA4Ozi/mZGlHmlv+HVTyr/EafMo+kmUfhMF5EHBxHlPTWxpzehHOLamMMwtLImLHa8bKC7+3VmUst0SsNzJridTkaLWL94XVbaCmd2tl+v+oI1/h/PK6mr5SOLu4PK5s7qc53Rf0ajkXQAS2bf8Xb4z+BD37v4TOjw1WO3Q//PgQPP7cG5gw9RvsPXDE2GtGYHtofF36Po8fFy43lpsmRoydonQMfm2MabFKcwOvV9/5CI88+SL4Givu/M30KyM/xN879ygeHuh4Tvp8Fno9/Yqy6aE+QzDghRH4+ZfVrM6UMmufgrSb9pOYZhlteeHNsejy+NB0zvqoDz5Vtuo7lXd94nkMfeN9rF63lWLpiFHq0R9+Bu76TX5i2XfQG/jmh5/V2u10zJIRBAQBJ0Dg7jWRzjGnYpP0nbi9vLzQq/djaqMwImOe55Rw7uRNYpr13LGbOgYPGUoRtcs38yTysJAONdswLSM/bbBUx3LyfvHlV6CDTh1CuUeAnwdx7dS5s9otnZ8dP8Pca75TA53riIhwtXs7He47OfJHSfPmzZ3HoXYtnD9AM7OCjnRArdfNSiXr7Ag4rTPt7MCL/YKAICAICAKCgCBgRwTyWDUdXVIemyHN2wABOrxTJk/EqJEj1CwBRpIZsR46eJB6fRmjypw9wKZ41vOmPKyzRJzWz5kMQUHB4HR98tCpZjSc8mz3+9mzWKzaZpneLu2iLeRhOdsmI1+pRh6Wcbdr8lAniWnKkS+n5CwOdYpLoZx2ze784kjbHeI8a0Cc6TyDXhoWBG4jwMg1o8i3SyQlCAgCgoAgcLchIP3NvwhEhEdgwDPPgAMknC3AyPUzzw5Ua+G5tn7//n3K+BMnjqFxk6Y4fvwYZnz1DcZP+FBzgneoOksHylG+Vq3aShd5uNs7HWy2wY3tuDSAjrAlndxFvlWrNuDmeJs2bcC1a9ewZvVq1S7lW7dujdDQUOWo01n3zuXaemdwqFNd85czHVjvPUhEmld2wSRxpgvm5yq9EgQEAUFAEBAEBAFBwN4I3DX6Q0qXRqlSN3dqZ+SZUd/pn01T/Wc5Hd6TJ0+ovKenJ7Zv/0etfeea9qNHj4LOsKo0OTBCzLX0Y98bo9bXM02+yMgI0MEmK890gKnfXGdCQoLmKFdWvNzAztvbR7UTHBwELgugPIkb2TECHh8Xb5O19XSoS5UqRdX5klIN6fdHyksjg5tMRaEqz+WlCdK2nREQZ9rOAIt6QUAQEAQEAcchEBkZiZ8Xzndcg9KSICAIOBkCuTP3xInj4KvMGPXlmnhq43pqbga3+vffUbFiKIuUk8vINPkyWnNNB7d16zbGV6SFhJRWEWQ6zoxOU1FkRCSYZzo0tLKKdus66bSz3JzovPNeqJeX0gYBaDMj20zr5dac//zzTxw5fBgNGjRA3bp1rVFhd5kUeNm9jawacC9cA0VbzYdv+d5ZsUq9kyMgzrSTf4BiviAgCAgCBRUBPfrDCNDrr72iXk/ENYEkvc9Mk5jnw+P4ce9j1cqV4HpDRnh0Hbo8+YQEAUFAELAWATqj58+fA+9LemSauhj9jYgIB8+MCtO55k7t5ON9iDzmpE/x1sv1qd7cuX3jxg2qjXlzf4L3ranZ2dEZEBCAjh0fNO5Az/sjnX1Gt9kO0zxbQ1u3blFiVapWVecyZcqgSZMmMBgMKp9fDqnwyFNTfMv3RLHW8+FdonWe2iGNOwYBcaYdg7O0IggIAoKAIJADBPSHT0ZgSNzhmA+oGamg4zx71nfo06cvuAMvI0GM5pw/f15Fcli+YP68jMSlXBAQBASBOxB4tNdjaro07z1cJ01HlMT7C+9LJO78TUHysJxn5rm2mvUk8lCOOvR68jzVfwBMd2GnDHnJw3seZVu3aYugoJvvTWY9y0g6H3VSN2X0tCkf02yLkWlOGWfaGvrfrl24fu067rvvvnTixYoVwz333AN/f/905XmZSU5zz7PmA+q+i+Amn8HVq2ie2SANOxYBcaYdi7e0JggIAoKAIJAFAoww0wnmu3mzYDVWc2MdbtjDqJBeGBkZgdDQUPX6Ir2cTrdeL2dBIDsIjBvRDa+/8Gi+p1VLPspOd4THCRBgNJkRbRLXUefkXmjevcjISHBmDgcXTR13nS8tLQ1Z0f79+3Hy1Em0M3OkdR105LmOumLFinpRnp5T0tysaT9XMvq0bv+qQ3KlR4SdDwFxpp3vMxOLBQFBQBAo8AhwAx1GW/QHQT4MMs2Oc2olHzJJTLMsMuL2ukLmSZbKWC4kCOQEgRsx7oiJT873FBeXlJNuCW8+RoDRZEafSYx2815orbl0dBnlZtTako7lv/yCmd99lykdOnBAi0jfrwYmLelgmbu7O2rUqIFGjRrleZQ6JdWx7o1fxb55NK2byAvlNQKOvdryurfSviAgCAgCgoBTIBAeHqF2pdUfBJs2bWq0m5v+8CGTxDQrAoMCoa8JZJ5kqYzlGdGhg/8hNTXVWL1/7x5jOikpCUePHDbmo27cwLmzZ4z5S5cuIiL8qjF/6uQJxMbGGPNxNX9F6e7HUabHCUXR1ZarM/MluhxGQp3VxnxA+91wbbbJmPe4dxv82u4w5lMa/IEinfYb87GaburRKbr6bd3FHz6EpLq3dRe+/1+4Nd9slPW4dysKtdtpzJ+7nKBw1w0/+N9+PanO/+3fq848cCfh48eOoFXzRlj6w2eY/elYfPHh2yrN/IyPhqsypkmTx7yE+d9MNNZPeHuwMc36CcNv58k3eczLxvrZn74P6iMfie18/9k4Y/2kd4el0/3BW4OMdeT/cPgQjB/5Ms3W+heHkyeOqzQPkRHhuHjhApOKws6fw/Vr11SahwEDh+PDid9g8qezFT035E111vNDnh9uzI//aAZeenW0MT/qvcl4+52PjPk33h6P98d/Zsw/P+wdfDTptu6BQ94w1k2aNgtDXrite9yHX+CV18YY66l7+KiPjfkGzXogKuoGTVZ09MghJCcnqzQP+/ft4UlRqnadHzp4QKV5iI2JwZnTJ5lUdPXqFVy5fEmleTh7+hT4HWBaqGAh0LVbNzzz7LOZUs9evcC12NnpeYkSJZDXUeqUVMes4fYu1V5zohcgqNFEnDp/A1ev3v4NyA5WdyVPAey0ONMF8EOVLgkCgoAg4MwI0IGm/WvXrOYpW8TXwmzcsAHcHVcXYNmxY8c05ylelYeEhGQaWalWvSZcXG7/LNaqU1dXBUZdKlepaswX8vdH6TJlof8VL14CQcFF9CzKV6gIHx9fY75qzQZwcfOBwdVbUY06jdWZeQ8vf1SuVseY9w8sjpCylY35EiEVEFS0tDFfIbQmfPyCjflqNRsa09RXo/Zt3Z7ehVGpah1jfeGgEihVJtSYLxFSEYFFQox56jaNglWvWcvYByZq1qrDkyLuJFwptAo8PT0UFSteTOt3BZVmWbny5cEypknVqtfQIlaFjPV169c3pllft97tvL9/IVSrXt1YX6x4cVAf+UjlK1RA0WJFjfXVa9ZMp7tegwbGOvLXqVdP5Wm4l5c3KlSsxKSiwKBglChZUqV5KBVSGoUDAphUVL1WAy1fBN4+hRXVb9hcnfV8nfpNjPmg4BKoVqOeMV9K++zKla9izFcMrYGixUsb87XqNIR/4du6GzS8x1jn4xuAOvVu6w4uUhJVqtc11lN32XKVjfkKlaqjUCF/ZTMPlatUg5ubG5OKatWuq848uLi4aPjWYFKRj68vyparoNI8FClSFEWLFWdSUZly5dV3QGXkIAhkgQDvl4xSt2zZEmXLls2C2/bVySlptldqotEjqC6Cm05H0RY/wKt4K1XDwcXt//yj0nIoWAhk1ZvbTw1ZceaT+pIPbETZXheMFPLwv/Aq1sKu1vmW66lFFI4iqPGkO9rJqT2Z6bpDuRQ4FIEvJ43BqgVf4YNRrzi03ew29tKgJ5V9tJG0ePY0tGvVLLvi6fjYx+VzPke/Xl2M5dRFnT/O+Ah1a1Uzluc0oeshnrqsbjvPepl+tsSv18n57kWg/4CnwbWCnMpN8tIcIN3JtoQK6wY88wy++/Yb6Lt5M1JNB5o76s6bNwctWt586LEkL2WCgCAgCOQFAnzV1tDBg9TO3frGi7odXDv95Ywv9Kw6c7kLl73wvqjzm+rgmwyuXbum3mhgykNdJKXEQYfChQujTp06aOlgpzo52T7OtKtPSXCDsRL3/Qrfcj3SocjBA1c3V+zbuzddeXYzfKUjP1vy8/OcMnmiGghm/vvZs8Aypk2Jn6d+DZiWm6YpZ6rLtC6jNPXy2iExTT6emScxzTKdmGc5iWmW88w8iWmW0VbmeY1y/xL2l/1mnTNTPnSms4YzJe4iLm94FNEn58LVuwR8yj2StVAuONwKVYTBxTNDDTmxJytdGTYiFXZFgE5lqRJFVRtlSpXIlTOplNjpwCl78xavxMTPZ6kW7m/dXJ1tcVi36W/06P8S+g15C3v2H7JaJfVcCY9E0eBAo7NfvUpFxMXFY9/BI1brFcG7CwEvLy9wrSCncpO4cy0R4FpCEtMkpklMV9SijeMnfGjczZs6KEd5rhmkw00+IUFAEBAE8gsCF8LCwPvWjK++ATdepINB2+hsrF79G5PpaMvmTeqtBeb83Xv0UO+r5n0zIiIcTZo0VW8y4MZjFy6Eac7YMej3ynQKHZAxdaorVaoEHx8fu7aanJJiU/2eRZsisP54lLh/DdQGYwY3i/qbNm2G7du34/r16xbrMyv00gaM9ZlVPPNzI/E64Dkw8OaO7pnpsFTH38VXXn1dzcr6Y+0a7Tq4vcTFEj/LeJ3wd3Py1E+xY8d25dRbKiMvyVKdeRkHeNgPXre8NsPCzuOPtatxf/uOVOHU5JTOtCniaalJSIm7pIpMo8TFWi9UEWtGrkt3P4oyPc+oaDZ5yMxoNuv0KDejzuZl5GUkuVCVgZoz7Q6/Co+Deimfjkwyuj3Z1VW41ptG22inV4m2Jtok6SgEqlethKSkZPyzay8K+/uhTo0q26R3SQAAEABJREFUYBSVEWCeGallxJbENKOurCMxyssy1jFPYpkpD+vIQ2KaPDqRl/2kQ89oMcsXZxF1DilRDO7ubrh0OZyiRlspSx3UxQqemWc5iX1huSnRTvK8/vwA0DZS/8cfAW0gsY6yup3UwbxO5GF02VTnwSMn4O3thdrVqyiHmo41HWzmdTnqpX2mcmxDL2cd0ywjj2m7tJFYslxIEDBFgA4zX2djWiZpQUAQEATyKwL3tmipXr9lbh+XuYSGVtZ+S73TVZUqFZIubylDnu3b/wFn5Xh7e+O//fs1R7qxJVaHltGprl69Olq1aoW6deuCr9WyhwFpaWkwuN9e8mBNGy7uheDHjcVazUfxtstQqPLTcPUqkqmqgIAANG7SGGs1p5Xrp7MiU2V8bVlkZIQq4jkkpLRankQHNDg4SF0jemSXMxMiIyMVb0REBJhnxJcRYDrfjPwyT37ycXbD33/9hTk//Yix740B+Ujk4awIRq+VMgsHtu2lDW6bVlkq0+st1bGM2PBa5DXJazNeC7AEagME/M3WZZ317JTONKPRxdr8DJ8yXRCx41Vc3/+xcnLd/Crg+oEpKmLtWbQZfCv0Nn4u5GMkmzx0YAMbjNe+aH4I/+dFxF/arHRR7/kV9XFmYUmlg7yMJEcd+QZ0kil/eWMvo049QTlze+Ivb0FWumJOLQQd9eTokyrSnpYUDd/yPXW1dj2L8tsI0CljNJrO3ua/dymn+t6mDVQUldFURlXpXNPJ3rn7P/R+5EGU0qLY87QI8ep1W1GrWija34oQk59R4xFjp2Dwa2PQqfcgkI+ybe5tomSZZhmJkWZaQme0W6f7EHbxCoZrsrHaTaZX1wdYlY64/q1Pj84gXb8RjQ1bt6up2ve1aordWjSZ7VEHdb0wsC94Zp7lrCcfnVRdab3a1VC2dEn8uekfrN34l15sPNOOqV/9iPCIayBGdLJbNW+IM+cuqL7xbGQ2STACTSyIXcgtx58O9rSvflBy7CPtJ84mYhkmaTNtZx+Ir4+3l8IyQwGpEAQKAAL6ww4fePhwxIek7HSLcnyIyg6vPXloL+2m/SRTm2gjy3jmgx4fBvnQZ2oPy8lDMpU15bGUps6c8FvSkVEZbaRd7Bt5mM9smiLtoD3kFRIEMkOAznPjxk2U08TrKj4+Do0a3+kAM+LHaCGdksY6f0SkcpT07wqdnxEjR6lINZ00tssIJc/5gfgsU6ZMGS163gQtWrRAtWrVlGPNtfy2si/NLXPHN6N2PIMbqancJTtuADcW8yrROiNWi+V16tTVgjKFsWXz5izJVAEdS+7xwVkELG+pDThEas41o9ReWtQ6UnOeeU0wYjz0+Rc0h3gH2cDlUCPfeReTb0WRT506qeHaVH32nJmlmLRDvfr10feJfhg1egx4TRw/fkzNXBg/4UOjLo1N/WdbvCePH/e+MXJsqUwxawdLdZbKaA/tf/W1N7B//z60KCBLr5zSmU6Ju4jI3aO1jw/wr/6iOrt6F1fR48I1XlERZIOLO1w8A1VdSmwYYk4vUmmDVu4RVAcu2oiVi5sfgpt+Bq/iLTVZT3iX7qzWRjNazSg0ealXCWZysGQPI9qMNGemi466wcUT7v5VQGecTrmLq08mLd3VVXbrvO4o06l8/fkB2iiwl5qizAbpYPv6eKNUyWLKyaaTGBRQGPwhoEPbsd29Kl2okB/ZQeeTjicddEZPGYUlH/mLFwsGZZO0CPj5i5dBYpqCusNJGyaMegXBQQFgu9TDep3ofNMJpzPKMtpbuWI5ZYMepY64dp1VCAzwh7sWvdbzer2q1A60qXqVSsoxppOrFd3xPyY2Dpy2zTMriwQFptOp62adKVHm8PFTCsfGDWqDjjMdf0aZiYlpH9lnU1lL6aDAANXHerWqgX321pzpIO1zsMQrZYJAQUKAu5Xz4aN27ToquuQsfaOzOXnSJ+jY8UH1UMepfXzo0x3LEyeOqYe/ipUqgVGLiZOmwDxCwXI+IFLWdPqrs2AgdgoC2UWAAzTkpaPMc2bTX8lLJ5r3BTokJ04cB+WYJzFSyTLqIe3auQOVQkPTRS9Znl+IEctQzb4mTZrgvvvuQ4MGDVCuXDkUKlQoVyamugVmS96r2D0oXPNVtZlYSJe9KH7fCjWV29WnVLbkLTG179AB3R55JEsyleX9L1iLQIedD9PuhUGK6FxzOjSd30jNsV6/br1aW8/oMuso37p1G403UHt29UZQUBDKl68ARrPpDEdqDjgs/LGe0WEOyLz68jAcPXpUTeXWWWkL78l00md8MR3UY6nMWn7OlKhUKRSzZ81U/eE1retyxrOLMxpNm5OuHUBi+L+gI8op2ilxl1T0mJFpRpZJUYe+JCvoOHPatZtPGcWTGLEXqUk3kJocrSLT5D27qCxSEyOUU00djEIrYZMD5U2y6ZLm9ngWa56lruSoE5o9CUi6cURFw2nHla0D0umVjP0R4BRvtkIntZMWSWa0mc4apyQzmspIcpP6tUHHmk5ihOas6k4t+UlLfl1LFUa66aD7gbqol/yspKy75uDSeSYxzXLdsWakl/pI/bK5dvlGdIx6/QmddeoKCiisnPqz5y+qAQDmWc56Ou9si3nadPDIcRWZppPLsqzoqjb6TR26Tv1sSe7g4ePK8Q6tUBZnwy4qFka32UcOBnDQQRWaHMwdfr0qIvKa6iMj08SGxMi/Xi9nQaCgI6A/TPGhhg9JegSK/eaDCPPm0/XIO2rkiGytkaMeWxIfADlNkQ/51Ovl5YXH+jyuohGM1nKTuJHD3wY3xmGaEWw64OQ1J8ryYTtSe5ikM27aV8pQlmXEJTIy0ijOtKP6Tzv4OXw/e5Z6OGQfjYZoCTo3tOXUqVMgH/tNm9kfrVqLDO1UcixjPcsY8WYfKEt+tkF+TtckT0ZtUVbIeRDgtULnmFE7Ws3Pm04TnRw6TRvWrwN5WMdrIC4uFoHawDbzdJ4itd9lpkk36+M05yqIWXVdVawYijhtYJzRTA5OMbqpKvPhwdPTE6VKlULt2rXRunVrtGnTRk0H547gfn5+ObI41TW9M+3iURhc++xXvhf8a7yGYm0Wo0yPU+pcuOYb8C7VHq5eRXPUhq2Zvby8wXXyHGSk8+rt7a3W0Ze6NbW/abNmanCSgyaDhwxVzZ8/f16dec89f/6cSvNaoiPMQRlVYOEQGlpZRaapa8TIUWpNtTkb2w8KCk5XbKlMZ7BUZ1528552DOwjP2e2H6oNpvDa1fU429lpnWkCfePgp0jRotQ+ZbogMWI3UhPCUViLTDMazPXQHoG1yAZGfBn5ZQQ64crfalr4jYOfqTpGpslf8oGNSLj8l3JuqYORacWgHRIub1O6KZ/ZmukbJvYgNSVLXb7leyH27HJwQIA2kPyrD9NalP+OQqB40WBUrVReRU73HjgC/jH6rE9RZjSVUVVvby/QsWb9gqW/KX5GnBllZQS6UvkyrDISdVGOkWvyMQrMyj82/qUcXJZxCjbLSHTSN/21Szm21EniGmHWmRL1UJaRXTr5a9ZvxcTpM9U0bUZtKVeqRFGwfPbcpVi26k8wz3LWsw22pevcve+QikyzrvtD7QG9IoPzv3sPghFnRpOpM6BwxmuSdAyU06451nv2H1JONWVpf3BQwB2tEHs66+wjif0l048Ll2P/oWOgnWyXa6k59Zt1QoLA3YAAR/I5DZBRJj4U8wGED8V8MOFDFfPPPDvQGL2Oi4vDgvnz8OrrbyCvpneGhKRf20n7fXy8wQe9Tp07q02XuDEO0xk9zPGz5UMWozA+Pr4wn5ropTnplGX/W7duo9YYUiYv+h8REa4iQ3RYGIXnZ0NbIrVBgDWrV2PkqHfBNaPHjh1Fq1Zt1HTLTZs2gBvzcNou5dgPb+0Bmg6Vl/ZgzSmeXFsYpD3Qsk8ntIg+XwuWUVtsT8i5EDivOUPTP5tmHEyJ1JzjL778SjlNnJLbpm079Z3hAArvA127PYKJH3+s+CnLASs62xyIYaSR3zs6YpHawBKvKw7EeWnPMJThAFZJzVl1FoToQHM6eJ06dUDHulOnTip63bJlSzCSzfKqVauicuXKiqpUqaLOzHsUa4tireaiVKetKPvoWZTudkitfQ5qMg0BtV4HI9IGV898BQU/Kw588F5Jw4K0SDPPXtp9jvdx5vk5kziwxrpz586qa4GfL68NOtUcWOVgDAdSyKMT9XKAhvcVDuDweqEuXj86D8+81ljOevLxesqojHZkVGeug7qX/7IMDRs1VpH0jRs3KNt5b2MfWe+M5HTO9IXfW6u1yPGXt4DEdcnnllTGtX0fqHJGd0ksT4zcrz4TOtyXNzyqor/6mmdO+6YceUnUa17G8ogdrxnbYV6XV4q1A+XYFm0hMU29EbveBM+U0cmSLpbp9TzTIdfUyn8HIXDpSvgdO1jT2ezR/yW15pkOICPEjITqU6FNy1jOekameSaxnsQ063XiOmpdN8vo2NJZ1KOx1M9ynZg3hYF5vY7nLn2fB51M8pjWmZaznnnyk8hHftrCctYzwsu60R9+pnbypt10xHUMyE8elrNflCU/o8tJSUkqCm4pykxeyujtUI8uS3kS603bMsWH9STKmMua6mSdkCBQUBHQH7L1h2Y6lXwY4kMKo1eRmqPGByHmyavj8NuqldAfgvQyR59ps2mbtJUPc6Zlpmk+lLEfeoQ5PDwCfCDUH+gYtbI0NVF/kFuyeJFRnb36T0eXD7TGhkwSQZrD26JlK/WQyLRetWTxYnTo2NEY+QnVIkJ8aCYW3t4+anplcDCndd6MpNWqVRt0qMhDzPhwHKpFbg78tx9paVB6qN9SW3qbcnYeBPTBMA6kkBo2amQ0ng7UU/1vzlgkH+tYpjvbLCMzB6goS2KaZXSAWE8nRZehHNOsd0ZycXFR3y8OSnHzMkas6TjToSbRmeaZVLre0/Aq0RZufhWBDHbfRj7742czdvwH4GdH0/hZ8jNkmsQ8P2MSrwXSuPET1MCL/tlSB9M6D3VRh5fmkJNfL9fTzFMv9etEfpaTyMfyjMpYn1Ed5UnkoQ4Sr2faSHv0gVDz9snnTOR0znROwE1LTUBK/BVFTOdEVngFAXsg0LNLB8ye/gF++vJjNK5fC5v/2gndwbVHe/bQ+dHo15T9b7zwNBISEvHV9wtAx9kebRVQndItQSDbCOhrpvmwQiE6c4xW8QGFD0ws4xpJ5snLPOnBTp3BqOeJE8eZdThxWuL58+fUNFM2zujyL8uWglP7mLdEfOBiP7hWjw+AdDD1aC3rKBOqOaJcQ00+PogxUsdIHPPde9zewNOe/We/wsJuTq1khMdLiyDTtoyIryyaP28uIrVIYUY8XLOo1+/fv09N4w0MDAIHD85rkcsaNWuBAylBWqTKS3sozkiPlAsCgoAgIAg4FoEC7UwnXN2Bi2s7KGLasdBKa4LAnQgsWr4G/V8YgScGv6lowtRv7mTK5yVvvTdJ2UmO3t0AABAASURBVM4+PPvyKGz5+3/53GIxL/cIiIb8gkCXrt3wxefT1dS4D8aPRZAWDT2vOa2M6JpGpul09x/wjOJlxNfR9tPhGzL0BcybN0fZyugypzYzImGtLXSwGW2nLvaXEXk65/pUwSUmkWl79Z/94lRKTqmkDewfI8SZ9YlO8WN9Hsf4se/hzJnTd7AGBASojdoYhafOIM1hJk7sb5D2+TJSzf5ERISD/b1DgRQIAoKAICAI5BkCBdqZzjNUpWFBQBAQBASBvEWgALTOaCzJtCt0sBi5ZSSWkVk6YjwzT+J0OcrwrPMyb6rDUWm9fdpFMrXj0V6PqamM5GHakk0sZ71pHXVQF8m0j8yTWE8yrWPeVEdu03R0OSuA7fGzoI10sjl7wDxNO9g+ZSZOnoq6deuBfOQnr54mD/WRKKPbyHrWkZ/ry6mHaZZT3jSty8hZEBAEBAFBwHEIiDPtOKylJUFAEBAEBAFBIEMEpEIQEAQEAUFAEBAEnAsBq5xpbgAAWCXqXOiItVYhkJpmgKurK3Lyd/OayomE8AoCdxcCBoPh7uqw9NYZEBAbBQFBQBAQBASBuxoBqzxiHx8fxCfnr+3k7+pPMZ91Pj7ZTe22iBz88ZpKS03JgYSwCgJ3DwJpqangdyQnPeYAVaomlxMZ4RUECj4C0kNHIJCSkgLeg3LSFgfh5Z6VE8SEVxAQBGyFAO89vAdZo88qZzo4OBiRcd7WtCcydwECEVEuKFKkSI56ymsqNTkpRzLCLAjcLQikpiShaNFiOeouNyziuxtzJCTMgoAgkP8QcEKLYmNjczwAyHsW5Zywu2KyICAIODkCvPfwHmRNN6xypkuXLo0L19ytaU9k7gIEouLd4O/vn6Oeuru7w9XNqssxR+0IsyDgjAikJMYjtFLFHJnOjan0V+3kSFCYBQFBQBDIJQLXrl1D4cKFc6SF9yzK5UhImAUBQUAQsAECfF7iPcgaVVZ5L4UKFUJ8kkzztgbwgi4THW+AX6Gc/YDqmBTVotmpyYl6Vs6CgCBwCwFPN6BWrZq3ctk7FStWDBcvXswes3AJAoKAIGBDBBITE+Hh4ZEjjbxnXbp0KUcyNmQWVYKAIHAXI3D58mXwHmQNBFY502yofIWKOH1FotPEQug2AgfPeaJu/ca3C3KQata0KZLio3MgIayCwN2BQFpyHGrXrp2jzpYpUwZnzpzJkYwwCwL2RoBT6Uh6O8nJyYiKitKzYP769WtIS0szlpGfpBeQx1SG5QkJCSAxLZS3CERERKjXnuXUCjc3N6SkyN4p2cdNOAUBQcBWCFy4cAGlSpWySp3VznSzlp2w+4x1EUirLBUhp0Bg34UQNG/R3ipbW7ZsAW/32w9QVikRIUGggCGQlpoCPz9fFCpUKEc94ztor1+/niMZYRYE7InAzwsXYvDgQXjjjdfB9PHjx/Fkv3545ZWX8eMPP4Br/MeNHYv333sfL780DHSgyWdR5uWXMGvWLMUzcOCzeEXL9338cRw4cMCeXRDd2UDgyJEjCA0NzQbnnSzlypXDsWPH7qyQkoKBgPRCEMiHCHB5ia+vr9WWWe1Mt27dGttPFrW6YREsmAgcveSLBg0aWNW5GjVqwJCanC4iYZUiERIEChACCTHX0OnBB6zqUaVKlXDw4EGrZEVIELA1AlevXkWtmrXQv/8APNK9OzZt2oTadWqjQ/sO2Llzh7r3D3j6abTv0AGenp6IiYmGJZlnBw7EpMlTcPFCmHKm+dsxcdJkPDfoOVnaYOsPzQp9+/fvBz8TK0RRs2ZNUN4aWZERBOyBgOgs+AjwnsN7j7U9tdqZZpSkTLkqOBKWszUx1hoqcvkfga2HvNGseetcGfrAAx0RHxWeKx0iLAgUJAQ8DQno8vDDVnWpfv362LVrl1WyIiQI2BqBgc89BzrR//zzN6ZNnQpvby8tglkZbdu1xRgtGh0WFoYZX3yhljQEBgWp5s1lWJicnITU1FQkJCQyayQ3N3djWhJ5gwCn2l+5cgUhISFWGVC3bl2ZXWAVciIkCBgRkEQOEeBzUr169XIodZvdameaKnr2eQ5rD5ZnUkgQUNdCj979c4VEn8d6g85DrpSIsCBQQBBIiotC9WrVwFfHWdOlKlWq4Ny5c4iPj7dGXGQEAZshwLWwUyZPxvC338a6P/9E/QYN0LJlKyxbugSDBw/Gd99+qznX3rh8+RImTZyIXTt3qfWz5jIdtKj1Tz/9hGeeHoBq1avl+PVLNuuQKLKIwNatW9GkSROLddkt5BTxPXv2ZJdd+AQBQcDpEci7Dpw/fx58o5C1z1m0PFfONKfzxhlK49hFGQ0mmHcz/XPEC5WqNbR68b6OXZAWjWhx7z1adDpCL5KzIHDXIuCeFouhQwblqv/33HMP1q1blysdIiwI5BYBV1dXvPHmm1i0eDGWLF2Gdu3aqejlnLnzsHjxErz+xhsqP3PWbEyeMkXxlShR0qLMDz/8qHQ89lgf5Uy/8sqr6kydpNzaKvLWI/D333+jVatW1ivQJLmMcP369VpK/gsCgoAgYF8E+HzEe06OWzERyJUzTT3PvTAci3Zat9EE5YUKBgLLdlfEwCFv2KQzw158AV6GeLV+ziYKRYkg4IQIcLlD4wb1wShNbszngy2jPDExMblRI7KCgCAgCGSKAB9K69evr6I8mTJmUVm8eHEULVoUu3fvzoJTqgUBQUAQsB4BvvGE75fOzXpptp5rZ7pWrVqoUrctfvvXn/rsRaI3HyMw7+8yeKh7f6vfz2beNX9/fzw38Bm4Jl4zr5K8IHBXIJCakgQftyS8/fabNulv+/btsWzZMpvoEiWCgCAgCJgjcOPGDTAq/eCDD5pXWZXv3LkzfvvtN6tkRUgQEAQEgewgsHz5cvBekx3ezHhy7UxT+cuvjcK2M1Vx5IJsRkY8btLdceT07ispNdHn8X427XC3bt1QoVwpxEfLdG+bAivKnAIB96TrePP119QaUlsY3KhRI3BjoH///dcW6kSHICAICALpEFiwYAEeeuihdGW5yQQEBIBLVBYvXpwbNSIrCAgCgoBFBDiThu+V5ltPLDLkoNAmzjTbGzNuGmZtqYLwKJuppFohRyKQw7aOX3THL3urYfS4T3MomT32SZ98jELuKUiKj86egHAJAgUAAUNCJB58oH2u1x2aQ9GnTx8V6eFOu+Z1khcEBAFBwFoE1qxZozZJrFOnjrUqLMpxHeP169exfft2i/VSKAgIAoKANQgcPXoU//vf/9C9e3drxO+QcbmjxMqCChUq4KU3xmPS71VxPdZmaq20RsTsjcCZq+74ZnNVvDdhOviaNHu05+Hhgc+nfwrP1GjNoba83tMe7YpOQSCvEEiLj0SjejUxdMhgm5vg7e2NXr164dtvv5XdvW2OrigUBO5OBOjonjhxwmYPpeYoPvnkk2oDxcOHD5tXSV4QEAQEgRwjcOnSJfz888946qmnciybkYBNvV6+DmHoK+MwYUVVnA93y6hNKXdyBA6c88CM9dXw7tjPYIvpEZnBUbp0aXw6bQq80jSHOi4qM1ZnqRM7BQHLCGiOdBPNkX5vzGjL9TYoDQ0NBdc0fv755+JQQ/4EAUEgNwjs3LkTW7ZswcCBA3OjJlNZNzc3PPfcc1iyZAkYTcqUWSoFAUFAEMgEgcuXL2PmzJl47LHH1CaHmbDmqMqmzjRb5hqX4WOmYfr6muB6WpYJFRwE1u7xwbxddfHRlJmoVq2aQzpWsWJFfPft1wjySUNC9FWHtCmNmCIgaXsikJqSDEPcFTzUsS3ee89+jrTeh3r16qnXEk2ZMgUcodXL5SwICAKCQHYR2LhxI7Zt24YXX3wRfO1ZduWs4eMrM+mwL1q0CLLvgzUIiowgIAgcP35czczjDD36FbZExObONI2rXbs2Zny7ELsi78eszRWQkGRgsZATI8C18J/9URmXPXvi+znLwYixI7tTrFgxLJg/Dy2b1INL/FWkJic6snlpy9kQcBJ7E6Ij4JpwBW++9hKGDh3iMKv5+hr+oHz33XfYtWuXw9qVhgQBQcD5EeBmY2fPnsWwYcNy/Rqs7KJRpEgRvPLKK2rH8F9//TW7YsInCAgCggA4+MfNDJ999lm7zKi1izPNz42vN/pw0jdo2HEExvxSGyv/DWCxkJMhEJdowKLtJTBpTV08/MQ4DH/3ozztwZjRozDy7dfhmXIdXF/KqF6eGiSNCwJWIMBN9Vy0aHSz+tWwUBsk4kY7VqjJlQiXaLz66qvYt28ffvrpJ/DVNrlSKMKCgCBQoBHYu3cvJkyYAO6A+8QTTzi8r15eXhgyZIiKhE+aNAmMNDncCGlQEBAEnAaBixcv4quvvgKnd7/55ps2e4WvOQB2c6b1hviqhJ8W/A6fyi9j+KI6mPdXCLh5lV4v5/yJAF9zNntLBYxdXhflm4/ETwtW2Xx3YWt73rx5c/yybAmGPPMEPJMj4JIQCTon1uoTOUHAEQikpaYiPiociLmI6uWLYuLHH2D8uLHw9fV1RPMW2+DDaf/+/VGjRg1wHfWKFSsQHZ3t3fMt6pRCQUAQKFgIHDlyBDNmzFC73w4ePBgtW7bM0w4++OCD6N27N1avXo3Zs2fjzJkzeWqPNC4ICAL5CwG+tWThwoUqUMBgxaOPPmpXA+3uTNN6g8GAp54ehDkLV6Nh5w+x/Gh7vL2wBmZuqoAN//ng2EUPXI9xQWqaTAcnXo6klFQDIqNdcfi8B9bu8cGX6ytpn00tbLr4MO5/bCJ+Wvgbuvfo6UiTst1Wly5dNKd6KUYNfw11q5SGIeYCXBMiNIflqnKuU5OTkJaWlm19wigI2AqBtLRUpCTFIyHmOlLjImCIvaQGfh7tcj9mfvsVPp021WF7DmSnTw0aNMDw4cPV622mT5+O77//XkWs0wrc9yc7aAiPICAIREREYP369fj444/V2uhOnTqhf//+CAwMzBfgcKnZ0KFD0axZM6xcuRKffvqpslMGA/PFxyNGCAIORyAxMVEtW2MkmrPtuOHq66+/7pBnLYc406aI3n///fh4yneYu+hPPDJwBtyrjsFfkb3wzfY2GLO8EUYsaSDkQAze/7UxZu1qi//FPI7C9SfgiRe/1j6btXh/wnRwMzk4wV/Tpk0x8ZOPsPLX5Zj40Ti88Gxf3NugKkICXeGL63BPuCIkGDjsGvBIvIpA9zhUKROIh+9vjrdeGYofZn+HZUsXY4gW1SlRokS+/VbxO//222+ryBOjUR9++CGmTp2qdtLdunUrDhw4AL4G5/Tp0xByEAaCtVxrdr4GuEs2N/b6448/8MMPP6ip3HPmzIHBYACnVdOJLleuXL68b3EjVNr4+OOPq1k1X3/9tbJ/3rx5ajBgz549ajq43K/kfiXXQMG5Bvgcsn//fmzatAkLFy7EJ598gsmTJ+PChQvgjGjur8AggaNuWi6OashSO3Xr1kWfx/th5OhP8OmMOZg9Zzl+mr9SyIHHfLqiAAAQAElEQVQYzPrpF0z9/Ee89c4E9OzZS033tPRZOUtZ1apV0b17d4wZ/S6++/YbLFq4QIteLxFaJhj84iAM6DTPnfMTPps2FS+//BLatm2rIr7O8h2indzpskePHipazQ07OA08JSUFx44dw44dO1QEiDv5Cm0TLLbdiYFcF86FCR1O7uzPvW54v+IsFe7S3aZNGxQqVIi3hHxP3KCsQ4cOePXVV8G1kYxYcxnLuXPn1PR0uSad65qUz0s+r8yuAb6W79SpU3BxcQGdZt6vGAigIx0SEuLw+1WeOtMO7600KAgIAoKAIJAjBPz8/MDoT6tWrcClFb1790afPn2EBIOCdA3c1X3p2bMnHnjgATRp0gRlypTJ0f0hPzLzVV0VKlQA91fp3LkzuF5S7llyz5ZroOBcA3wbCR3nFi1agNO5OXCWl/cicabzEn1pWxAQBAQBQUAQEAQEgRwjIAKCgCAgCAgC+QEBcabzw6cgNggCgoAgIAgIAoKAIFCQEZC+CQKCgCBQABEQZ7oAfqjSJUFAEBAEBAFBQBAQBASB3CEg0oKAICAIZIWAONNZIST1goAgIAgIAoKAICAICAKCQP5HQCwUBAQBByMgzrSDAZfmBAFBQBAQBAQBQUAQEAQEAUGACAgJAs6NgDjTzv35ifWCgCAgCAgCgsD/2bsOwCiKLvwdNQkthR5qElC6SO8dFBQpFhAbIlLsyG+hKIqoIFURUERUpNhoSkc60qX3EBBI6LlQE0rg32/CHpvLJbkkl2t5gbc75c2bN9/O7s6bNzsnCAgCgoAgIAgIAoKACxAQY9oFoEuVgoAgIAgIAoJA1kZAWi8ICAKCgCAgCHg+AmJMe/41lBYIAoKAICAICAKCQGYjIPIFAUFAEBAEBAErBMSYtgJEooKAICAICAKCgCAgCHgDAtIGQUAQEAQEgcxFQIzpzMVXpAsCgoAgIAgIAoKAICAI2IeAcAkCgoAg4FEIiDHtUZdLlBUEBAFBQBAQBAQBQUAQcB8ERBNBQBDIygi4hTF99uxZHDx4EP/++y82b94sJBhIH5A+IH1A+oBb9oGdO3ciIiICFy9e9KqxQ1xcHI4fP449e/Zg69atbom9jA9kfCR9wEF9QN4v8ozz4D7Ad9S+fftw8uRJ3Lhxw+XvYpcY0+Hh4Zg7dy5GjBiBzz//HPPnz8fevXtx7tw5XL58WUgwkD4gfUD6gPQBt+wDkZGR2LJlC37++Wd8+umnmDhxIlasWIHz58+7/IWeFgU4AGE7fvzxR9WOCRMmYM2aNTh69CjMZrNbYi/jAxkfSR/Iun1Arr1ce70PxMTEgLYk371ffvklPvvsM/VOplP29u3baXkVOoTXacY0Z70XL16sXtobN25EaGgo3njjDbz33nt46aWX0KlTJ7Rp0wYtWrQQEgykD0gfkD4gfcAt+0Dbtm3x1FNP4ZVXXsGAAQPw5JNPImfOnJg1axbGjRunvLoOeTtnkhAayz/99BNGjRqlJrCbNm2q2tGvXz8888wzePTRR9GqVSu3xF7GBy3kushzUfqA5/QBuVaZdK1atmyJ9u3b47nnnkP//v3x/vvvo379+uBk9/DhwzFz5kzltc6k12gSsU4xphcuXIgxY8YgT548qsF8YVepUgW5c+dOopAkCAKCgCAgCAgCnoJAUFAQGjVqhFdffRXdunXDf//9p2bJOUPuTm3gIOPbb7/FsmXLULduXfUu5sRA6dKl3UlN0UUQEAQEAUHAZQh4bsUhISFqMpiGddWqVTFv3jz88MMPatI4s1uVqcY0v72i693X11e9uDngMJlMmd0mkS8ICAKCgCAgCDgdgYIFC6Jz587o06cP9u/fj8mTJ7vFt9V//fWX8pw3a9YML7/8MsqXL+90bKRCQUAQEAQEAUHA4QjYEFipUiW1eqxWrVr47rvv1CSyDTaHJWVzmCQrQX/++SfWrVuH3r17gy9wq2yJCgKCgCAgCAgCXomAv7+/8lLTA/z1119j165dLmknv30eO3asWob+9ttvo1y5ci7RQyoVBAQBQUAQEAScjQCNanqqY2NjMWnSJFy7di1TVEirMW2XElOnTlV8NKQDAgJUWA6CgCAgCAgCgkBWQoCfM7322mtYvXo1Vq1a5dSm89tobo720EMPqf1InFq5VCYICAKCgCAgCLgJAvy+mpPb3Nfk1KlTDtfK4cY0LX993brDtU2XQCkkCAgCgoAgIAi4BoF8+fKBBjV/Tmv58uVOUeLIkSNqWfeLL76I+++/3yl1SiWCgCAgCAgCgoC7IvDAAw+ga9euoMM3KirKoWo61JimghUqVECTJk0cqmSWEyYNFgQEAUFAEPAqBGjYHjt2DOvXr8/UdnHW/ZdfflG/klG0aNFMrUuECwKCgCAgCAgCnoJAmTJl1K9W/PDDD+DPazlKb4cZ0/xGmpuviCHtqEvjWXJEW0FAEBAEBIGUEeDPQG7YsEH9PmbKnOnLvXPnjtq99Omnn0ahQoXSJ0RKCQKCgCAgCAgCXopAqVKl0KFDB9CghoP+HGJMc9du/uwGf5/SQXqJGEEgsxEQ+YKAICAIOB2B559/Hr/99htu377t8LpnzJiBpk2bgrPvDhcuAgUBQUAQEAQEAS9AoGLFiqhcuTLmzJnjkNY4xJimV/qpp55yiEIixHMRiI+Px4ULF3D9+nWbjeAuepcuXbKZ56hE1sEdbOmhsSWTulFH6morP6U0lmHZc+fOQidHt4d6U3+2I6kuQGr5tsq4a1pqbeG10nHWz8nh4q5tFL0EAWsE6DFu3Lgx/vjjD+usDMV37tyJGzduoF69ehmSI4XdG4Fbt27h/PnzlneQ/mzkme8nvqcyowV81/HdxOe2tXz9WZ1cPvmpF/WjntbE9rBd5Mts0nU16uCo9wpls41sa2a3IyPyeQ15rRzZbiOeDDtKdkbaKWUFgZQQaNmyJegIPnz4cEpsduVl2JheuHAhuEOa7NptF95ezRQdfQFPPfkERo0cqYw+Y2Pj4uLw+uuvYdiwT4zJGQrz5csXF8+6oOnTf8Ybb7wOboOvpxnP/F6ROlJXY7o9YZZh2Qb160OnmjUexNNdu+L06dP2iEiVh3pTf7bDFnNq+bbKuDQthcpTawuvlY6zfq7xYHUMHDgg037eIAV1JUsQcBgCDRo0AL9tPn78uMNk8l3csWNHh8kTQe6JwIEDB/DwQ20s7yD92cgz3098TzlSc75fv/tuMho2qG/z3bp27VqVx/rr1K6Ft9560+bzmXpRP/JZE9vDdjlS7+RkJfdeGfnFF2BbkytnTzpls41sqz38ruJJ7d2bVr3YbutrKu/qtKIo/K5AgO/Mv/76K8NVZ8iYpoHE2XD5HekMXwevErB8+TI122Ns1ObNm7Hhn3+MSRkO8+X75BOPg+cMC0uDgL59X8F6rS2k337/A+cvnMcXI0bAGbPRvr6+GDfuS3Tr9kwaNPZc1vz582PK91MteE+YOBEr/v4bc2bPzrRGiWBBwBkItG3bFkuXLnVIVevWrQN/hsvf398h8kSI+yLA3dkXLV6inokjRnwB4zPyl19/Q2BgkEOVN5uj8c/69WjSpGkSuZcvX8bX479C6zZtsHPXbkyfMVO951euWJGEl3pRP743+Uyn3tSfcbaH7UpSKJMSWDd1YN0kvldmz/4Dv/32aybV6P1ibWEq72rvv+6e3sLg4GAUL14cO3bsyFBTMmRMr1q1Cg0bNsyQAlLY+xA4efIkFi1aaGkYjcx5c+fi5s2bljQ9wDx+c79Ce/kad9YzLkOiB2fN6tXgUjBjuUuXLuL27Tswm81JlpZfvXoVHGDyJ2JYh17OeGY6PdvG5Ui20oxlGM6TNw8KFSqsqFq1aujUsRPOnT+XSAfKsdUuliexTuq3ZcuWFGfDdRzYdluz5vqyMp4pa8/u3UnkUcaxo0cVHhcvXlR4sX7qoRPl8xrs2rUzUTv0fP1MHVjH8mWcMDmZaAUC20w8Oeut18fBll6WZ/IQl02bNqVYD3lJJpMJXPWi492sWXO0a/cI1qxZk6g820+Z1I06siyJ7aROrJdxknUa89hPeD2s9SUv+xfPzCcf+SmHxHTmE2PGmcf6qA/jJOZFRp6EdR9mnoNIxHggAmFhYaoP8/mWUfXpHWzRokVGxUh5D0AgR44c4GavfCbmL1AAJtO9Z2RQUBCyZ8+uJnb5nOUzPSYmxtIqPov4vOL7UX8mGfMtjIZAwYKFMPm7KaharaohNSHIdz2pXbt24ERv1apV8cAD1bF9+/YEBsORelE/6s1nuslkAvVnvGDBgmC7qB/fHXy/WN8XqT1r+czls/fKlSvqXUc5lGdQwRI0me5hxvr5Xmnbth1WrVyl7km+Q/guoR7EyVoOn/N8FxBfvjstgq0C1IlLnrlEnlmUQ3mUS/msh+k6MZ96812T3Lua7yjms37qoZfVz9SHeqX2Ltf5iTPfTcZ+QKyJpVG+rTRdBs8mU1JMbb2rk9OfGLFvEgPKI1mnEU9b73mWYVnqqLeHOFCGTpRF0uPEnm3kWU9je4kr8aWeerqcvRsBvjtXrlyZoUZmyJj+999/xZjOEPzeWZgvxvnz51uM3127dmHz5k0oUqRIogbzYfVSjx6aMdoBvXu9jGZNm2iemiWKhwYZlzu3ad0KzZs1xUsv9UCrli0s+VxG9cHgwZoH/CR6vNg90c/N7N+3Dw+1aY0Xu7+AR9q1xdCPP05iYLISPkQHvP8+Bg8apAYfTKOuHR5rj4MHDzKaKnF1xv79+1BIG3Dkzp1b8afULjLwJdeieTOlX7enu2rt76i1I5JZSWjp0iVo3aqlZjyuVoMkHRd9GTiXVxE3kpLVqSP69OkN6kBhfDkMHfoxHn74IVVf/Xp11ZI8vTwxGD78czRq2EBdg8c7dwZ5ltnwmPHF80y3p9FJq6Nv3z7a9WqaaEkfrwmXuBF7vT4u3+OggbqwriFDPtTa2wHPPtMNTZs0xg4bgy7yJkeUwZUAgYGByJUrl2KjfOJJmdStU8d7eO7YsR0dOzwGviDJTDx4vT8dNoxRhVPv3r1APV/U+kvjRg0tfYwMxIn4Ex/mW/cn5rOf8rqQX8eA14Vx6vvRkCFoqRk67MOUM/X77xNNQpAv65G0mAhwuTd392Y4vcSVOaVLl1bGTHplSDnvQYDP/tTeq3zG688kvle3bd2aLAAmk0m9e2Djj89Tvvfy5y+gchn2D/DH5SuXVTwtBz4rP/hgMFpr73y+X5o3awrjszK1Zy2fuc20MQSJz+r27R9VE5j26HDnzh1wgsHHJzdoxKb0niO++juD4xY+04d98gmIhbEuxderF/q99ZYy0Jk/evQo9S5g+/iu4vjm0N2xBvNTeldT9lJtPMB3FNvHdxb1YD3MI372vsvJT/pl1ixQB76bKI9jE6bzvdlWGzNwPMQ4dTO+N5mWGlEf63d1SvovXLhAjQs4zqBstuvlni/h52nT1IRRSu95wBoeNAAAEABJREFUvn/5HmZb2G/YHvZr1kdZJH5iSGKYxOemcWUj6yOexIH4EmdjeZYR8k4EaLPkzZsXnBhMbwuzpbdgeHg4uL24yWRKrwgp56UIcDaSTePLjS+pP/+cj9q16yhiuk7z581DZFQkli5bjn37D+DJp57Cl+PGWYxw8tWrXx/b/t2OXbv3oE2bhzBzxkz1PTRnk8eO+xIlS5bE7Dlz0bx5c7IrCtAMrV9/+x0HDx3GFyNHgsvObW0wwBd/+/btwRcHZzNZeN3atSgbEoL77ruPUZs0+dtv0UIzhkn16tZBhOb17f+//1kGHCm1i8b3l19+iSZNmqo2rVm7TpuRz44pU75LYmBxsoqGWK/evdFR836bTLbvNbZj3JdfqfbOnDkLu3buxHZtoovK83dtly5ZgmGffqryf/ppGvz8/JiliLj8qU18jBo1GocOh2PHzl34esJENDPgqRi1A70Kk775VvGQd+zYcVi9ahV2aAarlm35z+u4e89ebNEGaNxVeOasmSqPdXH5H8ux/E/TfgaNYpWZzIEzzZMmTsTgwYMUvfD8c+DnAo8//rh6wXKm+quvvkK5cuVVP2Ffirseh2nTflISq1SpqpbwrF69SsV5nalvW82TQk/JggV/gS/p3//4Q12PNlofmzhhAoyz9Pb2J1WB1YGTSOz/Y7V+vf/AQbz2+uuYOvV7HDt21IpTom6PQCYo+MADD2T4MxU+J2rVqpUJ2olIT0QgpfeP3p7q1R/Exk2b1DOzcuUq+FZ7p/FZque74vzPP//g7+XLwXcY392DBn+A7777Dnxv2KsP34WTJn2j3mWr16xF4yZNbBbluISeTHqNSVw59/ffy9G8RUsULlwYKb3nfpg6Vb0zZv3yq3qn8vzsc89Z3v+sMC7uOj7//DOcOXManw8fAW46yPfNK6+8ivX/bFD6rVy1Ctlz5MCvv/7KIto74RhSeldTX77rHnn0UTVeIk581y9evFiVJ072vstVAe1AI2LJ0mXqXR0aGgqOr4gN35tly5YFx0Mam9rfwfjeZJo1pfauTk3/hg0bqbHdTm38Qtm0MbgXDcci7Jtse3LvefKTkhsvMi81smcskJoMyfdcBGrWrAm+S9PbgnQb01xCxCWu6a1YynkvAoWLFAaN1JkzpuPfbdvA72Y6de6EHDlzWBrNBzYfztWrV0eZMmXAJV6PtHtEbVzCB6jOWK5cOWX8+fj4IDQsFCdOHMeVVGa9ixYtimLFiiljq0yZsmpWmEaULtN4rvbAAyq6c8cO5aVcv34d2rRuo+pUGTYOpUqVRv0GDRQ10V7WUZGR4IOYbSKl1C4aaRFHjoDfmLFN1LW1Vh9fHJxd1asjbq9o3t/atWuje/cXVVv0POtzgQIFNAxLK55SpUshX7582ks+wbP+33//qfaXL3+fyq9QsSJIugzOxGfLlg2r16wGZ6X50qpTp466HjqP8cy6yMMBSImSJcDZPA4cjDwVKlRU5QsU8EdwiRLaNTuhruu5s2fVUv9SpUsrdl5bPawSbBxu376NnTt3qG/2ONAiTt9O/g41tAcf2bnU/8iRcDWxt379emWYlCldBvv27VN1EosWLVtirTZJwpc9r7NfnjzQn11cjliseHGcOH4C/GyF38+w/xlnKHmNitnZn6iTkfbu3Qt6bbj0cNmyZQov6nH06DEjm4SzMALsc7xP0wsBJ8x4L9kqL2lZC4HU3j86Gg0aNkAB7fnM52P9BvURGxebxLOq8zrrvE97VoZp73u+n0wmE7j0MnfuXGnyFvH9VEp7B1JnfSk5w9bE5b49Xuxu2cTto4+GoFev3uBydfJSjq33HN/RHHA/3LYtOHYxmUzqXVKqVCkWU8RylLdo4UJ8PHQoeH+rDO3Adz6J78/s2XMgTDNgdS8+nwEsm9y7OlIbZ5w/dw6FCxXWHATL1aanfL9u3bpFkwyk9V3OQnw38t3GvkBjls4NtpH9okGDhlivjYfosbV+b7KsNaX2rk5Nf+JUW3O6cAk8+zENefYHfg6T2nte14XPQToLiLG940W9rD1jAZ1Xzt6HAD9R4XgtvS3Llt6Chw4dQvny5dNbXMp5OQIPP9wW0WYz3nvvXfCBWKNGzUQt5gP7jGZcGRNNmlFnMtn2vhr5HBnmA7xJ06bgN0a8kfidTd1UflqmzUNtMHToJ4roHR84aBCm/fSTeumn1i7K58vJ2IbsObIboypMw44vkW3aZMT27f+qtMw4lNEmGz76+GM16fHUk0+iTu1aePihh6AvPTPWyQEAl79xieATmmf49ddeS7SKwMhrK3wrPh584drKSy6NxvpEzdPw94qVmDnrFzXJsW/fXgv7+fMX1CTIsmVL8cWI4YpoXBcMKqgmD8jYpElTcMKD5bhsq472wuaMPK/V2TNncTQiAlx+x/Jz585RnyPkypmTRTNMNHQuXDiPr8ePV7r9+MMP4ECNA58MCxcBXoEAV8HwfZqexnCSkJ609JR10zKiVgYQ4DPNHd6r6WnCUavVOtmzZ0M2bUyQHlmpleEzmCvauEKKtH3HTvR46SVwUj+l9xyNvPjb8ZbJelv1nDlzRr1TSpQoiZ9//tnyiRmXSvM9w12uH2vfHvwsKy2feERfuAAuQf/111/Uu4SyLsbEwN/fX6mRlne5KmB1yG41DmmjjQPOnz+PgwcPwPjetCpmiab2rk5Nf5PJhIe1SYpt/25Tk+FrtAl+/nQRDePzdrznLYqkI8D7JrPHAulQS4o4EYHs2bOr8SUdH+mpNt3GNAfFue9+I5qeiqWMdyNAI7WpZsTQw9exQ0dt1tQnUYM5e8gZ0bjYWMuM+PW4OBVmp07EnIkRk8mEpk2bKa8sv82pVu0BlClTJk018gV861a8+o3X1NpVRPPa80Vu9K7TuM6eLbvF+GPlHTTM6IFt0aIlxo0dqwxGpqeVaLTlTMUwbNy4CZYt/xtcav/XgoW4fee28lRb1/X333+DP+XDnVdXrV6D337/PdGsuzW/ddxaFw5MbmsGtjVfcnHO/rds2QpcinZBG1iQj8vnCvj7g8vnaHDrNHrMGMs3pPyeNDQ0DLy+Bw8eQrtHHmFRlV88uLjyci9YuAh62bnz5qN8Csv8VWHDgW1gW5h06dJlxMbGMagoLKyc8przswNdPs/16zdQ+XIQBPi84X2VHiROnDgBlk9PWSnjKATcR05q7x9bmsZr7y5b6fakcdMxelNpKJGfq244wVPEan8U5qVGYWFhiL12Ta1eIi9XPN26dQs5tEEu46SUnrXMdwSl9J7Lruni6+OrlnnTOLZVH9/vo8eMxefDh6tJai7dJt+xY8fwx+9/qE+u/tmwUb1vuEKNeSTr9yPTjFSocGH1WdSwTz9TZfkeIb3//gALm73vcksBQ4DjEENUvbfKlC2b5L1p5EkubPNdbYf+/EUCn9w+qk72JXrLWYc973nypUaJ+89F0IhmGfZjR4wFKEvIcxFgv+UKkfS0IF3G9FnNo0jPTnoqlDJZAwGTyYRnnn0Wb/XrB37zYqvVXMbFXRP5cxRHjhzB2LFjUKp0adD4scVvK407hB+/u5TZVr6tNG40cvy/45YZYy755ezu338vh/4tra1yehq9tvxOiTR16lRwM6tq1apaDMuU2hUYGIQ6detivOap3LlzJ1auXIHffv0VXGrHB7peR0hoiDL2ur/4IjhgnjFjepJvqnXelM5ly4YoT+iPP0xVhvC0aT8l2vRrw4Z/8OSTT6iZ5/PnzyH88GFcvnRJLRW3lsuBGgc30dHR4It36dJl6lsqa77k4qVKlVaTKnPnzFEbrs3md8q7diXHniTdZDLh8SeeAA1p9hsyBAUFgZM2338/BWvWrMGxo0cxaNBArFq1ktmKOOnHzw6WLFkCfoJAT6DK0A5ttZlwLmH78ccflE7TNU8CZ/zZTi071f8hIaHYvXs32BYaRJMmTgA9G3rBhg0b4pKGJ38+hsvcFi5YAG6cR/x0HjlnbQT4GQHfqelBgZ8k8Gc90lNWyngnAim9f/QWz5o5Uz3z+Q6aPWc2aMga3z86X2pnTprfX6ECJk/+Vm3yOH/+POzftw/8VCi1stb59erVV++oqd9/r85fjhur3oHl7q6ATO1Zay0vvfGU3nP6u2TVqlX47rvJSs+xY8aA7zR9QpXGdPHixVBBw6VTp84Yq7UjMvKk2jAzh+b9jTHHqM3OiP22rVstaqb2ri5btiy4FHWsNk7iZ5b79+9Xm5vxkyYKScu7nPykeXPngrtjUxeOZ2rVrKW8c8yjR5jvzYULFyZ5bzI/JTKZkr6rU9Of8rg0v1WrVvjjj9+1tlazjKnsec+zfErEPs5xA5ffc7zJvVE4ftTLZHQsoMuRs+ciwHcp36npaUG6jGluJBAYGJie+qRMFkKgVKlSePnlXpaHs3XTmzdvgZde6qmMUe6gSAPjww+HJMtvXZ5G9333348333wD69evt862Gachxc3LuGsjd3MkE19+3LgiNDRUff/EtJRo3rx5eP21VxWNGT0K/Ob5s88/V4Yiy6XULs5sv/nmWyhVsiS6PPUk+vbpg+YtWqBbt2dYNAmxjdyA7McfftCMtl1J8lNLoPefM9f8ZrhN61ZYqxmcZcqUtRQrV648eJ36v/22+n6My/IffbQ92rd/zMKjB5o1aw4OeLg8rXatmli8aKHd14oyOPDqoV1vvihbtmgO/q5nWpeo8psoLrOf/vM0xMTEKG8+N/V68MEH0evlntq1aKUmC/z9AxJNPtSsVQslSpRI8j08PcSc8OGmcs2aNsGYMaPBndmprz3Eb+afffY5fPrpME12K9Cbwhe/Xpb6fvLJMPWNG+UTXy6HYz/QeeQsCOgD8bQiwYktDkDTWk74vReBlN4/equ5moe/ZMF3EN9Fffr0Vc9SPd/eMw0uvl/47uY7nBPLL77YQzOm69orwsJXqVIlvD9gIH7Wnu18P2zdug0fauMBvsPIlNqzljyOoNTec1z+/Prrb2DSxImgnnyfFfAvkKRqk8kEbkxGT+ukSZPASbOXe/XGV199ieoPVMPAAe8rA1svyHYSy+Te1T4+PvhAwyOPnx+eeLyz+lUMTtzS+KeMtLzLyU+iTh9+8IGSx0+jnnjySSZbiBvVUa/U9pGxFDAE+O4zvqtT018vSucLnXVc8m0ymVSyyWRSm3em9p5XzMkcunTpqsYvb7/dD4937gS+p40TSBkdCyRTrSR7EAK0a2nfpkfldBnT9OzlyZMnPfVJGS9GgEbq8r9XoGfPl222cvjwESDpmVwe3advX3Cnbn63NHfefNCgZT5fENx52iiLYcpnPeThJhmTJ3+ndsZsfnf3afKwHMuTp3LlytiivZT1fBp08//8U6UxjzxcpnbwwEHUrVtP/X4n02wR62X91FUn6s5NRgoU8LcUSaldZOKSpe+mfA/u7kwaNuxTi1FKvak/20FeUteuT4PLwqpWrab4jPlsF3WibnzvXBUAABAASURBVOTlmXFjee5ounHTZlUfdxblEnNil8BfSDMgx1quAdszYOBAVQ/zjcQyXD5NnUnTfp6ucKQO5NPr1uNM4/WmvmyXyWTSJg26gd+nsfycufNgrSvL6EQ5vHb6dWK6yWTCBx98CC6b9vf3Z5Lyon8xcpRqH68Ll6o/8MADiQaHRYoUUUvZuz2TeNLCZDLh6ae7Yeu2f1U/4pkDIF5DCieOuv6MUxfqRN0YJx93cmd7SF+NH48NGzdBzycP8V+7br2ST3zfefddm/iSVyhrImAyJQwa09p6vos5OZPWcsLvHQjwOcPnEZ9Leov4TEruvarzPPzww+qZx2cW30V8J+l5yZ2tn4U6H9/ZfHfz2cvnG+umDnq+rTP1pd7UX883mUzo0KGD0ouyVq5ahbqG/UsoM6VnLWXxfcL3kC7T1pl8rJs62MpP7T1HPXq89JJ6j1FPPttpgJtMJvXcN+igDDaON7jHCj+36tYt4f3HcnxPLVy0ONGYiO+K5N7V1JXGL9+7vG4khsuUKcMs8BqOGWPfu5zvY77XeO0XL1mi3k0zZs4E5Sthdw8nThxX71HjdbiblehkC1OTKem7mvKpM3UnMazrrwvkdeF4p3HjxnqSOvO6JPee19vDPqqYtQPDxmvB8vr4hWMQ7nfDX1NhfRq7amdKYwHyCHk3ArRr+XlBelqZLmOaSyD5QElPhVJGEHAnBLhZyPdTpoA7Wbe7+y2tO+mXUV3oMXj1lVcwdOjH4BK8fm+9Ce53UK9e/YyKlvKCgCDgIAT4Pk3uG8yUqpB3cUroSJ4g4DkIuMe7OgEvPov++Wc9xn81Htw81trgTeCSoyDgXQjwPcx3anpalS5jOj0VSRlBwB0R2LdvL6ZP/xlvvPkmHnjgAXdUMUM60WvFSYJNGzdixPDh6qeZpnw/NU3fpWdIASksCAgCgoAg4DYIZM+WDdlMMvRzmwtyVxF3eldztd4UzcnATdG4ksqtP0u6i5+cBAFXIiBPVFeiL3W7HAEuz1q3/h/wexqTKX1LLV3eiBQUMJlM4JI+LiljO7+f+oNlKX0KxSRLEBAEBAFBwMsQ4HLYqT/8CC5T9rKmeXxzTCb3eVezn0yZ8j04XuAnUh4Prps1QNTxPgTEmPa+ayotEgQEAUFAEBAEBAFBQBAQBAQBQSCjCEj5VBAQYzoVgCRbEBAEBAFBQBAQBAQBQUAQEAQEAUHAExBwro5iTDsXb6lNEBAEBAFBQBAQBAQBQUAQEAQEAUHACxBwiDHtBThIEwQBQUAQEAQEAUFAEBAEBAFBQBAQBAQBuxHIqsa03QAJoyAgCAgCgoAgIAgIAoKAICAICAKCgCBgjYAY09aIuG1cFBMEBAFBQBAQBAQBQUAQEAQEAUFAEHAXBMSYdpcr4Y16SJsEAUFAEBAEBAFBQBAQBAQBQUAQ8FIExJj20gsrzUofAlJKEBAEBAFBQBAQBAQBQUAQEAQEAXsQEGPaHpSERxBwXwREM0FAEBAEBAFBQBAQBAQBQUAQcAECYky7AHSpUhDI2ghI6wUBQUAQEAQEAUFAEBAEBAHPR0CMac+/hl7XgpNRp7Fr70GER/zndW2TBnkoAqK2ICAICAJejkB8fLyXtzDrNe/mzZtZr9Fe3uJbt255eQs9r3liTHveNfNajU9EnkK/QZ/j5bc+xHsfj8br73+Kbr3+h1XrNnttm6VhgkBmISByBQFBQBBICwJXr15JC7vwegACV65c9gAtRcW0IHD58qW0sAuvExAQY9oJIEsV9iHw1eTpOHD4aCJmc8wlfDH+e1yIjlHp27ZuRffnn01EkyZOUHlpPcTFxYFlzWZzoqJ/zp9nkf/psKEgXyIGOyM//jAVERFHLNyUM2b0yERplkwPCFB/4mHEv2/vXuluD7EhRtZN5zXR6+j/9luwvj7W/BL3GgSkIYKAIOBCBPLnL+DC2qXqzEAgICAwM8SKTBciINfUheAnU7UY08kAI8nOReDcBTP27D9ss9I7d+5g++79Kq9GzZqY+uM0vPraG+jU+XEV7t2nr8qzPiRnrFnzWcd9fX0x+MMhSnaVKlWxd88ea5Z0xX18fPBWv/4ICQlNV/nkCt2+eRk3YvZkKrFu6j9g4GBM/GYy6tSth9Fjv8SESd8k2x4ayrwGLJsWCgoKVLJ5nZs0aYp1a9ekpbjwCgJORECqEgQEAUFAEBAEBIGsjIAY01n56rtR2y9dTnl5WczF5Je1WHtM6VmmN3PC1+OxauUK6N7NSZoHW/d40sNtT/Ojo6MREBigWGkY0hNLGTwzzgyeGbdOZx6J+f37vak8uLqByTTqo3t6qTN5jW2hF5s8bAv1pXwSw+TV6cLGvji9tFWmUsyuT/TqkpzZFuv2sz3EfuhHQ8CwkYdtZjuTCEomoXjxYJVDLNh+1kV5xIFpzKQ84qWnk4/EuplP3H/9ZZZacaD3B5ZheeJLHvJSJsM8szyJ6UwTEgS8AgFphCCQDAJXr1xJJkeSPRWBy5eSHzt5apuyut5yTd2vB4gx7X7XJEtq5Ofrk2K7/fx8k81ftnQJ6EGmJ5Ne0/DwwzCbo9H3lVfRtFlzjBw1BgEBAaAHmzz0Ou/ZsztZebGxsaARSEOKYXqSaXjNmzsH/d95R3mseWY8JiYGPDNO2TwzTn5WEHHkiMr/5NPPk3hwww8fQpeuTysv7O7duzSdzTC2pXHjpmBbKIf6Um/WQe8803Tyr/IegupOzFTKV/5lvbpEZ7aT7WW7qRvPjLdq3UZhT50fbf+Yaju92OQJDi6BqKjIRHKMkQsXotHvzdeV4ct0tpfGbXBwsMJ+2GefY9vWLahUuTKzFW6UFxgYpF3nQGzZsll5z1lXXFysyud15MQI01LzdpvNZpsyVGVyEAQEAacjIBU6B4HVG7Zh6cr1Ql6EwZqNck09vU9b3/25cuWyTpK4ixEQY9rFF0CqT0CgWJFCKF2yeELExrFKhfI2UhOSaCTphhWXIoeFlYM5OvF30OSkh5EGMg3lyMiTyX4LbVzmXatWbfVdNY0xX18/6F5SnhmnMc0z46yDZ8bJT1q8eBFe6N4D1Iv5RqpStZoyMlkfDUHmGdvCNrEtTG//WAfQ027Lq5vTvxLylOqQqZTdpzDVSEJsI9vLdjOTZ8aZzrhONFDpESb+9Fjbuj46r77Mm4Y4JxNosNNYnv3H78rApqF9+PBhxR6sGdicsOBS/MqVq8CsTaLs2rkTfXr1VLwrV6xUacS4dZs2qgx1VIFkDsnJSIZdkgUBQUAQsEbAI+P/7tqPsZN+EvIiDL6eMkuupwdfz/j420meJbl9UnY+JSkgCZmOgBjTmQ6xVGAvAi8/9yQK5M+bhP2Frh1RMrhoknQ9ITAw0PJdMw0vGmD60mydh8t/aVDRM0kjjWE9z54z+WNjr1k8qjTuGPf39wfPjFMOz4yTn9S1azdMnDBeM+iSGvfktyZjWygr8uRJxULPOj3s9GT/MmumSnOHA9vI9lJX6sMz40xnXKfly5Zg4KAPlGeZ31vr6SmduSKAhjkNZRrA+jfyvIb8dpsTFJxwoCc6NjYWDHNjjqrVqlk80/SGU05y9cRq15TGM/MjIyN5Ut7ttMhQheQgCAgCgoBHIyDKCwKCQFZAwGw247dfZ2WFpjqtjWJMOw1qqSg1BKpXrYAfJ3yOD/7XF6/17IZ3XuuB778ahic7PJRiUS4p5jJpej3pkeTyaBpQNMAiNQ80PaLZsmUHvcTkmTD+qxTlxWqGGb3X5J05czqe6tJVeZYf69ARI0eMUB5PeonpcaYxbSudhh4roVFPA3jg+++BS5WZlhI1bNQYq1evUnVMnTIFgUEJO3Hy217qw/obNW6ckgin5rGdybWfnmLiyBUBPj6+lqXbJ0+esFtHYj93zmz13XqkZuwSAxJlUgivM8803n202VpOOnA1AfsB+Wx58slPIj/7CnUkr65XWmRQjpAgIAh4BgJ8BuvPDmrMyVfupcAz40ay5jXmpRTmxO3ggQNsTqCyHj7LOZhNSYar8m7cuOGqqtNXr5QSBLIgAmfPnrG0ms8zjl9IHOvy2cJnF0lnYpjEOPOHffIxFi5YAH18pMvQy5NPJ1t59qZRBp95rIf68dmXXBrTPZnEmPbkq+eFuufKmRN1a1bDwy0bo2nD2ihauKDNVvI7Wn6Ly0waRfRU0mNJYp4xnR7dMmXKqG+nmT9y9Fi1qzYNYX5HTeOJ/DpRLvlILKvn03Cjp9Pe9Odf6K6WcevlqJcxjWHWSf11PVgX62QdHTp20rzesaChyHymsX7KYzlXkVFf6kB9qBf1o+5sA9PZXqYRTxLDpE+GfQbmsZyOAfl1euLJLpp3OGHTN8oaOuxThaOOAWVQns7PdGOcsslDYr+gvqyH9bEM83V+hslH0vXSeZhG0mUwXUgQEAQ8F4GQ0FBwUo4DPLaCK2m4GojPCMZtEQefafHicCXNHdwBPz+xJc8RadSHejlCllGGfItpRCNzwiJVEMgoAoULF1EiaNQywHEKyTj+Yro18bn3w9Qp4IrJtu3agWMbOo/4TOR+Q0w3/noKnzHWedZpXClpK02vm89DfU8jptGot5XGPE8mMaY9+eqJ7l6HAB80nMEjTflustqgLKWBntcBIA0SBAQBQSCTEODkHCcnaUSzChq8NLCNz13de8L8W7duqc90dC8O98j4dNhQtXLIlheHg1UOPjt27AxuGkkZJA56+UwfNvRjbYL0Gi5evKj24iA/iXVyQKrz6bKp148/TFW/SKGnkYf6cLXTzp07LMs1WZ5Gti6PepKX6SzL+hmnPkKCQBoQEFY3RID3NZ81XJlpr3p87tGw5TNPL2M2RyMsLEytvmQ6N23V8/is5GSjHufZmp9pZ86cTiSDaXwO8Ux+foLHMFcNUgdbacz3ZBJj2pOvnujudQgYPaX09ureVK9rqDRIEBAEBAEXIMDPT+gZ4WCPGz4GBgaB+y6MHvul2tOBA0gu1aZqOXLkQJ++r0L34nA1E7059ALxVwFojJNPJw4UWZ6DR3p8zGazWu7NQS89P9179ED0hWgUKFBArTgiP4mDWcrgQJay+UsU/MUCpvETJu43wfroNeKqGurDXzUoVao0WZJQdPQFtGnzMMhLOZRHuZRPnZIUkARBwKsQyBqNCQoKVEYw72lOmJEYZuvHfzVOTfpxEo1hppmjzdpkXiyDiYjPGD4P+Tzj5q4Mk4GOnJq1aqHfm29gyZJFoOFuS0aMOcamXMrgs49nI9lKM+Z7YliMaU+8aqKzICAICAKCgCAgCKQZAXpfOJjjwDEwMBB37twBB6X0WlMYjW0OGBm2RfQic4DKXxewzqeRzl8r4J4NmzZuUEu9zQbPD/fxCC5RQhVjPeSnHtSJfPz1AcrmPg7h4eGKj0Y0dWNZlWDHIVCbIKBMslIO5VEu5bMeptsifRBtK0/SBAFBIBMRSIPo/44dVdwXtIk53rN8PnCJd52LaefQAAAQAElEQVQ6dVQ6D6++9oaaHOQkGsNM4x4+nOxjWCc6bMLCyqlfQJk542cEB5dQBjrzOak4b+4cjB47Tq2S5JJuWzL8A/zV5CDLWFNwcLB1klZH0rQkTB6WIMa0h10wUVcQEAQEAUFAEBAE0ocAB54cUK5Zsxq6wUlvjFnzIlMil2dzwMiwNXHZNQeHHKDy1wWM+RzU0kjXPdz81QjKIo/u+aG3OlrzGjON3mt6xllGN5Tr1K1rGQBzLwjypUb6gNqsGe3XriX1OrGt1IU6p7baiZ6o1OqTfEFAEHAtAqXLlLXsK7Ns6RK7lQkICMTqVavUJJ+xEFew8PnQpGkzcJJPzzNrnmz+ogqfCyzL55efXx5wgo7PO04E8nlYpEjRJGksQzksx0lDhvk85HPPVhrzPZnEmPbkqye6CwKCgCAgCAgCgkCaEOCAMVozamnE0rjmkuh+b76ulkUGat5qemt0gTRGaWzzG2R6lfVfW7D2THO5Nnkpj2Upm4NPDhw5IKW3euD77zFLEQebrIvEMOtkmB5kEg13xWjj4OPjC8qiAc1syk7uVyraP9YB/PUJymQbOAhmGSFBQBDwbARe6P4iOFHHe5vE54L+/LHVMubxUxPux8N9F/g8MO4DwYk9fmpo1iYWuf8Cw5RD2XzetG7TBkWLFlWeZT5z+Gs3/AUayqVRbUzj/gwkGs+6jnwe8jlnK431OIEyrQoxpjMNWhEsCAgCgoAgIAgIAu6GAAeJ/PbZx8dHqcY4PTMkemmYyDSGyUNeEgeSXE5JPhJ5yEviIPH5F7ozqIjl6F3mQJNn8tMzTDlMIxPlkxgmMUw+EmWTmMY8Y5hplMU6ddn8lQrWb6yX5ViXrjPrZj7ThQQBQcCzEeC9zHuazwsSnwtsEZ8VJIZJDJMY5jOD+y1w3wWW9ff3V7t6szyfJeQ5FRWFGjVrMQimMU9/3jCR9TCNzxU+X2ylkYdk1JGyyGsrjemeTJlnTHsyKqK7ICAICAKCgCAgCAgCWQgBeo6yUHOlqYKARyJwJPxwhvSmAcyfIE1OSMVKlUCjO7l8SU+KgBjTBkwkKAgIAoKAICAICAKCQFZEgMvUs2K7pc2CgCchEBpWzpPUzRK6ijHt2ZdZtBcEBAFBwKsRWL5sKbirqFc3UhonCLgBAsWKFELnR1sLCQbSB9ykD7jBY0FUsAMBMabtAElYHImAyBIEBIGsiAAN4r69e6lNnrihCTdYYhqNZR0P6zg3MJn+8zTwp33ITz7yjBk9EvpGSkynPMpmHnl0spVnK431UIbxdzp1GXIWBLIKAj2e6QwhwUD6gPv0gYdbNsoqjx+PbqcY0x59+UR5pyAglQgCgkCGEKCRq/9eJTcuIdWoWTNFmTR6ubtot2eeBX/ah/w0eo27FtOg3rJlM/hzRP3feQesg2kUzLN1HncutU47ffo0WM/Ebyaja9du4G9psryQIJDVEDhz5nRWa7LXtzcq8qTXtzGrNTDy5Ims1mS3b68Y025/iURBQSDtCEgJQcCdEFi7Zg0e69AR3MXTXr0iIsLxVJeuidi5O+jAwR+CPzXEDG6YFBQUCG6owp8iYjrTksujMW3NTwMiLCxM6RYSGsqiFq+3ishBEMgiCPD3YrNIU7NMM4sHl8gybc0qDQ0uUTKrNNVj2inGtMdcKs9XdM5fy+BoOnj4qEuBYf2ObhPlubRRrqlcavUQBO7cuY1zZ89YtL1zO3HckmEI+Pn5agZvoEqZNHGCWupNzzMTZv/xh4pzmTWXc9MYplf5woVoZqdIZnM0rl2LtcljK+/ixZgk/DHmGLBOm0IkURDIQgh8MmoSnn65v5BgIH3Aqg/cuXMnCz0JpKlpRUCM6bQiJvzpRmDG7IWYPO13h1K6lXFgQUe3iTg5UD0RlWkIZE3BJlM25MqV29J4U7bEcUuGIUCDl8Ytk3r36YtXX3uDQUWdOncGl32TuJybOwrTg00PsmJI4RAQEAga6rZYbOUVKOCfhN8/wF/zdPvaEiFpgkCWQyDm4mUICQbSBxL3AXd6ENzWJrDdSR/RBRBjWnqBICAICAJZBQEHtbOAv38iSdbxRJlapHLlKpg1c0aalk/7+Pim+v0yDW96sM1mM6KiIpVRzCXfWpUqbJ1XtGhRWKeVKlUa4eHhSreII0cQHByslnxThpAgkJUQuHnzZlZqrrRVEHApAlydRUqrEubo1FdtpVWm8GcMATGmM4aflBYEBAFBQBBIBQFuHlalSlX06dVTLelesmQRKlWunGIpfh9NBuvdvJmmk4+PD2rVqo1+b76OkSNGoFHjxsoo/vWXWYrFOs8WP43vYM2Apm4zZ05Hw0aNVVk5OBcBDipJKdXKDehS4zGW1z8p4CcEaSlnlOGKsFFvhlPTgZNJnw4bCp5T400pP2fOnCllS54gIAgkgwDvUz5nSLwX+anSb7/OSnRPGuN8Ho3/ahxIfK6Rn+VYnrKM1UREHAF/rYJ55MmTN6+Sy1+fYBrLk5/3v3Ua00m28mylkVco7QiIMZ12zKSEICAICAKCQBoRoHHMpdykAQMHK+9vSEgoWrZqbZFkHeeScONu3mSk8ct0GsaM01CnzAmTvgHL00NNTzjzrfNs8TNN123kqDGgfKZlgKSomyDATwW40zuJu7hzwJqZqvFn3jjwzUgdHBhzcod9msS+npo89lneUzynxiv5goAg4FgEaPxy4pb3K4n3It8/ydXCZ8SaNavwUs+X1SdPfP/s3bMHnHBmea64Io+xvP45lC573do16tcn+CsU4eGHQX5baboMW3m20nR+OacNATGm04aXcAsCgoAgIAg4EQEa2zSS7a2SvBUrVbKXXfgUAu534OBQ98ZwsGrUkHmDBw5Q3hkan/TO0CNDT4uRzximYc0BLnnIayxDI5seH6ZRnjFOHVgf06iHzrd+3VowrOfT06Svoli44C/QsGb9LMM8lueKCZ5ZB+uiHtSHfCSG+TNtrVq3YdRCTB8zeiTY5tWrV4MeLmYynWHKZD2Msy6jbKaxHqaxXpZLjuLj45PLknRBQBCwgQCfDTR+OXFrI9tmEj8nSvh1i3t7dQQEBqhPk2wWsEq8evUK4uJiwV+f4DMtLKwczNFmm2l60bTy6+XkbB8CYkzbh5NwCQKCgCAgCAgCgoCTEOCkCFcb0PPCKmkUJpyjsXTJEgwc/AGjagBJb07fV17Ftq1bVJp+4Pfx/ASAFBISppJ1bwzLdO3aDYxzNUPt2nXURnjWXqL+77yDtWvWqLLR0RfQps3D4EZ5c2b/gS5dn0aPl3qCXiUOpvVVFPXqN1Df4VPnwMBApSPrYJg7x3Ngy/pt6awb/apCwyH6QjS69+iBqlWrGlKTBiMiwkFPvL7KgpiwHtbHeqlT0lKSIggIAulFgCtJWDbi7nJsTrJxgkt//nAii7Rp0yaygRNmKmA48HnHZwP5+JxgXM82a4YyJ+qYxwmxGzduqr0/9Hyeud8B62PYmnRdjOkp8Rv5JGwfAmJM24eTcAkCgoAgIAgIAoKAkxCg0UePKr9l5zJGvVr+lFrrNm3UZwJmczRWrlipvsPnz6pxIzmdj2capjQsaUju2bNbLYWkQUmPDvN5VvGQUPXzaKzPbDbDrMnVv+lP+P1yX80gjkNgYJDyBgUEBCKsXHkwjx6laKsNgbjcmnXTAxUaGqYGz6eiosBylJ2SzhwQc/ALq7/gEiVUfVbJSaItW7XBsE8+BgfdzCQmxIYDcdbL+plui7Jnz24rWdIEAUEgBQR045gG8Oix40BPMdn5DNCfP3wG1alTh8lqk0sVMBz0+5V8TOYKE55JnKhjOonPGt7DlM08nbjfgXWankfvtXVeSvx6OTnbj0A2+1mFUxAQBAQBQUAQEAQEgcxHYP68uaBHlZ5pfXDKWvntIHeGN2tGL+N16tZVHmUONO35vpjGKo1cluXZxydhqSU90gMHfYDly5Yow5reZvJERUWquI+PD6N2k48mlxvt0dim52r37t2g8U4ByelMI5z5y5Yu4SlZYhtocJs1o58/O2dkpAx6pbn0lJ4ynulJJz709HPAb+RPJSzZgoAgkAICnFCLjDwJo/GbArvK4qQan2GcyFMJ2iEyMtIyWUaZfO5oyYn+856n95rl+Xzh84tpLMtni600XYCtPFtpOr+c04aAGNNpw0u4BQFBQBAQBAQBQSATEODOtvSg0kNcpkxZ0KNq7ZnmQJLLq4cN/UhpEBgYqDzTLGc9oKXRySXezCMfDcmnunQFd21nGo1dfp9Mo5PfPpOXy8GZtnv3LiV3wtfj0f6xDqqu1A7UjTpTD3q2achyYMxBK8vS0KUO1IX1k8jLPJ1e6P4i9LqZz2+h9TyeKYNn4jJh/FcMJiLys9zmzZvU4Jy6sw1M05efJipgiNy8ecMQ89Sg6C0IOA8BH22SrU/fVy3PFN6XXI3C9OS0oKeZm419N/lby27etp5L3HeBzyZ6rXn/UjYn5m7H31K/OsHnmJ7G5wJ/icI6jc8DPmNs5dlKS05nSU8ZATGmU8ZHcgUBQUAQEAQEAUEgkxHgAJPeUxI9q02aNrV4nBnnYJHeY/LRIB05eix4ZhrLkJhnVJOeaqaTyMc8yqE8puk741IOvbZMowwOhJnHOHlZhmmUxzCJYaax7PMvdKdosCzL8Mz0t/r1V8vRGSe/YtIO1IV8JOZpSZb/lKnXzXyWM9ZHRqYxjxiwbpZhms7HPMpgOtPYBmMaZdiinDlz2UqWtMxGQOR7NALGe4z3mX5PP/Fkl0S/DmGM8xnw6mtvWHbzNsrgvasDwucIeSmXxHBgUEElV7+vmUZ+oww9jc8F6mMrz1Ya5QilHQExptOOmZQQBAQBQUAQEAQEAUFAEBAEsiQC0uiMI0Ajl2RLEifCWrZqbSsLJpPJZrokug4BMaZdh73ULAgIAoKAICAICAKCgCAgCAgCmYuASBcEMg0BMaYzDVoRLAjcQ6BC4XPoU28zygSY7yVKSBAQBAQBQUAQcBMEXuzyKP6cMVHIizCYNGKAXE8HXE/X3KK2az154rjtDEl1GQJiTLsMeqk4KyBQwDcOT1bbgzcabUC14qfxXvO1WaHZ0kZBQBAQBAQBD0OgeHAwsmfPJuRFGJQqXVqupwOup8nkPkurS5Qs5b5PliyqmRjTWfTCS7MzH4FGZY/jf43Xo3lYRKLKBrVYnSguEUFAEBAEBAFBQBAQBAQBQUAQcC4CjqhNjGlHoCgyBAEDAqFB0ehbfzO6PbgDBfNeVTkL95fHqiNlVLiE/0U8UvGQCstBEBAEBAFBQBBwBwTm/LUMQoKBt/YBd7jHRAfvRMDJxrR3gujJrYq5eBmZQa7E5NLlK5nSJspNqV2+OW+iQ6X96NfkH1Qtdlqx7jtTCEOWNsf8ffdj1o6qOB5TQKU/UuEAgvNfUmE5CAKCgCAgCAgCrkZg6449mDztdyHBwOv6wN9rNrr69nJY/UcOizPGYWA6SJAYI1eBUgAAEABJREFU06kB6eX5Hw7/Ck+/3N+htH33Ppej5ug2UV5KjapT6iT6N12Ph+4/jOym27hyPRd+2lYdX66rh9OX81qK/rCluiU8uNUqS1gCgoAgIAgIAoKAKxHw9fV1ZfVStyDgcQgsX7YUERFHnKp3aLnyTq1PKksdATGmU8fI4zhEYechkC32EF6qvQ3da/1r8TSviSiD9xa1xj/HSiZRJOpSfkzbVs2S/kqDTZawBAQBQUAQEAQSENi2dStIjPE8aeIEBjOFKJt1GIX/9ussmM33fn3BOm7kNYb/nD8PJGOaI8LUpf/bb6H7889ayFpnR9QjMgSBrIiA9f3FezguLg6//jILPBMTno1x8kz/eRqGfjREPav4HEnu/jTKZznK41nnZ5hpvKeZ1rd3ryRGuq08W2mUI+RcBMSYdi7eUpttBCyp3DCxfMHzKJb/siXNHQN34m/g4t7RyBX+GmqWjFQqHo0OwMjVDTBje1Xcik/+1lp/rDTWHy2tylQpegYNyhxXYTkIAoKAICAIJEaAXp89e3ajd5++iTMcGKPsGjVrOkTio+0fA4nC7DXAyZsaBQRo75dRYzD4wyHo9syzmPrjNDhK59TqlnxBwJsRoKE7ccJ4DBz0gbqveG/p93By7aYRGxkZqe5F3pO8F/kcYdmJ30zGw23boVLlypbi69auQdeu3cA8lmOdXAnCsizD+misb9myGaPHfon+77yDeXPnJDLkrfNiYmJgnUYZlkol4DQEkh/xO00FqSgrI5A92x3cX/gs2lc6gLebrMPETvPVN8cftlqJD1quQtv7D6FwvoRNvNwFp2snF+Ds6sc1Y/oLmG5dxvX47Ji9uxKGr2yE8PNBdqn58/ZqiLqcT/E+W2MHgvLEqrAcBAFBQBAQBBIQMJujsXTJEjzVpatK4ACWxAjPJLPmPR4zeiQGDxyAvpo3h2n04JKYx8Hlp8OGKm+unkYDnbwkhukVYjnKTY2M8uiJIj/LM8x6Nm7YoDzTTFu4YAEGvv8eDhzYD+bR46TrYJRD/X/8YSpFKQ8X+XTdVGIyB7aP8sjPM+NsB4lFeCYxnXUQI8aZZ4uok610SRMEvBkBGrpt2jwMTljZ286IiHDLc8m6zN49exAaGgYfHx9LVvHiwZZwcoHY2FgEBQUqPcjv6+sHppGfZz3vdnw8mBejGdN6mjU/ywg5DwExpp2HtdSkIZA7ezwqFz2LjpX3451m6/B1xz/xZqONymguVzBa47j3v3iBS8rI/rj13xjQYjXa3HcYhe/ujn2Py3mh+KsRiN7yNs7/8xKun9+iKo73b4kPl7TA0kOhKm7v4c4d4IfN1S3s7zZbYwlnWkAECwKCgCDgQQjM/uMPtG7TJtGg1Jb60Rei0b1HD/R4qSdmzpyuPExNmjRFxJEjquyAgYOVx0lPYzo9PxMmfYOQENvP7guazH5vvq6McBqrmzYlfJLDgTIH3vQmhYWFJVqKyXpy5sypVKSnqW27dhj22ee4//4KYB7L6DpQTpUqVZVeYWHl1KCZxuyRI+HKe8Vy27YmvGeUQBsHGgH0dlEuz4zbYFNJOkb0oKkEGwfj4N9GtiQJAl6JAD3EAYEBqm2cBOP9zjMTwsMPo0+vnuo5wDPjvE/5fGC+NTGP3uKQ0MTPFd53TKeMWrVqK4M5PDxcLRHvq00CRkQcgVmbPLx2LdZapIob80qULKXSLl6MQXL8ikEOTkNAjGmnQZ01K7p94yJio5bAvGMI3qy/FOM6LMCrDTYqwzgk8J7xfDymAJYfDsHEf2rhrfkPY/Sa+lgTURrXbiYMTEr5XwQN8I/b/I13m61Fy/JHnGpYtyx3BFe3vIArR2eoC5mrQAUUrD8FN8p+jJjYe7OPKtPOw/EYf8zaUUVx5899HU9X36XCcriHgIQEAUEg6yLQ7ZlnlGfarHmfU0IhuEQJ0DPDAXEVzUClh4nxqKhIVYxeYw6QZ//xu4o3bNQYs2bOANNVgo1DkOYh4nJLGqqkOnXqKC7KHP/VODW45veS5mizSucAWQWSObAuow5mbeCsLwPlmQN6ep82b96kBu805A8fPmxZ5mlLbFxcLPRBO8+M2+Jjmo4Rw0KCgCBwDwHed/p9zEkwLr3m/UgOTnRxaTafATwzzkknPh+Yb018PoRpk2x8BhnzeP/zGUE5/GyFxrO+LJwTZ0uXLIGfXx6NfI3FLOGAgMAkeQUK+CdJsxSQgFMREGPaqXB7f2V5c99AnrgNiP53EE4vbYmTc+/HuXUv4PKhb1Ay/z3jmd8XLzsciq//qYM357fFp383we+7KmPnqWKI1QzoQ+cKYsb2auinGdZfrq0HfmccdyuHArBsoBmPV9kLGta5D/XClfApuHXlqMpz9KFy0TN4vdEGPF51L27HngJM2ZC/wuso2mYF/Eq0RUb/Vh0pi03HE5b/NA45hkpFz2ZUpJR3LQJSuyAgCDgIAR8fX+WZ/mHqFItRycEqxetnhlMiLmsODg5WHuBOnR9XrD4+PspTXEvzEDFfJabh8Oprbyh5HBjT45RaUdZhrQMH8PROsywH8owzHKZ5qSd+M1nJpzebujLdFtE7Ri8783j20fBiWMdGPzNNSBAQBGwjwMmsuXNma57hhIkx21yJU3mv/TJrZuJELcZ7moavFrT8p7c6NvYaONnHxMDAQPCeZ5jEiTUa7/7+/uA9bdYmD3nvMk03yhm2zitatGiy/JQr5DwExJh2HtZeWVMB3zjULBEJelX5nfPIRxajaPRwZeDeiNmb0GZTDvgUqoOVRytg/Po6eGNuO/V98R+7KmH3qSKIu5lgJCOZv31nC6kdsN+c1xZfa+U3Hi9p2eAr29XdynCPWlgfZ1d1xuXDU3D72n/I6F+gXyyerLpH86JvQsXC55S4nIVboGirpfCv8r6KO+rASYNzV/Moca9pXvt8uW0v81EMchAEHI6ACBQE3BcBLsNu3LgpBg18H0EFC2L16lXKK7xp00a7lKbHVi+je6a5hJNeYi4JZ75dgu4ytWrdBkuWLFI66N8p381KcuKAe+D77yFHzhwWvXUd6B3X9Zo542dwsMyBMw18LgWlftQziVBDAr8lZxvIS52oG9ujy7UXI13kjRs39KCcBYEsgwCfMR06dkK/u591TPh6PGrUrJVi+x9t/5jK5+oUfTdvJnB1CO9Bhkn86Swaxo916IiRI0ao5wY3IKtUubJlHwWmN2rcWH2SwvufeuhpNKy530JsbCz0vC+GD0dy/KxTyPkIuMSYPnToED7++COwk7z+2quocP99mPr997jDD0mdj4FdNS5cthqZQXZVngzT7esXcP38Jly/sBU3onfipma83rx0CDcvR+DW1eOIjz2F+LizuH3DjNs3L+NOfBzu3L6ZjDT7kmlk8jeVn62xE/yWeXjbpXipzjbQq6rvwH3H5AOfIo2UB7dQoxko2TkchZvNxV8Hq2HP6SJqwy77akvKtVsrz99qfnXuI5i4oRZuBbTSmBK6cdzZf2DePgiXVrcEv8NuFhqRrqXgjcv+h9cbbkDzchGabICG7s//VkOeGpOQy7+SSnPk4brmcf/J8PvTPWqsdaR4kSUIeB8C0iKvR6BGzZragDZhh22GR44agzJlyoBneoQ/GfaZyqcByuWSPpq3mYPi51/orrBhGQ54ma+XYTk9nWGmM598TFcF7x6eeLKL+q7xbhR6nPXQY5xcecqhPJbjmd9lV6v2gEVvliMP62X9jDdp2gz0VrEM85hGYnmmGYltbNmqtUoyyqBO1M2YZgsjVTCZQ65cuZLJkWRBwLsRMN53vC95H/F+evKpLsrIZeut43zudHvmWbXDPsuTR39OMEyPNM+8Z0l8FvC+ZjnK4j3LONOZT17KMaZRD/LxrOdN/OZbJMdPGULORyDBCnFyvevXr0fevHlx+vRpXLlyBdNnzMTffy/HhQsXnKyJ/dWdj47B+O9mOJT2HUow1uzX4h7nlSM/4PSyNjizogPO/P0oTi9/CKeWtsSpxU1walEDRC2og8g/H0Tk/Go4ObciTs4pjxN/lMWJ30vh+K/F1JnxV6t+A3qTR7Rbis8eXopPHloOLp/+oPVKDGy5Gu+3WIN3mq5TO20z79OHl6nfVG5Q5j/ou2xfvZFTM5IL46/992Pcuno4WvRnFG7yq/Lg+hZrBlO23PcUd2BoZ1Qx3CzzEUo9GYmC9SfDr8QjFun3Fz6Lpx7Yo9ryWsONsMewDit4Ab3qbcHTD+5E0XxXlKy/w0MwbHljrLv7U1YqMRMOhy8Egp56ii6ZPxqX9n/JoJAgIAi4OQK3bt3Cli1bsHPnTsTHx4NxWypLmiBgRIBLv7s//6zyVO3evQv0KhvzJSwICALujwAntnTD1lpbGszMt06XuPch4BJjmjD6+fppnulobeY3EMWKFUO27Nlx585tZgmlgMD1c//g3JqnEb3tfdy6lrC5SgrsyWbRQ31H81TnznYD/M45v08cAvziUDDPNXDH7OL5LqNkgYso7R+DkKBolCsYrfIo8GKcD3ZGFcXcvRXURmH/+6sNxq+vi7/2lcf+M4Vwx5Tysm3KcDTRkKZBTcM6zwOjNf2KWaqoVCRlw5rtb19xP15rsAnVi59S5fafKYyxa+rht52VEXcrp0rL7AO/If83sriqJmb3Z+C1VhE5CAKCgFsiwOV6HR5rjz69e2HGjOlYu3YN+r/dz/J9r1sqbb9SwpmJCOheJnqh6HniwDsTq7NL9O3bt+3iEyZBQBBwHQKxsddcV7nUbBMBlxjT3BVz5swZeOP111GzVk3s27dPKedzd/MMFZFDIgRuXz+PmJ1DcGZlZ8SeXqny/Eo+huJtN6LUEydQouNhlHhsL4If3a6lbUCxh1ajWOtlKNLiTxRp+gcKN56Jgg2momC9bxBU5ysE1vwCAQ8Ow+rIhpinGcUL95fH0kNhWKF5YtdoXth//iuJLSeCsT2yqOZ1LoIDZwvit12V8MWqhnhvYWtM3FAbiw+UAzcKu33HJd0Itv+yIWexRzX9aoFLwbkknEvDcffPlmHN3cXbVjiM3DluIUabKPhVM6DHrauLA+cK3S3lvNOsHVVw8bqvqpDX+vbNiyosB0FAEHA/BJYuXYqmTZth+IgvlHKVKlVCtNmMy5cvqbgcnI2A1JcRBMqULIZnn2ov5EUYPNXxIbme2vVsUPfBjNwablU2Pj7erfQRZQCXWEEVK1bEosVLsHTZcnTp0hUcgLzzv3eQL18+uSY2EODPMZ3++zFcOviNys2RLxSFGnyvGcaTkCNvaUDzBGfLmRfZcgciu29RLa0McuYvj5z+lZE7qCZyF64Pn6JN4Rf8EPxKtkee0o8jb8gzyBf2Iraeq45FmlE8f9/9mL27ImhIzvi3Gn7aWh1TNtfANxtra17nOhi7tj7+PhyKIxcCcecOPOLvVnw2bDxeUm1axs3Lpm2rBm5mpiuvG9ZlAmJU0tqI0hi5qoGaUFAJLnaOXKsAABAASURBVDhcisuNX3bXttR8YfOblrAEBAFBwL0Q8PX1wfnz53E9Lk4pdvy/44i/dQs5cuRUcTkIAqki4EYMz3XpiK6d2gl5EQbPyzW19Gc3utUypErevPkyVF4KOx4BlxjTbIafnx8CAgJgMpnA7d0rV6nCZCEDAtxY7Nz67oje8jZuXYlQOQUq9kPxh9fBN/hhFZeDfQjE3cqhfl6LP7PVb/7D6me36FVn6XBtguDrf+pg+vZqOH93V22mu4oOni+GApXfU9XHRi7GlSM/qrAcBAFBwL0QaNfuEcTH38Lbb/fDnNmz8corfdGrV2/1bnMvTUUbQcBxCIgkQUAQEAQEgXsIZLsXdF5o8uRvUb5cWBKqWeNBzJ07V/N82u/65CYekyZOsCjPn5Lgph6p/WSFpYAbBm7fvAR+M3tG80bTmKKK9Cpz6XaByv9jVCgDCFy7mRNrNC/06DX10fuP9po3uiH4E10ZEOnwogUqvgHf4q2U3Oht76kd21VEDoKAIOA2CHA11RcjR2HP3n3YvmMnNm7ajMZNmriNfvYowg3TZAM1e5Dyfp6LFxNWaXlhS7Nsk8zR0Vm27d7acLmm7ndlXWJMc5n3U126YNfuPTh0OBxz583HI488ijFjx+Gnn34EN3WxByoa0frvM5KfP7XFshO/mYyuXbvhl1kzmexRdPW/P3BmxWN3d3O+jRx5y6Jg3Qnqe2cu3faoxoiyGUIgoPonauk+hZz/pyfuxF9nUEgQEATcBIFr167h3LmziI6+gGvXrqowf5UiPt4zvmnj+1I2UHOTzuQGanz13Uy07/aKkFtg4Jjr8Pxrg11yPSd873njbze4Be1SIV/+/HbxCZPzEHCJMc0Nx4KLB1t+u42/r8gBSckSJdTO3jExMXYhwN9q6/vqaxZeszkaYWFhSm5IaKhK13/nTUXc+HDDvBvnN/TChU2v4ubFA0rT/Pe/gmIPr4VfqY4qLoeshUCOPKUQVCNhY6P42NMw7/w4awEgrRUE3ByBefPmostTT1moXdu2ePaZbrD3Hebq5skGaq6+Au5Wv0n9tBtXKwjdEixupREDA7+79Wxv0idHjhze1ByvaItLjOkGDRqCu3k3b9YULZo3Q6eOHVCmbFltdj8aF2NilEGdHnTN0WbExsbaXfTQwf2JeA/uT9hVnIm3bt7E0SPhDCq6fj1zvIJ3NG/jmW3DNG90e1w7MV/VdeJaKH47+hxG/pkPgz8dj7cHfYaBQ8dg0LBxit4aMEydbcUHaHxvD/rckv/ukJF458MRmP77X0p2VGQkLl28qMI8ZFa7KPvI4UPqZcQwKT4TvTUH9u9lFYpuZ2I9t27dRMSRw6oeHuiN4jkziEvuYrJVQ4GKCZuQXQn/Hmf3TrFUdSziCG4Y+uXBA/f6L5kOGvrz9etxOHY04bt75sWYzTh9+hSDik6fikrUL45S9o0bKo+HAwZ8GTfeO3Fxsfjv2FEmKzJHR+PMmdMqzEPkyRO4fOne7sZHwg8n6hcHDXreuXMHhw8eYDFFxPf4f8dUmIcL58/jvOYJZJh08sRxXL1yhUFF4VqfM/azAwa979y5DeYrRu1w9eoVsLwWVP/PnzuHC+fPqTAPJ47/h2tXrzKo6PChA4k+QTHKjo+/BbZLMWqHK1cug+3Wgur/ubNnEH3hvArzQLziDM+qQ4Y2M98oO6HP3XsWXbp0EVGRJ8mm6Ix2HWO0iUQV0Q5K9t0NsbQoDh6wes4Z+smNG9fBa00+Evsc+wLDJIb5TGaYRN7rKfQ58mQl6tr1afy9YqWF5v/5F8qUKYPs2bN7BAy+soGaR1wnUVIQEAQAOsd+/WWWOjsKD5EjCDgCAZcY01zmzd28P/t8ON5/fwBm/fIrhgz5CNUffBBTf/gRQUFB6WpbQGAAfH0TflbIHgFh5e5LxBZW/l48R86cKBMSasnPnTu3JeyoQMncu3Fm5WO4fmQ87sTHIUee0gisNRrrLr6Av/+Nwb+79inaf/gYtu85oMJMO3jkuCVsHd+h8e0/fNSSv3v/Yew5cMSicvHgYOQvUMASz4x26cJDwsrBOIOWmQPM8vdV0KtFtuyZN5DNkSMnyoaEWery88tjCTs6UKCAP4oVD0aByu/Cp2jCd5hxewfhRsweVRX7Zy5DvyxX/n6Vrh/K3Xcvnju3D8qUDdGz4B8QgKJFi1niRYsVT9Qvymp9P1euXJZ8I75MNN47Pj6+KF2mLJMVBQQGokiRoirMQ3CJkjAuSwoJDUvUL8rddx/ZFJlMJoSVK6/CPBDfUqXLMKgoqGBBFCxUWIV5KFGyFPLkzcugolCtzxn7mVFvkykbmK8YtUOePHnB8lpQ/S9YqBCCChZSYR5KlioNvzz3rm+Y9rwwmUzMUmSUnT17DuirYZjJ3TbZboZJhQoXQWBQQQYVES8fw7MqzNBmMpQ3XMuEPnfvWZQ/fwEUDy5BNkVFtOvoHxCowjwo2T4+DCoqb8CXCcZ+kitXbvBaM53EPse+wDCJ4QL+/gwqIq/xmWGUpRiy+IGDvWhtMunmzRsegURW3ECNn4dxXxUSw468UJRHuSSGHSnbrE2Aci8YytaJe8Y4so7r2qSrI+WJLEEgOQQitAn7vr17wdiXmbZ82VJLEWOcz9bRo77AooULMGjg++D9wLRPhw1VMqzvN8Ypm/cMeSnU1p5KttLIS7KVZyuNvE6kRJPpzqxX6koegWzJZ2Vujp+fH+rUqYOWrVqhVKlS4ADYZDIhp2bEprfmAG1AGR4ermatIo4cQbBmOPoYBpXWcrNlS9x86mDkMZnuDZyN6RkNF8t/GS/U2o56+WfiRvROJS5/+ZdRrM0K5C3bVcW94WAyZQ5+trCxvpa2eByVZjI5r126zv7VhiBbzgSj0bztPWguUj3LcrbGwDpuYUxHwFqWdTwtIk2mxPhly5Y9UXFTtsT3ZaLMVCImk7XsxLJMpsT5qYhLlG0yJS6bzUpPGuuJCqQhYi0rW3YrTKzqToNomLRJBCO/dV3GvLSGHSkrrXW7A7/1ZpoPP9QGbdo8hIKGSRl30DM5HbxhA7Xk2mYrnQNhjgum/jgNJH4qZosvPWmOlv3br7OUwaDrEhAQgJGjxmDwh0PQ7Zlnlf41atbUsx1y5qSrQwSJEEEgBQRoJM+bOwejx45T/Zj3Ymp9+Yep36NJk6Z4uG07fDLsM/WLCcuWLtGetw8rGdb3MuOU27VrN6xbu0bdS9wjwrinEo1s6zRdbVt5ttJ0fmeejZPpzqw3/XV5f8nEI00ntff06dPqu7IK999n2dG7ZYvmavOWjKjAlw1flH169cTMmdPRsFHjjIjLlLJt7juM/zVdh7qlTij5vsWao2iLP+H/wEcw5fBTaXIQBKwRyFXgfgQ8+JlKvn5hG2J2f6LCchAEBAHXIdCz58tqE01upEnaf+Agur/4IkymxBMvrtMw5ZqPaJPOixcvxrJly7B27VowTOLu3vxmNuXSnpWrD4RbtW6TSHGjd0v3YtEw5nJSes5IHPyzENOtvV1MT0428/QyLMcw03SvmS7bqAN5SAsXLMDA99+DXjfLWRPrpc6UzTPj9FaTyMszieljRo/E4IEDwDjzhAQBVyGwds0aPNaho9rfyB4d2H+DggJRo2YtCzvvGRrCU76brDzTvGcsmVaB4sWDNWM6GtZ7KvFzNOs0ymVxszlt/Cwj5EUIpLEpLjGmFy1apHmNS2D7jp2Wgcjyv1egkGH5pr3tCAkJxfMvdLewP9r+MTVLxRncAG0mF27yV7XYaWVEd6y8H345b+L8VT9su9IBhRpNR66gmm6ipajhzgjkKf048pV/Wal46cAEXD0+W4XlIAgIAq5D4NSpU1iuGaM0QklrVq9Wq6Ncp5H9NR88eBAffzQEixctxPr16/DztJ/w7TeTMPTjj9HvrTc9ph32tjhIG5Bbr1ZjfMDAwWrcQM8XV7VRXnj4YeU56//OO1i7Zo02GDdreMQqvr6vvKoZpVvIZiFbss1mMzjgpzeMxDDTdK9Zj5d6Yu+ePYiKikTt2nWUbI5hSG3btcOwzz4HxziWSqwC9LjR82b0wFmxWKLRF6LRvUcP1HCwN9tSgQQEATsR8PPz1TzLgYpbn1jSJ3lm//GHMo45QTRUezZxHySzZtheu5Z4PySmR0dfUPfI6LFfYvfuXeoeVUK1A+VRxpYtm1WfN9vYUynGHJPsPktp5deqlP9ZGAGXGNOFCxVC2ZCy+qyUV8NfKM9VPPPgDvStvxmhQQm/97ciPASfr2yMI7G1vbrt0jjHI+BfdRByF6qjBF/Y9DpuXTqswnIQBAQB5yNAA7Rjh8fw119/KmOU8S1btuCGYfM+52tlf43czO65557H2HFfYujQTzBy1Gjwm/yRo0bhypUrOHr0qP3CPIDzgmZQ6p4no7r6gH72H79bktu0eViNUfj5GAf/HNCvXLFSDfQ5yOcnZRZmLWBLNsvoni8a7QwzjV40DvTHfzVOKwllMNM40L3LKtGOAzd/1Pdq4Jnx5IoFlygBeuiSy2c6deBZSBDITARoGPM+YB2cWHr1tTcYVNSpc2dwcojETxp8fRMMb96DisFwCAwMUvsk0XFWrlw5Qw6UAU0ZtWrVBu/vABt7KvkH+KvyiQrejaSV/24xp5witIk+p1QkldiNgEuMaX4T+fO0aXjnnf9h8OBBikaNHIlLhh1/7W6BSxjtq7RFWITmjV6PhmWPqwL7zhTCmLX18evOyrhyPZdKk4MgkBYETNlyIqDah+AZd+Jh3jU0LcWFVxAQBByIAH/m8YUXuluMURqkb/fvrxmk+R1YS+aKijgaAX56xZ+n5JJiGtGZW6NrpHPAzZr5nSXPOtGDxc/DOPDu1PlxPVl5ixmhp5qGMsN16ta1DPRpBDCNlJxs5tFjRgOeRAP88uXL6pdLWJ/RiKA3euCgD7B82RIWs4uoF/UjM88+Pr4MWnSnx1sl2Hmg4WInq7AJAulGoHLlKpg1cwZ4T9gjhP3y8OHDiVaDMC029prq62azGbwXmGYtTzeKAwICwfuPdfJe4T1fpEjRJGk+d/dZSiu/db2ZGefmvpkpX2SnHQGXGNP33XcfBg4ajObNW4A/k0WqVasWchl2D057U9ynRMXC5/BWo3/wRLU9yO8Th+hrvpi1vSq+XFcPB88WdI2iUqvXIJArsDr8q3+i2hMbtQwxe4arsBwEAUHAuQjUrFkLZ8+dTfRTb87VIGO1cTdvk8kEbpzWuFEjfPjBB3j99deRJ08e1KtfH9benozV5vrSL3R/US0HpVeYRI8VPbqrV69SHmejZ3rTpo0qjfuvPNWlK7jcOjAwUKWxLI1wY4tsyg4JRVhYOXAfFxK9ZPfddz8iI08qObpnmpMY/H6635uva/Uk/FqEj2YYD0zlm2nqRf2oz5Ili8DvwY3tYRuMOkpYEHAHBPipQZUqVdV9offdSpUrJ6uaj48P+vR9FXPmzIa+m3dsbKyw7O/wAAAQAElEQVT67nrkiBHgfcN7iwK41wEnB7nKg7InfD0e7R/rAE54BQcHqzp5z3BPJVtpvBfHjB6pPNb28LNOIUEgmysgCA0NxUMPPZSIGjdpopZUuUIfR9bZrsJBvN5oA+4rfF6JXXkkBCNWNcKqiDIqLgf7ERDOxAjExl2HTjmCn4JP6YSd3y/tG4uLx+ZZ8nQee8+Ja5GYICAI2IvA1q1bwFVWFSvc79DNNO2tP6N83M17+PARav8Sbp62bPnf4LuYg0hurpYjR46MVuFW5Tko17+PpmeY3mUOqEeOGmPxOHOgT6U7dkxYbso88jCN3mOWI+l8TCfZks106zLWfMynoT5h0jdKB10u05nGPMrRifGWrVqrKPWiftSH7aJsYxp3PaY8prGtzFcF5SAIuBgB9m/2W5Led419m+oZ4+zD7M/G3byZz3uEMtjPuRKDXu+iRYtCvy94ZlnK0+tMKY0y3+rXX9kj9vBTrpAg4FRj+t1338GKFStg/XMi5cuFwRG7ebvD5axRMkqpsf9MYYxbWw+/7KiMmNh7v/mqMuXgrQhkars2bt2Bzs+/bqE+X8XgmNlf1Rmx8i306tvDkmfkSyn83sejVHk5CAKCQNoRoMHJXbyNlN7NNNNee8ZLxMfHY9WqlfhoyIfqcyt+duWNn1xlHKmsISGlb66zBgLSSndGgJNBTz7VRRm6tvSkIVyxUiVbWV6VduxohFe1xxsa41RjmjPgzZs3h6cPQFK68D9seRCTN9bEuHV1sf9soZRYJU8QyBACsTdzYvbuikpGUJ5YdKqyX4XTdhBuQUAQyAgC/Akpbjq2c+dO0DhlPCPynFl2/fr1+GToUGTPngOXLl6Ev78/jhwJR86cOZ2phtvVRY8UPV1up1gmK+Tj4wuf3LmFBIMM94FM7qpZWnyZsiFZuv3u2HinGtM6AP/991+ib8y4IcD8+fMQExOjs3js+bi5ALZFFvdY/UVxz0Lg0LmC+H13wkzsg8FRaFvhsGc1ID3aShlBwE0QiIyMRIfH2qNP716YMWM61q5dg/5v97N7Yx1XN+PgwQN4qksXdOjYEQULFULv3n2QL39+XL161dWqSf0uQGDQ270x+6cvhQSDDPeBvi8mfIbmgm4sVQoCTkfAJcb0qlUrMfTjj9WAg7vrvfD8c1i9arXXbEDm9KsoFWZpBJYfCsWm4yUUBu0r7keVomdUWA7ug4Bo4p0ILF26FE2bNsPwEV+oBlaqVAnRZjMuX76k4u5+4DfTJ0+cRN48ecDz9u3bceHCBXdXW/QTBAQBQUAQEATcBgGXGNNPPdVFAfBIu7Z44/XX8Oabb4G/a+nn56fS5SAICAJpQ2DO7oo4dSmfKtSx6j74+8SpsBwEgXQiIMXsQMDX1wfnz5/H9biE++34f8cRf+sWcuTIaUdp17NwN+9evXujdJkyaNK0CYYP/xydOnZCUFCQ65UTDZyOwPnz55xep1SYuQicOX06cysQ6U5H4MzpU06vUypMGQGXGNM+Pj4Y/MEHeOyxDihXvjy4Jb7JZEpZU8kVBASBZBGIifOxfD9dPN9ldKq6N1leyRAEvBMB57eKxmh8/C28/XY/zJk9G6+80he9evVWP8PifG3SXuOdO3dQrFgxmEwmPP10N8yf/yf4axv82Zm0S5MSno7A4pUb8fNvfwp5EQbL1m5x+vX8a+kqT78V3Fr/IkWLubV+WVG5bM5sNHfz5s7dJP6UyFdffYmFCxagxoPVvWY3b2fiKXUJAkYEdp8ugvn77ldJtUtGol2FgyosB0FAEMgcBLhM+ouRo7Bn7z7181IbN21WPy1ld20uZpwzZzZmTJ8OGtVXrlzBxx8NUbt637hxw8WaSfWuQODY8UjM+P0vIcEgQ33AFX1X6hQEXImAU41p7uZt/AkRY9iTfk7ElRdM6hYEUkJg4f7y2HWqqGJpEvIfAnwTlp+qBDkIAoKAQxGY+v336NnzJezcsSPZn2txaIUOFta2bTssWbJYedTbP/oIgkuUwE/Tfla7eidXlaR7LwK3b9/23sZJyzwaAbPZjN9+neXRbXCU8tevX3eUKJHjIAScakwbdWZn2LRpE5YvW4bIyJNqZtyYL2FBQBBIHwJrI0qrgvl94tAo5JgKy0EQEAQcj8Czzz2H559/Ad988w0aN2qEzz//DKdOnXJ8RZkksVChQvh6wkTkypkTXLL+wgvdPXJSwAjPtq1b0f35ZxVNmjiBWakSB+qfDhsKnnVm/soI03RZlKvn6Wem/Tl/nirHulhGz7M+R0QcQd/evZRe/d9+S5Wx5kkpTt1YTteHZ9afUpm05okxnVbEhD89CPCeYf8lsU+zb7Mvk3R5DJMYZ/6wTz5WK1l5T/I+YxrLUgblkU8n3otMZz75mK6nMV2Xy3KMG/nIS/msh3ksl1wa011B16+Lk8QVuKdUp0uM6cjISHTu3Alffz0ey5YvQ9cuXTB06MeIj49PSVfJEwQEATsQ4HLv7VHFFGdjzZgO8rumwnIQBAQBxyKQI0cONGzYEJM0Y3rK91PA35t+/vnn1KZkjq3JsdI+++xTtGjeTFGHx9pj27ZtmDLlOzRr2gTPdHva43f0fvW1NzD1x2nw9fUFjdjk0Fu+bKnKDwgIwICBg5N86x4WVg4Tv5msZDnid6c7de6sZI0cNSZJXYl1TBqjjiw3+MMh6PbMs0qOI3Qy1sT+bIxLWBBwNAI0YCmT9yeJfZp9m2m2iIbtD1OnoGvXbmjbrp26T7nv0vx5c9H3lVfVffBo+8csRWk8V6lSRaWzzLq1a1ReUFAgRo/9UqXzviEfbRHe3+T7ZdZMxcfD3j17UKVKVcXLOI1vW2nMcwXlz1/AFdVKnSkg4BJjmj8n0rx5c/z00zRw6fevv/2Ow4cOITpafpIjhWslWYKA3QisOVJG8ebNdUPzTv+nwnIQBAQBxyJw7txZjBkzGk0aN8IHgwfjFW1wt3DhIhQsWNCxFTlYGvWc9csv0Gn2nDlYvWYNeB735Vdes8zbz89XM1oD1c9w6p4meodpYG/TPNjTf56GoR8NwcYNG0APFAfYKUFNHnqrdBm2eHUenm3lG9OoB2VRJvVh/fSSMc4z40Z+6zDzyWfkpxwSeXkmkW/M6JEYPHAAGGeew0kECgKpIMB+SAO2Ves2qXDey46KilSGbUhoqCUxQc5JjBwxQq30MPZpGuYNGjay8CYXMJujERYWplbi6LJpuJOfedwYmeFatWqDOthKY76QIEAEsvHgbPL19cHZM2fVC451nzlzBrGxcTCZXKIOVRASBLwKgf1nC2HbyeKqTU3KHkWhvFdVWA6CgCDgOATWaAYoNyGb/+df4KQwJ4k9wbuXP39+FCpUWBtI+mpe9Aua8V/IEr9w/jyyZ8/uOJBcIGn8V+PUIPvChWjNmA6A0avU/513sFa7bvRO0cNLT+8D1avb1DI8/DD69OqplmfT8O3dp6/yVvV4qaeSaV0oJiYG9IDR40Ze6/zZf/yh9KJhT96lS5Zg2GefK5nUh140eslYnmfGrWUY48wnnz380RoW3Xv0AOsxyjCGb926ZYx6fVga6HwEgjQPMT3LZrMZnAgiMUxN9PuWk0MMM80cbdbsg1gGLWTWDGFfX1/N0zwOvH/XrFllsSd0JrMmf8uWzaDhTiP58OHD6Pfm66pO5tmSq5elwa+H9bOtND3P2eeL2nPG2XVKfSkj4BLrtV27R8DdQqs/UA3c2bvHi93Ru3dv7YXu3rP5KUMpuYKAeyGwOqKMUsg31y00LivfTisw5CAIOBCBzp0fx0uaYeXv7+9Aqc4TtWb1avw87SfLJ1aHDh7ER5qnloNN52nh+Jr0Zd70KnFZqVkbfOuepuLFg9Xybw6wU6s57O4y7wmTvkFISCgoyzjQty7PfhASEmYxvq3z9WXeXFLOHdRpWNCTpvPFxcVC95LxzLieZ+vMfPIxj2fGGbZF3FyObbeVp6d5+iSK3g4vPnt80zjBxXuP/Z5LvOvUqWNpk37fcnKIYWYEBAao+5VhIwUGBmmTgT5gnw4OLmHMUp9ujB75BZ7q0lXx0HjnPUe5XBrOJeLJyaWg4OBgnhKRrbREDE6M+Pr5ObE2qcoeBFxiTHMmf/SYMdixcxc2bd6CLVu3oWWrVvboKzyCgCBgJwKHzhXE5hMJL4VGIf+haL4rdpYUNkHAfRDQv2t1H43uaUJP3vjxX6FmjQfx7rvvYM/u3fj1l188ZkPNqFNRKFmyFHRveqnSpZA9Rw7cunXzXiO9IMTfzaZ3mk3hkk3GOcBm3F6iZzo6Olp5kfWBvq2y9PyOHjsOW7dsSeIts+ant8ysedD0dBoaEUeOqCjPPj6+KpzcITl+tpFl9DPD9pDJZLKHTXgEgTQgcI+VBjRjy5Yu4ckuCggIxOpVq8D7QS/AtMjIk+C9wz5uvJ+ZxhUfAwd/oFal6GX0Mz3SgYGBWl4gwsPD1T1K2TSWfXx8FBvl68+LPXt2gxNxttIUswsOuXLlckGtUmVKCLjEmKZC169fx44dO9T3O7wZOEvLdCFBQBBwHAJrIsoqYT45bqFRiHinFRhycAkCNEb070Pp3eN3bkyjsawrZB2nJ1D/rpX8jLMsiWG9HM/MZzrroJy0pJE3PbRk8WJs3rQJr772mipewN8ff/4532M28KpZsxZmzpwB/sTXwgUL8OGHHyJv3rzIly+/ao+nHrhEtPvzz2LJkkVqmSeXeu7evUstsZ7w9Xi0f6yDahoHyPxmesf27Sqe0oEeMA7gKZfybfHGxMSoZaRcGs5lqPrgXOfVl3mzj5o1b3mbNg+rpaeUyf5LT9rMmdOVnrruellbZ1v89FCvXr1Kydi0aaOtYpImCLgMgRe6vwj9XmS/99EmjHQj25ZSzOPnCVO+m2zZzZv3ln7v8LvpRo0bK8OaP53F+2rXzp3q8wzK5ycVp0+fVvcl47y/GjZqrBnTAQjWPNC8V/U0vlNIlSpXtuhIQz0kJBQ0qHW99TRb+kpa1kTAJcZ0pOzmnTV7m7Ta6QiEnw/EP8dKqnq51Lt4/ssqLAdBwJkI0LidN3eO+saNS+1I9OClpAONC74r9O9ayc9BFL+RY3njDq5cNsjv40aP/RL8JpZ10bCxJ41lU9IjpTx6duvXb4BSpUortpw5c6rznTue8Xu91atXx9dfT8DBgwfx/fffo5ZmXI8Y8YVaGqka4oEH9hP2DxKXdvpo3iYSw0zj0lIO0Nk0nbduvXrgN856OvNY5smnuliwYFyXQTnsfyzPM8uxfNGiRUH5ej7l6MQBOZeLM49nxlmecRLDlKOXZ12sUy+vn1muZavWKmqL35j2ybDPoMulfrbkKUF3D3Ry3A3KSRDIFATYB9m32edJvH9YEfspiWESwySG2ee5t4BxN2/msbx+L52KitL6ei2Ql2nMI7Eu433J+4v3COWybvLoaYyTjDryviGvrTSmu4JOn4pKUq0kuBYBlxjTS5cuius11wAAEABJREFUBTdqkd28XXvxpfasgcDaownfTufMflu+nc4al9ztWrl2zRo81qGjxTCxR8GIiHD1zZs9vPQUBAVx6V6A+obO19cPNKbtSWNZe+qwxdOgQUP8+usvmPD119j+7794uWdPhIaGITAwyBa7W6ZVrlIFnw8fjt+5OdaLLyrPtFsqKkplOgK5c+fO9DqkAkEgPQjQAH7iyS7JFq1YqZIypJNl8KKMosWKe0NrvKoNLjGmfWU3b6/qRNIY90bgaHQA1h1N8Jw1Cv0PwQUuubfCop1bI0Dv1bGjRyw6Xo+Lw7GjEZa4rYD+E0XM408GcbkdPc+M60tfmcYltzRu6S3m96DMNxK/cSMPl8lGRNzTgUv7rl2LNbLi4sUY2JOWqFAaIxUrVsTsOXPR46WXwM3IuEx68AcfeMxu2NeuXcOokSPRunUrtGjeTNEz3Z72mGXqabxcwi4ICAKCgCAgCKQTgeSLucSYlt28k78gkiMIZAYCayLonTYhu+k2msi305C/9CNA71Wp0gnf4lNKbh8flLy7zJlxW3RNM3Rp8DKPy+aMGzjpOxxzuR2XcPv6+ioPNr3K5DcSy5KPS/64yQyNbubz21ca7AzrVKCAP+xJ0/nTe+YOzg8//DB69e4NLj28c+eOZXfs9Mp0VrmVK1bg33+3oU/vPmjarBkGDBykefaLg5uEOksHqcd9EKhaqTx6d39KSDDIUB9wnx4tmggCzkHAJcY0X9Sp7ebtnOZLLYJA1kDgeEwBrI64653WjOkS/uKdzhpXPnNamS1b4ldH9uzZU6yocuUqmDVzhto5NUVGQ6aPjy9+mTXTkHIvSMNcN7qZyjA92WazGVFRkeqnVPidnD1pXD5IGWmhy5cvo99bb6HC/ffh6a5dwQ1urly5Au7s3bFjB0RHX0iLOJfx8ptvGtHlypdXOtSrVw8m7drSq68S5JClEKhZpTzaP9RcyIswqHZfGadfz0daN81S942zG3vUsCrL2XVLfbYRSDwiss3jsFTO2O/fvx/Lly3DuXNncebMGXw3eTJ+njYN165dc1g9LhIk1QoCbo0AvdO3bptg0rRsGnJUO8p/QcA5CNBjW6VKVcsOq9ypmLujplQ7N4Jh/vSfp4FLuzdu2IBPhw1VuxTrO7jSM/3rL7PIhlq1aqPfm69Dz/PRPOb2pKnCaTzM0oz8QoULYeeu3Xi629Po8tSTaon0hQsX1EZehQoVTqNE17AXL1Ycx44eRWBgIA4dPIgpU77Dqago5MiRsJGaa7SSWl2FQHGr3+t1lR5Sr+MQKF02xHHCRJJbIFA2JNQt9BAl7iHgVGP6n3/Wo9fLPbFg4QL0fOklvPH6a/AP8Me6deswYvhwj1kadw8+Tw+J/lkJgciL+bHm7k9lNSz7H0r5X8xKzZe2uhgBGsdcok0aMHCwWsrNnVf1nYmpnnWcy7r13by54zLLsTx3ayVvlOaFptebhjMNdmMe5dmbRt60EL/drlOnLvh7n2XKlEXpMmWwcNFifPjhEHiKIc32tnnoIQwcNFgt7X7zzbdA7/oHWhvS462nPCHPRuD69RsQ8mwMPLsHivaCgGci4FRjeuWKlej/v/9hzJixeLFHD4SFheGll3pi0ODBOHIkXP1OnGfCKFo7DQGpKEMIrIkog+u3EpbkNgsT73SGwJTCTkGAxjYNZ1uVMZ27uNrKc2Za3rx51dJyZ9aZkbq4TP1//d9GlcqV0K5tW9Drz4mH998foN7LGZEtZT0XgS/Gf4+Oz70m5KEY/DJ3ked2PtFcEPBgBJxqTF++chl58+ZTcPGcLXt2mEwmzUORG/xO646H/DanaoAcBAE7EXAnttOX82LN0TJKpXqlj6Oo3xkVloMgIAikDYFBAweopd19evfCurVr8Ui7tiruCbthz583D7ly58b2HTsxcuRITJjwtfopsbQhINzehkBcbKy3NSnLt0e+r/W+LhChOR+9r1We3SKnGtOE6t9t27B48WLwHBUZqcL0WMfKN9OER0gQyHQE1mre6dgbOVQ91QvtUmerg0QFAUEgBQSefrobuBz6f++8q5ZJDx/xBd559z0w/vLLvZAnT54USrs+a9fuXWjRoqU2ke2DUqVLQZvVxs2bNyB/WRsBH1/frA2AF7Y+o9/X6vtS8OyF8Hhkk0JCwzxSb29W2qnGNH9CZNGihfhixHDwHBUVpcLffDMJ/LmVbNmyezPW0jZBwC0QOHslD1bf/Xa6YsAB3Ij+1y30ypgS9pW+c+cOMoPsq124vAWBatWq4aGHHrJJjZs0UUaqt7TVGe3gQJ2by23butVS3fJlSxGRjl1r/5w/D0Y5FoEZDFBm9+efBan/228l+1mao+pnfZSlq82d6lkv69eJPHq+nAWB1BDg/dS3dy/Vh9mH2H+YxntNL2uM874cPeoLLFq4AIMGvp+oz0+aOCHJfcb+Srnsp+yvlGlvGnlJaeVnGSFBwNUIONWY5vdYf69YCVv08/QZCAoKcjUeUr8gkCUQWHOsDK5cz6XaevnQd+qcFQ79P/wC7br0digtX70hfdBJKUHAhQjoy9SfePxxbP/3X/DconkzuGqZenBwCaxZsyrRgN1eeIwGgL1l0sJH+dRt4jeTwU3uRo4ag9Q2aWMZo5GSlvps8bI+1jv4wyHgpnzUg9+52+KVNEHAGgH2x3lz52D02HGqD9vTf36Y+j2aNGmKh9u2wyfDPrP0ecratXNnoipoPEdGRoL3SNeu3bBu7Rp1LxvT+FOH1nxM0wXZyrOVpvPLWRBwFwScaky7S6NFD0EgqyMQfdUX3IyMOFw9PgfXz29hUMjLEbgRswe3r19IdyuloHcg8LRhmfp77w/AFyNHgWdXLlP39fVF7dp11CDcGmXdW0WvF8P0mNEz9umwoeBPo034ejz4E2pMY1luaEoPnO4hIz95WV7noRyGmc4N2H78YSrIT+IAnnJ0WrtmDR7r0DHRigPKZN08k/Qwy1y5ehVGnegBJDGPZxLrGDN6JAYPHKA2gKMe1M9W/SxniyiD/MZylE0iP88k8ul1Mc48W3T9+nVbyZLmwQicPhWltLfVh1VGMgf2maCgQNSoWSsRB/v60iVLUKdu3UTpvH/5E3vGRLM5Wm1oyF9bCAlN+DmnM2dOJ0mjTJZLKz/LZEXiJ7JZsd3u3GYxpt356ohugkAmIkBj+srNvKqGy4cnq7McvBeBmN2f4/TSVoj+933vbWTSljk15dKlS/juu8ng2akVp7Eyd12mzoF7dHR0ouXdZrMZuneLXi+GY2JiEB19AW3aPIwnn+qCvq+8qry1/Ck1QhEeflh54MLCyiHiyBHs3bNH8dIbFxYWlkg+f24tZ86c2L17FwYO+gBNmjRNYtD7+flqXrlAiraL8ubJk0QnWwWjL0Sje48eMP7sG+unzrb4rdPo/aMXkO3imXFrHj2u11WjZk09KcmZn9slSZQEj0agaLHiSn9jH+YkEidg9ImV2X/8YVn6PfSjIYiNjdW8ytG4di1WlTUeeC/VqlUb1oYzDeaatWqh35tvYMmSRWjVug3M0WYly1g+xhyTJE3PTyu/Xi6rnYsHB2e1Jrt9e8WYdvtLJAoKApmDQEycD3ZdqKyEXzvxp+ad3qzCcvA+BMw7P8Kl/eNUw7LlLKDOckg/Ar/99hsGDx6UlAYNxLx583Djxo30C0fWLtqocWPQi6ajYDZ4tzhgpzEcE2PWBvNB0L1dOq9+ppFN3uC7g86oqEiM/2qcMhjoweagnby1NKOAZxKNWC6lLl486UCVRgX1IJ8jKbhECej16QbO7D9+t7uKuLhYCwbEgvHkChvrSo5H0r0XAWMf5qTTq6+9YWlsp86dLUu/+RkBvcwBAYGgAW5h0gJmbWIrIiJc81YnnZCJiDiCeXeXkXfp+jS4fDsgMCDJTwb6B/gnSdNEq/9p5VeF5CAIuAEC2dxAB5w+fRrPPtMN586ddQd1RAdBIMsgsPN8ZeTIU0K199LBSeosB+9CwPzvAFy+e23zlH4cgTW/8K4GuqA15cuXR4MGDZPQo4+2x7ffTkbBggVdoJULq3Rg1SEhoZqhHIjNmzdZpNJrzKWgpPDwcPj7B1jy7A3QeKAHl5SSd9aWvMqVq2DWzBlg/cZ8etHpxSMxbMyzDtOgZ5p+Zlgneghp+FO3Tp0f15NTPV/QPNu6F5tnHx9fVUavQz+rRDsO3JzRDjZh8SAEbt26qbRNrg+rTBsHGtSHDx/Gtq33PgHjyoeFCxaoSSlO+kz5brJllQcnqHx9/dSnEAGaIc57ws8vD3i/8r5h/2QfL1KkaJI0Hx8fpQHLpYVfFcqCh5s3E65pFmy62zbZqcb0u+++g/LlwpJQs6ZNkC9/fuTJkzfDQOmzu8YlLBkWKgIEAS9F4NotX+QJeVa1LjZyEeLOymZaCgwvOVzY0g+Xw6eq1uQNfRZBdb5SYTlkDIHklkm3bNUKxYoVy5hwJ5Y+dOiQNlje6sQa7auqYaPGiL27xJTGdVhYOfTp1VMRvcn+/v6JBHEQvnjxIvD9nyjjboRLTrn0lOMCfmNMD9vdLLtONL6rVKmq6tdl0FigcdDvzdcx8P33ksgx6kSv8erVq5QRsmnTxiS8xnwaKUkYkkl4qktXzJw5Xcll+9hOoyxbdSUjSiXH37qlznLwHgSuXL6iGmPdh9lfKlVOWJmmGKwONHD79H0Vc+bMhr6bN+9LTviQOOnT46We6vOH336dZfFW8/7g/dC6TRsULVoUvEf6aPcu+ynLc/WHdRq92vymnwa8dZ4tfitVs1z06pWEa5rlGu7GDXaqMT18+AgcOhyehPYfOIgJEybCz88vw1AFBQVi9Ngv1ZIVPjwyLFAECAJejkC+0OeRI28Z1crLh8Q7rYDwgsP5ja/g6tGZqiX5y7+MwBojVFgOjkPg2rVrGDVyJFq3bgXuhE1y1W7Y6WkVDbyNmnHnao+kj+aZ4rfPPLMdHEAPHfYpaEgz/mj7x9Q7nYN4vtfJx6Wq5IP2xzN3umYaecmjJUMPk5/fRrM8+civ55GP/IxbhxnXifksTzLKYHzCpG/AulkP+SiPdZCP6XqYvJ8M+wx6PvNYxphPHuaTKEuvH4AKEpOWrVqrsLEc22cty1ZdqmAyhxw5cyaTI8meioB/QIBFdfYn9i+S3l+M/YmMxjj7F/uQ9W7e5KMs9tFTUVFaf07YpIz9mbJ5P1COzsc03guUZyuNvG/166+82pSbGj9lZGUyXtOsjIM7td2pxrTe8Pj4eKxatRIfDfnQ8s0ZByTuvmmLrr+cBQFvQiBbrgLIG/qcalJs1FLNO71ehbPqwWQCulXficer7kF+nziPg+FOfBzO/9MD147PVrrnr/A6/B/4SIXl4FgEVq5YgX//3YY+vfugabNmGDBwEIoXL458+fI5tqJMklaxYkWcPXMW8do7OZOqELFZGgFpvKcjwAka40SXdXsqVqpkmfSyzpO4IJBVEHCJMRNibiQAABAASURBVL1+/Xp8MnQosmfPgUsXL8Lf3x/8KQvuqJkR4PldBr/x4LIre5ZymaOjE1UXfSHxT8bExJgt+Xfu3LGEHR3gNy3Xrl61iL2ViUutrly5kmjglJmDKLM5Mb6ZiWH0hfMW/DI7YOwXt2/fzrTquOTO2C9uZOLPlmQr2lnzToeqtlw6MAHGNjIx2ureiI5OfK/wPiYfiZsvcQkkwyQuSTL2sySyrWRZ95vLly5RjCJiYNxk58rlyzBeA3OSezpxv0jt3jKZ7qBnna1oFPIfWpaLwBsNN6JiUfv2cjDqTZ2uXLmsdOaBeNy4cZ1BRUa8mJBEbytMjJgRS6PsC9FmrF6/Ges2bsM//6zGgT874drJhRSLi/7PYdOZ+iqP+aQly1cljv+9xhKnnL9Xr1fxaPNFXLt2Fcbvsy5ejFFy9YPZSk89Pauco05FKSO6XPnyqsn16tWDKVs2WOOkMt3wsG/fPsycOQMVK9xv+fyqZYvmsn+JG14rZ6gUH38LQYH+WZs8uP22+sjly/fen7byJc3zEJBr6n7XzCXG9MGDB/BUly7o0LEjChYqhN7arD6/mb5qMCjTAxVn0AYMHKyWg/V95VXMnzc3RTEc9BsZjINdpt+8cZMnRbdvx6tzZhw4wL95d5MIyr9zJ/MMtFs3b4LGO+shZWZdN612tL2TiRMSN7R2sT3OIGO/ic9Ej47qFzfv7Qp8KxPrir+TCz6ln1bwxZ1egevn1qmwfrhhMASZdtNwbWk4GjFhH7tp0PuGFjbiZCxLWTSQedbpxnVDm7WJJaPsm9p1vnXz3nd9CbLvxW9qdelyeL5u0JPxlPpg9my38XLdrXgwOIqsioILXMLrDTaizX2HVTylg7FdvMduGp4fjBv1pp5GTG5Y4WuNyU1DO9gviLGuC2UP/3IKvp70Ja7teBV5bmxXWb/vqox3p8Rg3OQZ+HTMtxYaN3mmJcz0cd9Ot8QpZ9SEn1ScQm5qbeCkDsMk6mXE8LrhWjE/q1HxYsVx7OhRtWHWoYMHMWXKd+Cyxxw5PGO5bM+eLyf57Gr53ytQqFDhrHYppb0aAgPefBnTJg4X8jAM9Gv23FOPaVcx8f+cOXMlTpCYxyMg19T9LmE2V6jEJXAnT5wEf4uR5+3bt+OClecro3qZNW9NYGBgimKKFC2aKL+oNjAyJhQqfG9AQS+6Mc+RYR8fXxQo4G8RmZk3Cr+1yJ3bx1JXZg76ChdJjG82zWNjqdjBgaJFizlYYvLiChcuYsnM6GoKiyAbgdw+Pihg2LXWEXsK2KhGJRXw90dAhZeQs0AFFTdF/azO+sH63ihiwJvXtaA2Kabz+uXJg/z5C+hRBAQEIleuey/0Qgb8yJRUdlEmK8qRIweCDDsj58mbF3kNS2gDA4NgvF+s+1wxq3s6ZzLfBGbPdkd5pKsXP6Xq/Wv//fh4WVOcu5pHxTtW3o+X6myDv2/yy74LG/p7rly5EWB4/uTLlx/ERQnTDkEFCyF79uxaKOG/EU+mWGNixIy/BeuvYUo+EmUXzHMVfetvRvmCCZ746durYvnhEGZniNgvfHx9LTKoh8lkssSLetBmWxalHRho89BDGDhosFra/eabb4Erfz74cIjW5wMcWEvmieI33/wVDSPxXWyc6Mm82kWyuyGQM9e957S76Sb6pA8BH20ckb6SmVpKhGcAAbmmGQAvk4q6xJhu1+4R9OrdG6XLlEGTpk0wfPjn6NSxE4KCgjLUTLPZDC7v5m6C+s6BGRIohQWBLISAKVsu5Lv77XTcmTWIO70aWeEvR/bbyiP9QPHTqrnz992Pv/aVR9Sl/Bi8uAXWHyul0muWiMSbjf5B1WIJfCrRDQ7xlw/jlfqbUNo/YQn2D1uqY21EGTfQzPtVMK6aqFGzJt555131HvMUY3TevLno8tRTFmrXtq36mcqYmBjvv3jSQkFAEBAE7EZAGAWB5BFwiTFNzzQ3aTGZTHj66W7488+/0LZdO5hM9zweyaucfE5AQAC4Y6D1ToDJl5AcQUAQMCLAjchyBVRRSZcOjldnbz7kzB6Pl+tsRbViCR7p+fsqYOH+hO9f9XZP2/YAaKAyXjTfFeUBblvhEKMupxvm3bi06XkUy38F8bdN+HZTTWw8XtLlenm7AtyfY83q1fjwg8GKFi9eDNIfv/+Ol3u+hGgP+Za8a9en8feKlRaar72Ly5Qpk2jVhLdfS2nfPQTGTfoR3/z4q5AHYHDvqqUcOnf2TMoMkutxCJw9Y+eEvse1zHMVzuZM1TlbzyVkY8eMAUlfWrZ//37w50QYd6Y+UpcgIAhYIWDKhryhz6vEuDPrNO/0ShX2xkOuHJohXXerxdM8d+/9miFdzmZTaaAOWtwSJy4WUPntKx7QvNlbEOAXq+KuOFw/vwVnVz+B+NhTuHYzJyZtqI1/TxZ3hSpZrk7u7/Htt99gtWZQk74YMRykH3/8AR07dQI/P/BEUDhJEB0dDX7T74n6i84ZQ+Dy1VjMW/i3kJtjcP6C2e4LzU9z7GYWRo9AwPhJmUconAYlPZXVqcY0Z+ufevIJTJjwtaIG9euD1KljB5QpWxb89s9TgRS9BQFvQSBvSDfkDnpQNefS/i/V2dsOPjluKY90laIJs/Zz91TA4gOJPdLWbT5/1Q/DljfB3+EJ3yI/GHwKbzf+B/mub7JmzfR43Jm1OLuqM27fuIhsuQtrhnQt7D5971v+TFcgi1fAT5J+nj4Dq1avUaR7dxcsXKRWWxm/h3dnqCZP/tayi3f5cmF4+KE2aNPmIRQsWAjyJwgIAlkHAU6k/frLLPCcdVotLRUEMoyAEuBUY7pQocLgTqGLFi8B6dDhcLWT6P4DB/HJJ8MgH9WrayIHQcDlCOTVv50+txGxp5a7XB9HKuCT4yZ6ah7pyncN6dm7K2LxQdseaVv1/razsma81lZZ3Pir+MURuLhnhIo748DrcXb1k7hz+yZy5C2D/LW+waFzBZ1RtdRhhYCfn59aEr1p0yYsX7YMkZEnYdzt3Ird7aI9rXbz5ru4+4svZviTKzb0z/nzwP1LdPp02NAkA/WIiCPo27sXOIhnPvc9YVkjbdu6Fcxz1iDfVn3UizrwbNQttTAxoLzU+JLLZ5tZLzHkfjBprT85uZLu3Qjo9xX7DYl9kGnLly21NNwYZz8bPeoLLFq4AIMGvg9jP5s0cQJY3lJQC7BfUy6JYS0JPDNOYphpLMc473HWxzSdyMM8Y7+2labzy1kQcGcEnGpM60CEhoaCdOnSJZw/fx78qRc9L8WzZAoCgoBTEMhT5inkLlhL1eVN3ulc2a8rQ7pSkbOqbTSklx4KU+G0HHZEFcWAxa1w+HyQKnZx3xicW/c8bl09oeKZdYg9uQDn1j6rxOcqUAGFGnyPHAEPqLgcnI9AZGQkOnfuhK+/Ho9ly5eha5cuGDr0Y/CTJudrk74ar1+/jsyYDHi0/WPqZyq5H8rosV+CP1tpPWEeceQI+r/zDp58qovK574nsPrbs2c3uOt4VFSkyuFA/7dfZ6lwZh70+ljHtq1beHI67d2zB23aPKxwHDlqTKbvEh8XF+v0NkqFjkWARuu8uXMweuw41W8++ngouDliSrX8MPV7NGnSFA+3bYdPhn1m6WeUtWvnziRFfX19MfjDIUo+73MyWKfRQN+yZbOmx5fqHqdOTCMv72E+Oyd+Mxldu3bDL7NmKgPeOo28QkkROP7fsaSJkuJSBFxiTF++fBk9e76Eli2a43FtIFK3Tm1Mnz7do2b07b1qwicIeCoCee9+O81vc2Oj7s1oe2p7uCS6Xcm/UKnIOdWE33dVQnoMaVVYO0Rf9cWo1Q1wPs8TWgwgRmdWdsA1zeBlwoivpsCR9Ovk13Hun5coGrkCqyOowRToP2WmEuXgdASWLl2K5s2b46efpmH48BH49bffcfjQIY/ZgIyDV2dNBnBgTg8VvVG6t2v6z9Mw9KMh2LhhA5jGQbbxIjIeGxuLhx9uCxqWHIxPnDAeCxcssHirdW8W5TJMHsr6VPOEM239urWKl3VTB8rfpnm7mWdMY7pOYWHlsHbNGhWlPH5HHhxcwhLXZevlycM6f/xhqvLGUw/FfPfAegcPHKAMBuaxbnrkTp8+najdLE/eu8XUiQaJCtw96LpTBmWlVvfdYnadfHx87eITJvdFgP32sQ4dLSs9S5Uuk6KyvMeCggJRo2bC5LnOzH61dMkS1KlbV09K05n3bZAmlxNkxYsHw9fXD0yjELM5GmFhYUrHkNBQJuHMmdNJ0qiDypRDIgRSu6aJmCXiFARcYkwvWPAXihcrjg0bN4HfnP3y629qeckFB//WtFMQ9L5KpEWCgEIgT+nOyF2ovgpf3DdWnT31cPtGDM5veBml8h5XTfh9V2UsP5zwElcJGThcyNMFhRr+BFOOPIi/FoXzmsEbs+tT7Ni9H6vWbXYI3Y78DXUL/Ka09ClcX3mkc+Ytq+JycB0Cvr4+OHvmrGX58pkzZ7QBYxxMJpe8WtMMhDMnA0JCQjFh0jegN4qKchDd7ZlnlYfrgerVmZSE6LkODg5GxUqVQcOfDH36vqp+/YOebg7OmU6ZJIZjYmLUZAY9uvSezZn9B7p0fRo9XuppMciPHAlXegz77HPY8jqHhobBz89XGb804n01TxzjrJ/xKlWqKq8cveo0XpjOPWECAwOVJ2737l2qLNNpONAoGTj4A0a1vhKryvZ95VXs0fhq1aoNttNsNmt9JxY0PBSjdqhRsyaYT8OZRrSWBKbxF0vo7Wd7aXAkVzf5hbIWAuynAQGBqtGTJk5Qkzt635n9xx8qzv7ESSzeP2bNsL12LemKBPZz9j32aSXMcAgPD1eTYPpkErOs05KTS15zdEJfZ1inGHOM6v96XM6CgCch4JI3fmxsHPjzWNmyJVTPzVq41PvOnduehJ3o6jYIiCKZhUC+sOeU6BvR23EtcpEKe9rh9vVozcDtibgzCZ4mfvO8/HDCJmKOaotv8VYo/tAa8EyZlw58hRerrwC/qWY8I9Sy3BE8/WDCUrtb+eqiYIOpyO5bNCMipayDEGjX7hHcuHED1R+opjby6vFid/Tu3RsFC3rGN+y+vs6bDDBrxiK9sX169UR4+GG7rgC9srP/+B393nwdXG5qXHpNAWbNENA9XD4+PsqzFRNjVrup01gP0IyKsHLllYEaEBigGdnRasC+efMmUA/KPXz4sGbgxlFcIgoJCVNGbkREOBo2amzJY52VKldWcRq+vpqhTYM2MDBI8THOsGLQDrM1A6Z1mzbKC8eyK1esVAYNjRkaINSTdTCvceMmik8rZvmvG89c7h4RcQQkGjHUPfruT7CxPupoXbdFiASyDAI0jNmX2ODeffri1dfeYFBRp86d1UQOJ2M40cT+wnuEBrhiuHswa/dqhNbv2ffuJiU6US5lcDKKE0Xs/9Zpfn551IRUooJ3I7wXWffdqDr5B/hr3mtZGaHAkIPHIZDsBuG1AAAQAElEQVRgzTpZ7datW2P9+nVo3KghWjRvBu7w3bJVK20AIjuIOvlSSHWuQsBD6vUr+Rh8ijRR2l7aN0adPekQH3ce9EjHnV2n1F59qqllN26V4MBDdr/iykPtX+V9JbV80Cm803Q9agRHqXh6Du0qHsLjVfeqov9GFkNs6U+RLWd+FZeD6xD47LNP8c8/69Wk8OgxY7Bj5y5s2rwFW7ZuA99lrtMsbTU7czJg/ry5oDeWHuSwsHKpKsoBPZnIz4G77llmmpHoBeZgnkTj1N8/wJhtM8z6dbn0cNMQt2akkbtkySLQOOFSVT2f3jx67Rincc+4rfLMJ9GAmTVzhsVTzWWzbA+JBogumzKLFS/OIjYpUPN6cxUEjRcaMfRMB2oGvE3mdCayLeksKsXcBIHKlauA/Y33A1U6c/o0T8kSjVpOKBlXaKxbu0Z9SkEP9uw/fseU7yarSRxrIWZtMovljf1fT/P398eFC9Gq3/M+IZ/e1wO0SS7eq9SRqzK4+qRIkaLaJFu4mtjS04xyrevOyvEjdk5GZmWMnN12pxrTv/32G/bt2wfeOL/9/ge+n/oDuDnC4iVL8dJLPWEymZzdfqlPEBAEUkEg792dvW+Yd+PayYWpcLtPdnzcubuG9HqlVOCDw7DjQnUVzsxD/gqvo3Cjn3Hpuh/y+8SpDc86VdmX5io7Vt6HRyscUOU2/VcC326shTumHCouB9ciEBMTow36rluUyJ07t9q0x2TyjHeYKyYDKmuDfHpj6RG2xzNtPaCmcctlzSaTCRz887tleoZpGFMmqVat2uAg3nJhbAQ4oCcf+Wks8LtjG2zqetauXQeNGjdOlN2qdRvQgGfZCV+PR/vHOiTKt47QcOAy82FDP1JZgZpRzLIkffktveBsG3VTTHcP1I18JNbJ5fAcP9ErTdI903fZE51YlsQ6uNw3QvNqjxk9Uuu3Sb3wekEaPHpYzp6JAL3J/AxB7987dm5HpbsrKWy1iAYrP52YM2c29N28ucqBkz2kTp0fV59I8F7jrvt89vHeY58cOWKEuj9oFFunUS7vM/ZTnU/vg+xnwcHBanXIzJnT1YoO9n3rNFv6ShoQasdkpODkXAScakxv3boF3HCDTcyRIwfKlSuHhg0bqpcW04QEAUHA/RDwK9EWvsVaKMUu7h2lzu5+iI89g/P/9MT1cxuUqgEPfoq8YS+qsDMOPhpeX29+CFtOlFDVtS4fjjcbb0ChvFdVPLVD1+q70Oa+cMW25mhpTN36oArLwX0Q4OZZgwcPgjWNGjkS/KUK99E0qSYcEMfFOWcy4Iknu6h3PAf5HJyT9J2pW7ZqDX5LzYG30UtLjcmv7xTMOAfb5KGxTG8yieXIQ5kklmEa+chPYphprOf5F7pTlOW7Y5ZheZV490AZJEZ1/RjW20FZrJtl9XYwjfWwPmOYsimLdY8cPVa1lWksS2IeZdNzR8ODYSMZeVknZVunEY/k6iYv62A+dXirX/8ky8iN9UnYOxDgdWf/Iun9htef/VlvoTHOfvvJsM+S7OZNXspiH2If5YQY+xtlUjb3QKAc9kvrNJZlOSMfefU+SLnM0+8h8ttKY7qQIODuCDjVmCYY/27bhsWLFyehNatXpzhjyrJCgoAg4BoEdO/0zYv7EHvyL9coYWet8bGnwaXd189vUiUCa3yOfGEJg2iV4KTDxeu+mLL5QczZU0HVeH+hc3iv2VrULBmp4rYPwAu1tqNJyDGV/ffhEMz4t5oKy8G9EKhQoSIaNGiYhGrVqoVcuXK5l7I2tPHkyQAbzfHIpLi4OLXTOL3OKXkPPbJxorRHIUCDmD9Rx7MtxWkIV6xUyVaWpAkCWR4BpxvT+/fvU99Lr1+/LtF5y5YtaiOXLH9FBABBwA0R8C3eGn7BDynNYvZ8oc7ueIi/dgrn/3kZ189vVuoF1BiOvHd/4ksluOCw5GA5fLWuLk5fzos8uW7gpdrb0KlKwnfQ1ur0qrsFdUsl/Fb1ogPl8NuuhI2OrPncKp5FlXmwRg089NBDSahxkyYe4f3z9MkAb+h2NFzo0SMx7Oo2XdeMe1frIPU7FoHIkwnvE8dKFWmuRECuqSvRt123041p/hTG0KGfwJre7t8f+fPLxjq2L5OkCgKuRyDv3W+nb146hGsn5rleISsN4mOjoDzSF7aonMCaXyDfXZ1VggsPe88Uxtg19bH5RLDSonX5I+jX+B8UNiz7fq3hBlQPPqXy5++rgHl7EzzaKkEODkUgo8Jq1qyFokWLZlSMS8t7+mSAS8Hz0sqbNaqL/q90F3JzDOrVtH+1UnCJkl7aW7Nus+Saut+1z+ZMlfz9/bUZ+9zOrFLqEgQEAQch4FO0GXxLtFPSLu4dqc7ucrh17STO/dMT1y9sVSoF1hyJvCHPqLC7HGLifPD95hqYvbuiUql8ofMY0Hw1apc8if5N1qFSkXMqnb+BvXB/6rsdK2Y5uASBJ554AhUrJlxHJyng0GpqesFkgEMBEWEKgeaN60LIMzBQF0wOgoAg4BYIONWYfv/9Aahfv4FbNFyUEAQEgbQjoHt6b14Kx7Xjc9IuIBNK3Lp6HOc1Q/rGhX+V9MCaozRDupsKu+Nh6aEwfLmuHiIv5YdPzlt4sfa/CCsYrVSdvr0qHP0b2EqwHAQBAwLOmQwwVChBj0Dgzp07HqGnKGk/Ardv37afWTg9AoHb8fEeoWdWUtKpxnRWAlbaKgh4IwI+RRrDr2QH1TR38E7fuvofuLT7RvQOpVNQrTGaIf20CrvzYd+ZQhi3ti42Hk/Y7Zu6/rClOtZGlGFQSBAQBFyBQBav87//TiDafNEjKItfKrubH2OOtptXGD0DgZgYs2comoW0FGM6C11saaog4AgE8oY9p8TcvByBq//9ocKuONy6chTKIx29U1UfVHsc8pTtosKecLgU54MftjyIH7dWVxuUbTxe0hPUFh0FAUHAjRBwpCo//7EQz/R+x+1p87+7HNlsr5YVGFTQq9uXFRsn19T9rroY0+53TUQjQcCtEfApVA95Sj+udHSVd1oZ0htexg3zbqVHUO0vkafMkyrsaYcN/5UENyjzNL1FX0FAEBAE0oGAFBEEBAFBwKsQEGPaqy6nNEYQcA4C+s7et64cw9Vjvzmn0ru13Lx8JMEjbd6jUoLqjNcM6SdUWA6CgCAgCNiDwLatW9VvPPO3nslvNpvx26+zGEwXUd6kiRMsZf+cPw9MsySkMUC9Ph02FN2ffxb9334L1M+WiIiII+jbuxdYn618PY18Y0aPBOXqadbn+Cz8LSbxTf76WyPlOfFrV696jrKiqV0IXJVrahdOzmQSY9qZaEtdgoCXIJC7YC3kLdtVtYbe6evnt+BmzF7QuI6PO4c7t2JVnqMPNy8dTjCktbooO6jO15qXvDODQoKAICAIpAmBwMAgLFu6JE1lkmOuUbMmfH19QaOVFB0dDaYlx59a+t49e9CmzcOY+uM0jBw1BgEBATaLRBw5gv7vvINH2z9mM19PDAkJxVv9+sPHx0dP8tozJxY4CUHSJyI4sUHSG80wiXEa0sM++RgLFyxINMHCfOMECXlJunxddlrSyMsJDX2iRJdvK4286Sa9oMmkh+TsJQjIJXW/CynGtPtdE9FIEPAIBCze6avHcWZFe5xa2hJRC+shcn5VnJgdghN/lEbkvIqIWlALp5Y0xenlbXFm1RM4t+4FnN/YF9Fb/wfzjiG4uHcULh/6BlcipuPa8bmIPbUc189txA3N88zl3LpxfvPSIXCzsZsX9yt8gupO0AzpTiosB0FAEBAE0opAlSpVEBkZmcTrSyOKhhg9vjSMGSfR4KF3l2k0wKw9mY0aN8a8uXOwdMkSMEweGlyURQOM+tF4YlyXTR7KHDxwQBJP9pYtm1nEQtSBZUmUx/j0n6dh6EdDsHHDBmUIMo91Ui7zddnHjh0D62YbLAKtAtmzZ7dK8bwocaHWnIQgpTQRQT7i8cPUKejatRvatmuHAQMHqwkHYjVzxs9qgoR8OhFX9pmJ30xWZdatXaP6jzHtl1kzbabpMjhRUqVKVTVRwjReJ1tpzMso+fn5ZVSE08pLRfYh4OeXxz5G4XIaAtmcVpNUJAgIAh6DwJbtu5Ea7fwvOy4X6ptsm+7E30D8dTNuXT2JmxcP4kb0dlw/uw6xUUs0o3mOZjz/rIzoi3tHKqM6emt/zcjug3Nrn8WZlR1xelkrzTivbzHOTy1uosk5oOq7WGwA9l0IS1FHxSgHQUAQEASSQcDHxxet27TB/HlzLRw0ro4cCQeNpWGffa4ZuFsQEBiAPXt2IzY2FvRmx8XGgR7hkJAwSzkG6P319U0wXhjetnUL+r7yqjKa4uJilYHVu09fFe/xUk/QgGK56AvR6N6jRyJPNr3atWrVVsu8aWyRj2k0EEeP/VJNAlSqXBndnnkWgz8cgrr16ilDkPlNmjRV+rEMdR44+AMUKFCAUa8m3dBt1bqN3e2MiooEDduQ0NBEZXid+r76WqI0Rrj6IDAwkEELmc3RCAsLU0a4LufMmdNJ0ti3WIj8vHYM8xpTB1tpzBdyawREOUFAIZBNHeUgCAgCgoABgUNH/sOHn49Plf436SRemfMo3v7zYQxY2ApDljbH5ysaY/Sa+vj6nzqYsqkGpm2rht92VsauKy2Rv8JryBf2IvKUeQp+JR+Fb7HmOHejDI7HFMDZK3kQE+eDuFs5ceeOyaDNveDl67kweVNNvDt+T4q67T8Uca+QhAQBQUAQSAYBGr3MonHMM43PzZs3oU+vnuj35us4fPiwMqBpRJGncuUq2Lt3t2YYRysjm2WMROOIxLTw8HDlNaa3eOWKlaoMPaeMj/9qHFkUBZcogeLFg1XYeNCNZxry9IaT6NGmXtHRF4ysKkxvKmXP/uN3FeeBhqKPnUu7b968wSIeTUFBgcqoNZvN6ltz3UvPRhFz4kNimGnmaLOaJGHYHiKWNWvV0vrGG1iyZBFouNuSEWOOSVYuvdjWddlKs+ZJT/zC+XPpKSZl3BiB8+cyck3duGEerJoY0x588UR1QcAdEIi/bcLVGzkRHeuL05fz4pjZH4fOFcTuU0Ww5WQw1h8rjb/DQ7D3chP4VxmAgAeHIaj2WBSs9y0KNZqOlRdfxqd/N8EHS1rgvQWt8ea8h9Fn9qN4fW47vLOgDQZp6Z8sb4oRKxti4KJW2HayOORPEBAEBAFHIdD+sQ7KMLp2LVaJDAsrpzzT9PJy2a+/v78yjGg80fPoo3m0afzYMoCVgLsHGuD0GlPOhEnfqFR+S834q6+9oeL2HOgJPXvmrFo+Tm85PdOBgUGJitJ7HRwcrLzenTo/nijP3kjOnLnsZXVbvgual58e4ICAAPWteZ06dSy6EnNiT2KYGQGBAUmWcjM9OeKExry5czB67Dh06fo0uKTblgz/AP9k5fI6Wcu3lWbNk564/IxSelBz7zJBBQu6t4KO1s4D5Ikx7QEXSVQUgtBAxQAAEABJREFUBLIiAjfis+NSXG6c1zzWJy/mR0R0IJiWFbGQNgsCgkDmIUDDix5ceqUZrlWrtvJM04NJTzJrpkeaBizzGQ8MDFQeUIaTIxrpE74er5Zqc8OpQM0Ajow8qeK6ZzS5sqyX9ZN2796FB6pXBw0ueqVJ0VaeaRr5q1evUrKNnunk5Htjun5t0rKpXEBAIFavWmVZFp8aLmbNk+3r66euPcuyz/AbVq5CoBHP1Qu8TkWKFIV1ms/dFQIspy/x56oDLvm2lZaaLvbkm0wme9iEx4MQMJnkmrrb5cpmpZBEBQFBQBAQBAQBQUAQ8GoEuISapDeSu2H37pOwBwTT6b0kMZ08TNPzmUZiujWRj8R0GnfcAItydA83z4yTKIM8lKsbWixHYh55SCzDfFtpLVu1BpeqU45eF8tQBxLLUB7zbdXDPG+iF7q/CE4+cBKC5OPjm+xO6Gw3ceH36lO+mwzr3byZrxOXjXPDOWLKNMoe+P576pv7okWLqokOfhowc+Z0NGzUWNVJo9qYxgkSEo1nXUca47x+ttJYj5AgIAi4PwJeYEy7P8iioSAgCAgCgoAgIAgIAu6MAD2r7qyfPbr5aN5fTj5wQoGkTybQCCbpMhgmMU5jlsvnjbt56+nPv9CdQZyKikKNmrVUmJMSlM2l+yzLRNbDNE5o0EC3lUYeklFHyiKvrTSmZ5ROnjieURFS3s0QOHH8PzfTSNQRY9oVfUDqFAQEAUFAEBAEBAFBwI0QoEHnRuo4VRUawE882SXZOitWqqRWACTL4KYZJUqWclPNRK30IlCyVOn0FpVymYSAGNOZBKy3iZX2CAKCgCAgCAgCgoB3I1C6ZHG4O3n3FZDWCQKCgKchIMa0p10x0ddeBIRPEBAEBAFBQBAQBOxEYNDbvTFx5IduTw+1aGRni4RNEBAEBIHMR0CM6czHWGoQBOxEQNgEAUFAEBAEBAHXIBB58oRrKpZaMw2Bo0fCM022CHYNAkcOH3JNxVJrsgiIMZ0sNJIhCAgCqSIgDIKAICAICAJegUBwiZJe0Q5pxD0EyoaG3YtIyCsQCC1X3iva4U2NEGPam66mtEUQEARSRUAYBAFBQBAQBJIiMHrCD3AXWrpyfVIFJUUQEAQEATdEQIxpN7woopIgIAgIAgYEJCgICAKCQKYjcC02DstXb3ALyvTGSgWCgCAgCDgIATGmHQSkiBEEBAFBQBDQEXDcefmypYiIOOI4gSJJEBAEbCIQFxdnM91bEs1mM377dZa3NMeudpw4/p9dfMLkOQjINXW/a+V1xvSf8+eh+/PPov/bb4EPTveDXDQSBAQBQSDrIUCDuG/vXur5zGf0tq1blZFMY1lHgzzGOJ/n03+ehqEfDQH5SSxLOeTVyznkLEI8DgH2h0+HDYVuBPKdT2OJZ6bzzEaxr/z4w1TVh9h/SMzXy+k87FfM4/hh584dGDN6pEU2eTKD2MfZjtRksy3Ui/rpZE+51OQa8318fIxRtw4TNx0H4kJ8iAdJV5xhEuPMH/bJx1i4YAGM1575kyZOIEsiYpounzzM1OvU62P/oSzykZ88OtnKs5Wm82fWuWSp0pklWuS6CAG5pi4CPoVqvcqY5sMyMjISE7+ZjK5du+GXWTNTaLpkCQKCgCAgCDgDARoz8+bOweix4zD1x2mKatSsmWLVHMDyed7tmWcx+MMhqFS5MrZs2azJ+BL933kHlMfBaYpCvDxTmgcEBgZh2dIliaAICAhAmzYPY93aNcoYXrpkCdo/1kHxvPraG6r/DRg4GNbGY6fOnVXeyFFjUK3aA3irX/8kPEqICw5sE/XivcB7gvdRaveQC9R0SpU0alkRMSARF+LDNFvE58QPU6eocWHbdu2gX3sawDNn/AxfX98kxYKCAtWzhvKJs63x5d49e1ClSlXVZyiAzyyeSbbybKWRV0gQEAQ8GwEvM6ajERYWpl5+IaGh6srwIaoCchAEBAFBQBBwCQJr16zBYx06qmezvQpERITjqS5dLeyxsbHgAJeD5uLFg7UBsB+YZmGQgCcg4HAdq1SpAk660NgxCufkS3j4YcyfNxfBwcFgvzHmpxamPBpbMTEx4JkeSBpxTKdnkt5IxiMijkBfTUE+GlQcd/z6yyxlyJOHvCSGmUc+XZ6uB+UMHjgAp0+fVp5TnV/Pt3U26kKdGGf9JPLzTGI6veyUzzjzPJXYFl7vVq3b2N2EqKhIZfTq40K9YO8+fdH31df0aIpnsznp+PLs2TNgP2PBWrVqg/UwTCK/dZ6tNPIKCQKCgGcj4F3GdLRZBlee3R9Fe0FAEPBCBPz8fDVjJlC1jIYEDQV9UD/7jz8sS7+5nJsGMg2OCxeiFb9+4ED02rVYPSpnQUAh4OPji9Zt2iijWSXcPfj4+KBx46bYvHkTGjZqfDcVGP/VONXf2A8tiXcDel+koXv9+vW7qUB09AXl6X60/WPYtnUL+r7yqvJGxsXFIlu27AgPD1eflQUGBmoGdKwyqhhmX6bhx9VyJIZpnBvlsRL2bXrPBw7+ANeuXUXt2nWUfNbH/OSInneuwqP3lGfGk+ON1u6n7j16gF7W5Hhu3LiRXJZbpQdpXmNeX7PZrD7p0ycSqKR+ffmMYZhp5jSODfn8OXz4MPq9+bqSz3psyTh16hTF2yRea+sMW2nWPI6Onzt31tEiRZ6LEZBr6uILYKN6rzKmAwIDNG9F0uU6Ntqtkvbt3a3O+mH3zh16EHypHD500BJv0bAmxg59G79MGa3oq0/fwTcjB6kw04YPeg0/ff2pJf5R/x6WMPM/evte/KcJn+HzQa+i1/NPKvkx2gvhlDZzqiLaoVPbJvh21GBL+c8HvgKWoRzSkH4vWvIYN9b104RPQV2YTpr0xSB89dm7aP9QM00yEHnyBC5ejFFhHno81Q7TJn5ukffhWy9Ywiw/9J2elvgP4z/BFx+8bolPHDEQ4z97zxIf/dFbmDLuI9R8oDJF49CB/bh165YK89D/5SctvDMnj8Qn7/ayxKd+NRQjP3zDEv96+ACQqANp1JA38f2XH1vyh2llKaN4scIUjV07tqszD/Hx8Rj2Xm8LL3WibpRDGv/5e5igyWeYxDb98NUnFv5P3nkZs74bZYl/+FZ3FTaZTLh58yaM/SJfHh8Y+8V4DetJXwxU/JQ9YvBr+HH8MEt86P9esoSZ/2G/BNkMT2O/0K71919+wmbgYkwMoiJPqjAPJYsGJeoXw7U+9JNWhmVJxn6g4lZ9brjWR5lO+mbkYHyp9eFPBrxB0aqemBizCvNQpXypRP1iiEFPlv/Y0I4fvx4GtpPpJPaLrz5919LOMR/3w3djh6BvjwQv4+GDBxSOrIfUqEYFCy9xN/Y5634xYcQAfK1dP9ZD4nXl9WWY9Kl23Wd8+wU6tmtJ0Un6RbcOLS11sT+N0voVy5G+Hv4+SAyT2B+nfjnUws9+wT7HPNIHd++VujWrqX5+SGuXqlQ7XL50CR++3dNSljpP1HRnORLxStwv7vEy39gvftbuz88G9FWySpcsjksXL6r7WKtG/T9z+lSiZ9EI7Tr/+HXyz6Ihb997frD/8FnEOknfjvoA4z75n6orZ84cOKU9l8yaR0ZVpB2OHD6ES1rbwu8+G/fs2qkmMMO1dC072f80gnU59AZxqa3OrC+tpUHAJaxccsmBMgfMOg/PAQGBoFHOsJAgYEQgJCRURSOOJN6ojp7IOnXqaBM5ASqfB/Y99jX2Q8aNpPdFLgPOnTu3JSswMAiUxQQazpz0obG2csVK3L4dr1ZMsO7Q0DDQYDoVFaXVGagZ2NGW1XLs01w5x+esUR5l0ojnhAB52BYa4UYDkTy2iMa8rhfPjCs+G4fgEiXAFR02sixJuXLlsoTdOcCJNhq8XG3AJd68xrq++vXlNWaY6WkdG/I6sA9QBidOuLrBloxixYpRvE0KDg5Okm4rLQmTgxMKFUoYIzlYrIhzIQJyTV0IfjJVZ0sm3SOTOdjii44PWb7Y+ODiQzG5xlSsVCVRVpVqD1jifKmUK3+fJU5Z5cuXR768eRSFhoaiZMmSKsy0KlUqo2DBIEucS36YrlOt2rUteQW1WdWqVaqoOCvwDwhAseLBDCoqV64cSmgvPr1s1apVwTJ6vLY2ONDDPBvrKhgUBOrCdFKpUiURGhJiqSu4REkUKOCv6uGharVqCNImIchLqlO3nuJlmFSjRk1LvHChQqhUqZIlXrp0KYSElLXE77//fhQrWlTFof2Vv78CcuTIoYUS/htlF8ifDw8++KDiZT1FChdGxYoVLfGyZUqDxDxShQoVULRIEUt+da0sZTCP0qs+UJ0nRQH+BVC9enULL3WibuQlhZQtizKafIZJbFPhwoUs/A/WqIH8+fJa4nXq1rWEc+bMiXKGflG8eDEY+0WIhnWpUqUs/JUrV0ahQgUt8Ro1a1nCrLtOnXuyaTzwWjOdDSng74/iwSUYVMSBmLFfVNH6UEGtL5GfZOwHKl47cZ+rovVRppNKliyBMK0PM0zhrMffP4BBRdTD2C9qG/RkmZqGdhQqWBBsJ9NJpbV+ERoaYmnnfffdh+LaoIN5FF7uvvtBHBkmGfEl7sY+V8SqX5QprfUL7fpRFonXldeXYdID2nX3L5Bf1U3Zxn6RPXv2RH2O/Yn9iuVIZcuUAYlhEvtjkSKFlSzG2S/0Psd4XcO9wn5eXmsX6yTly58fbDf5SGU1nUtrujNMIl6J+8W9+4z5xn4RqN2f1apVs+iRv0AB8D5mPSTKLml4FlXWrnOhFJ5F9HqxDhL7j/4sYrxEiWCUKxdmqYvPpYCAQFajKLRceeTX2hZ29x6oXLWamsAM09IVQzKHypWrYNbMGZrXzv7dgn00j6Nx3wtfX19wEG3WJh+jNCOfcQ6mk6lSkrMYAvwmesmSRZpnN3NXL7DfcdKHhtaESd8gRDPk2VdZd4B2r3KssHv3boRoz1degt27d6l+z3EJxyfG5yzzSTTieX+wbzNOj/TAQR9g+bLE34Izz0i8HzjWYRrP1INh3h/GM8PuTvbqp9/z1t/Jp1Sez7DVq1aBGKXEZyuPHunAwEA1OcLrx+tIObzOhQsXAb+DZrk9e3ZDX9bNOOu0zrOVRl4hQUAQ8GwEsnm2+om150M2WJsN7NOrJ2bOnJ5oaVdiTokJAoKAICAIOAuBGjVrapN8VcFnMz16NDyMA09betCgYLq+mzcHppww4tLLkSNGoFHjxswWEgQUAnz/V6lSVa2UUAnJHLj0l33QHs+vLRE02id8PV4tFedycBpX7Ms0sun51Q1a6kNDOyysnOr37Pvsv/7+/knE0sjq0vVpDBv6EdauXQ3uKs5+HhISloTXmMA9BTjWYXt4T7Vq3UYZ8atXr1L6bdq00cieavh2fHyqPO7A8EL3F8FJCrabRMyJd3K6MY9L3Kd8NznJbt7GMpzM0HeDZ/+gbOLLzwQow2p8CV53XQ+uJuD15nfxJFt5tkvF/cUAABAASURBVNKM9WdGOPbatcwQKzJdiEBcbOZOGLqwaR5btVcZ07wKHIBxxphLf/jwY5qQICAICAKCgGsR0J/NfD5zCaWPjw84+GzZqrVFMes4l+Jy52J6AmmQk1he9whaCkogSyLA/kDSG88+xj6jxzkGeOLJLnoU5GX/IVmPEaz7HstSlr+/P3hmnIJ4ZlnKMPbjt+7u/M06yE9eEnUiL4l57PfMpxw9n+msf+TosWjUqAnYv3V+8hiJfPo9QxnWuhjTPhn2mWoz01gn6zbKsg7fsU5w0zjbQeyJEYkYU1XiSGKYxDCJYeI27LPPYdzNW09//oXuDOJUVJSGVy3NCx0AHVeeiR8ZWA/r09OMehBfnYd8tvJspbFMZlL8beMESWbWJLKdhYDx80ln1Sn1pIyA1xnTKTdXcl2NADdO2PDPety5c8fVqkj9goAg4AEI0HDgQNgDVBUVBQGPRoCfwnh0A1JRnkaxcXLFmr1ipUpqgs863ZPjefPm82T1AdE+CQJ588k1TQKKixPEmE7HBeCsEJcDpaNomotkZl00aG/fvp1mndJTgHUdO3oUfr5+OHTokFqilR456Slz8eJFtaFcesq6cxlzdDS42Vpm6rh1y2acOHECnAThNczMuij7elwcDhzY75TJFm4ExD7JejObnFkX28T6MrtNIl8QEAQEAUFAEBAEEiMgsayHgBjT6bjm3Kl34YK/Mt2QoWqZWVf44cOYMX2a2on44IED+PqrL8Ez680MungxRmH2aPv2WLnib/VzI5lRj7XMjRv+AX/D0zrdkXEaL9wsae6c2YiNdew3StxZ/sqVK4nUpWG7ZMliXDh/PlG6oyMFCxbC+C/H4tDBg5lu4J45cxoLtPvKBO2fyeTopiSSR4Nz0cKF4LK7RBmZEHFWXZx427xpI7Zv/xd+fnkyoSUiUhAQBLwZgQa1quHDd15xCyqQX7xvjuhr0dEXHCFGZLgRAplwTd2odZ6pihjTdl43enD/++8/5eHkbrq5cuXE1atX7SydNjZn1RVWrhy48clff85Xv4vZ7dnnsHz5MuWJhIP/TCYTqj1QHXv37VU/rdOseQv8OX++MuQdXJUSx5UD9KYyUrpMGZw9k3m/tUhjd/68eWjSpClKliqFH77/3qHtio2NxfffTda8w+c0Ogu2zWQyge06c/YMm+hwomF2+tQp3Lh5A/UbNLTU6fCKDAKzZcumjPZChQsZUjMnyPZFRUWCO6ZnTg33pDqrLi7R5O+emkwm8NcI7mkgIUFAEBAEUkegScM6qFOjqttQ6hoLR2oI5M9fIDUWyfcwBIy/yONhqjtQXfcSlc291HFPbegFXL9uLXbt2ql56cYpj2pQUEFl2DhaY+4MOu2nH3Dw4P5Mr8tkMoFG7aFDB8H2cKOVzo8/gQV//YlrDt4BkjNp/CmL0qXLYPGiRQgNDVM/sfPvtq2OhlDJ44TE77/9hqWa97ZI4SI4c+ZUpnlWiRUNGS6H3rZlC7p265boJ8GUQhk4FChQAK3atMGSxQvVdflu8jfYpuFWrGgxtWFKBkTbLMr2/PjD9zh58gS4E227Rx7FxYsXceTIEZv8GUk8duwohn/2KUZ9MQI3b95C8xYtwJ8w4T2XEbm2yhrr8vXzw3333Y9tWzOn/9E7/MnHH+GbSRMRVDDIKXV9+80k8GfzTp8+DRLkTxAQBASBNCDACc00sAurByDAn230ADVFxTQgwPFmGtiF1QkI2GVMO0EPt63i+vXr+P23X8Blto9oRsXz3V/EnD/+AL3UkScjHao3Dc7Ro75A1WoPoHXrh5CZde3csR1fjhuDGLMZnTo/gQ0b/gE9rEWLFsWDDz6I/fv2Oaxt+/fv0zD8Tf00TvHixTUP9QNYtXIFWrd5SJug2AVzdHS666LXj4YzBTA8b+4c/O/tt/DX/Hno8VJP5MmbF7NmztCMwUu4fPky2RxC0dEXMGrkCHwx4nPNCLwB/vwElym/9HIvxMVd1yYMFjqkHgrhdSlf/j61iiAqKgpvvNlPGdHLli3BWc0zzXzyOYpOnz6F4sWDUalyFVy4cAHxt26pa/X7r7/g6/FfZeh6GXWk0b565Uq88upraNSkibpm7PuXLl1y+Df11nUt+HM+GjdpqvW/HQ5fiXH27Fns3bMb774/ACVLlsLyZUu1SYKWTqlr3do14IZdvA8c3S+M107CgoAg4H0InIg8hcwi70NLWiQICAKCQAIC3mpMJ7QuA0duhLRn927lCSxWrLhamkxxQUFBoMFUrlw59R2uIzxo/O5175494K6LtWvXwYnjx5UXNTPqYhtorOzfvx99X3kNxYODNe9jmDboL6kG/cyvXacu9J+TYDy9xGXwHNCXLFESVw3f/NaqVRtmczSOH/8P3V/sgYDAwHRVwYmO0SO/wKKFC1R5blxVrFgxDPl4KCKjIrF50yY0aNAQT3bpCvKeP39O8WX0wG9gV65YgZd79UHHTo+r5eodOnXC4UOHlIeVhnzDRo0zWo2lPI0xTj5wFcHOHTsQrU0+PPJoezzctp1avm7E1lIoHQEu66Ynld9J37x5E7/9Ogs7tUmXGTOmg97x9wYMVIZvWq8X75GYmBjVp41qcfLj9p07WKhdv6jISLyg9QXOonfs2EmtWjDy2htmf+PElzW/rbr8NO/0448/CX6yYc1vT5zPiFgb38ffvHFDFf952o/Ik8dP9REuu3ZWXWXKlEGzZs1xx0mbC0L+BAFBwCsQ+PbHX9Cr3xCH04q1m7wCH09sRFTkSU9UW3ROAQG5pimA46IsMaZtAH/u3Dl8//0UnDlzRn2rGhpWThljR8LDFTeXQtXSjN68mteTRppKTOeBuyXzm+XDhw9hpma00Ag7f/68ZUmtI+s6duwouEnWNc2w5S7QxqUi9Gblzu2j2pnOpliK0Xji8uqp33+Hzz8dhn2aZ/rR9o9h6dIl6ltiGkxcTh5SNgRGHSwC7Azkzp1bfaNMAzNcuzaVNU9q5SpV8esvs/B0t2ewadMGcOl1kDYBUr9BA80LH2OnZNtsNMh04kRAzpw51UQEvfk03N96uz/+9+57arKFfcO2lORTL128qIxX4kdD7dSpKMXMa8P2ndX6I8PzNO87jcYS2iRF9QdrwBxjVnzpPVAWvftFtYmISpUqY83qVeD1eu757iCmNDozcp2oFyc8tmzepE0EXMDIL4bjnf5vY+PGDdoEUh7w84LHOnTE0YgItWKBexKUKVOWxdJMsYbvy3dqEwED338XQz4crHnYz9usq3CRIihSpGia62GBs9pzYqr2nLh69Qr+Xr4M773zP7VkPWeunGolC73s9H5zKTn7qDPrKn/ffcjt40M1hQQBQUAQsAsBjgHsYhQmj0GgeHAJj9FVFLUPAbmm9uHkTC4xpm2gfft2PB5/4kkUKVoEPr6+WPn3crXMddmypbhyd6nwpUsXlWFIY9eGCLuTChTwxxNPdQENM7PZjF07d2iGTHusXrXCYtg6oq6tW7fg11mz0Kp1axQsXFjJpieVhtvmTRuVIdOiZUvk1gxUu5W/y0jD/G5QyeWyeMp99bU30P+dd5WB6O/vj0DNA71xwwbF6uvrB0cM9otoxlCTpk2VV51LeQ8ePIDQ0HLqG3B+U0wDlYYivf+5cudSdaf3sEMzzn779ReEhIaiXLny2LplixLF5eo5c+VSbVcJ6Tz45cmDLZpMTtrEa17FeXPnqm9f6dVsq3mh//prPooXL45md72ONIIvXoxB7ly501Xj7fh4kOj55u7qFFK3Xj1wmTK/j2a/WL16FTpohm5GjGmTyYRHNU/6tm3btOu0DD169MSnnw/XvOqncd/9FcB+//GQD7UJpHA01dpGPdJL9KC3atMGv//2K7gkfuiwzzRv+uvgd/otWrRyaF0lS5ZE1aoPaJNgM9Rz4rPhI9BZe2789eef6NK1m+of/G769p3beLBGjfQ2SZVzZl2qQjkIAk5EgBNOJFbJ86SJExjMFKJs1mEtnOndn38WJIb5XOI5Li7OmlXFmf/psKHqmaISMvnA+vq//ZbSjzqSbLUjk9VwG/G8Lpw459ltlBJFBAFBIEsiIMa04bKvXbMa/Mkreqr4gN63dy+ef/4FtWT4P82r2/XpbqDBwyI0BrnUloYO42klDvZp4JYrXx40WgppBm77xx7DksWLlagXuvdA7ruGbXrrunPnjjIouPyZHsZ8+fMj+kK02hzrSc2AX79+HWjE0HCjJ0tVnMYDPbTvv/s/rF61EjRaqXOxYsWhL+ulV5PxEydPqAmJB6pXT2MN99i3btmMt954HRv+Wa/qYg5xy5Y9u/oOmwZh6dJl8M8/6zBm1EjUb9gQlSpXhsnEncQfAL2uLGMPceIk4sgRNWHCjbiIZY0aNVXRf//dhuYt7n0DS097q1atLddLMaXjQDn00LJuGrkPPfQw5t31QufJmwecuImIOAJeK05EMN6oUWMEl0jbzDPbckzrzz//PA38KaoWLVuBnm8uX6cOXCq/aOFfeKD6g3iqS1ewrnQ0J1GRvPnygRidOHFcGZ6sp179Bjiwf7+q48OPPkbbdo+ovpmoYDoi92sGOicduGqEGBUqVAglNIwioyIdXhcnH3itOBlmMpm0iZxQ1QYuve/Vuw8GfzgE9erVV30wHU1JVKSuNtHhrLoSVSwRQcBJCPD5tmfPbvTu0zfTaqRs68+Y/pw/D8HBwZj64zRF5ElNgYCAAAwYOBg8W/OyHZyktE7PSJz1jBw1Rj1Tuj3zrNLTuh0Zke/KssSrb+9elokCThIwzYihMc7x2ehRX6hPvAYNfF9NaLBMd20yhHLIy/ZwMoRpJOYzjdeacU5McIKCaTrZyrOVpvPLWRAQBAQBIpDljWkaFhx0EwwO7rkLLg2LmBgzbt28CRqi1ao9gBo1a8Hf318ZNOTlMl4Sw/YSjU16E8n/kGYobdm8GVxSzuXkt27eAo13GrncWdvoCWQ9JJZLiSib8sjDdnH37PXr1oD18KXUoWMn9dNX9OBSHr9XphFTLwODfX//AFSpWk15ZceNGQ1uWFVXk0dM+dvE1Ikbf3FHbU48sF7qlx7islkakrw+3PyLRm5gQKDajEv/DvvMmdN47/2B+GDIR9CXCptMJhQqVDhNBs39mkG2+O7u2fxemf3AZDKB3ymvW7MGV69eRUa+gU2u/TT8amhezD//nK9++qp69epqo7Ofp/2EDh07q2XXelkapEEFC+pRu8//ah7i3bt2qbZwAzMOPDp1fhxz58zWJpMWgN/U83t6Xi+7hSbDyJUCQz8eoj4vKF2mTKJdreNi40BPcjJF05TM+5Xfe3805AOw33OCgPcyifcCV0/k0Tz/aRKaDDNlLV60EIMHDlAbpXXUsONAjatWmGcymcBJpGSKpymZ988MbdLj4yEfqt3VM7OuNCkmzIKAgxEwm6OxdMkSNeFF0bynSMaw2WzGmNEj1b1Ho4n5NIpIzKOTT9C8AAAQAElEQVSRRW+x0VgijzFO44hplEtiucjISLRq3YbRJDRxwnhl5LEcefX6ucqKxhrTKE+v49ixY5jw9XhM1+5b5rMcz/9n7zzgpCjSPvwOObPkKDkIAiJBQBBQRBAwgFnPACYwZ8/vzDmfOaKgnqIYAANBkSMpIEmCZFDJEnYJkkG/fgp6b1hnd2dnZpeZ3f/+tqa7K9fTXV311ltVjTtHrjnnSGJ+WN8uuAy+H/yFMqRN2QnLkWviw+CfIwZ7P99c4xbKsEwmlH122tH+jPAGjZ97/gU3QMCARstWBweu00t38KB3rFOnzq4Ne+TRx61o0aI23Rtsf+75F+32O++0SV4bTdhy5coadn6ccOBev/bGW3bhhRe7dgl/mFBuoezwm0jmF28APpHyq7xmTmDF8qWZe5KPHCWQ54VphL533h7o1tYinKAdQ/CsXbuO1at/cK00U09xi+bO0NmfP2+uvfH6q7Z161ZDU9f5pJM8TfRITyPX0xtZTTYEOIRFtGmRpPXzz/PdGuVVq1Y5zW2NmjWt1+lnGkIRQg0C4LHNmxs7/kYSf6gwJT2NI1q55s2Ps95nn+3Ww06bOsW6eYMFn336ibEDdCev0WOjs1Dhs2JHOc4591zbu3eP9et3pbEJ2JdfjvDYpRhCDMImuydnJc70/DKtlvXIkyZOcA02zwT3rXDhwsaAwJIliy2aNbDppYt9S2/ghg3Ali1damwGd9vtdxpT5tG24h6t4Vlg8AHB/ayz+tjokSMtf/58duVVV1uTpk3s3PPO967zR5UMa8uZWk8ZGNxAkGUtNhp9no+nn3zCFi5cYJ07nxRVOgRG4GRq9ZlnnmX33veAG9iZ59U11pe//OLzxiAPz19tr07jPxpDR5d7z4DX3f+6x82SwI4BkCeeeMxef+0VYxPBrG7SFipP1Fc2JmzeooUNuO56+2L4cFeXsyOtUOnLTgRyksDnn31mp3brZkUyWevP7Kq+V1xhfK1hyJAP7F/33GedvDaGmUSERVuM8OTbrVixzAlUz3haXbS7ocqE0EXYtG7Lli21jh07GzNMOKe/4KcfPMsqOI1atWrZtV59RXscrOF+zRPg+AoEaSDgrfEEePfu8ARH8uvbMWuIdwh27F2B//QMbTlCIX45cp2eXz/fLb300vODUBrkliOnCL7MyArFP1QGEHC5Xy29dtJ3ZxAAO+5v1arVnHANW9/dP6Z4Azb16tVzz1idunWdte8vlBuD8+n5d4ET4Kd2nYPlTICsKothEqhTt36YPuUtpwjkWWF68aJF9t67g+w3bxS51+ln2FeeJpCXalJSkvvM0bSpUw1Bpn2HE10HNpobwvTZUZ7AUrFiJevkCQ9fjBjuhL/Klau49NG09ux1uhPeA4FAxElV9LSvtWrX8jrdwwxhrGHDo900KBqdk07q4gTbZp4WGSEj4kTSBAwEAla5cmXju7qU69xzzzc2UBvhaTk7de5sgXz5rErVqmlCRX6JhhlN+I8/TrN/XHKpN1hwhidc7zXuHUIuJvLYDw+JwEkDyxri03r0spdeeN4JS2wqxS7hh/uO3VX+/Pnt6EaNnIaYWBlEyOdx5DxSww7Xr3naEjpzVb37wTNHXCxbCAQC3qDOaPcZsRo1aqbOvsA9EsPMh/ffe9cGD37HfvllhYuPdeWkySZql1x6mV16+eXGvgSRTiGfO2eOp32YYHPm/ORmQ/C8ly1XzqXVvkMHQ4ivXbu2sYnagGuvMzqngUDkdQsOdNYHeQNvzBKgU432+fQzznLvjmOaNLVLLrnM+g+4zhoefTTeozJojwa9M9BYo8+9Z+Cj88knG3Ws+XEtYppWVBlVYBGIEYGL//EPQzOdkpKSYYwsa6nqCUxlypZxn1v0Bai1a9e4cGh/0dR+/tmn7vqUrt3s0Ucesoy0vJs3J7s2xAUI+qlXr74d06SJlSlT1hPQijkXP313cegnszRoS4p4gwTVqlV38RX1NKkERQhc4WkO0bLfevONboPGWrVqG/a+phl/6Zndu3eZLxRy5Do9v6HynZ7fnLQvVqyo40ua/r3j/cf1594AC/cS8/CDDzguKZ5AvHPnLpwPM0u9weeUlBTjOWDm1ZYtWww7uPosU5JTXByHBTx0EcptS8qWdP0fCqaDCIiACFieE6aZar10yRL3wkWIHjv2W/cYtPRGawcPesdrcIfbiR07WpdTTnH2Wfn566+/nEY4bRi0dLzgS3uCetOmzdxGXB8N+dB1ws+/8GI7zuscpw0TzjUdeuL2/bImurIn2LIOG00qGrvNmzd5nYRdXqOyxC7r29dNP6Vz7oeJxfGoGjXcdNd+V1xlbLTEKPMVnpazbbsT3KABU6RjkY4fR4sWLS0lOdnYqKt69aNsgCcsxWq6sJ8GR2Yj0En64fvJVsMrI5+GuuHGm92aZdyzyzA1ed7cOdaoceOok+D5wDDIgDDGngAtWrayWTNnuCluQz8aYid16eLuE52PaBNMTt5sLzz/nHU48US79bY73EZwDLQwINC7dx9bsmRxTDT6FSpWcJ/U2r1rlyFoEv/K335z2d+7Z68xY4JBCWZ6RCqwu8gO/bC/wYjhw9wgwJ133e0NHs10HV9mMPDuWL16lROieWYOBYn4wBTy2bNmes/19YZGmhkYDBbx7qhcpYqXbnLM0oo4kwooAjEmUKRIUaeZHjzoba/N2u1ip93kxD9ynpFBCKt2aO1zn7PPcV4RttFKI8AiuDrLoB/cuWR5CMdIDHFklEZ6cdKGM4Dw6ONPOO152bLlnFc00mjcx347xl2n98MgAIN8uHOEIec+L/+IXbwaBGMEZPLXf8C1bhYW55g+Z5+dOvWb2QHcwzJlynr9mKI4pxr4d+t2miE4P/PUU8bAAYoRf5YCMwUYiCzjDcAQR2rAoJNQbkllkrxBlMPTCgoSm1PFIgIikPAE8pwwTad02LDPXCefhuuMM89yAjSbU/Xu08dOPvkUa9X6+IhuLNqwDz94321atWDBz25zL4Tm6tWrp64VDQQCxrpbBHaEi3r16kWUFo3wyy+94KVxn7FhC4J88UNrQhkFR5vKdO8+Z59rv6xYYSee2NGqVKmapXXD4WYMbXE5TysYLEggyGDQHjdq1DjcqMLyRzqn9exlyd4INYMjYQWK0BNM6aDAl3QxEUYVdjAGRK648mqvw3BQExJ2QM8j63b5rJZ36v5/OrQDOflnGUHx4iVs0cIFdv2NN9kpXU81dpKvX7+Be2YLFijgwmT1h7iZmkhHlo4Kz9/CBQtcNOziPf3Q3gBMi0dD7Rwi/GGA6LuxY502+tLLLrdZs2a5vPfs1ctpbfkU24gRw63zSbGZPj7XG9RgMIgN/Ip42qR1a9e5dd6wY2CCgQq03swCibBILtiuXTsNfnBs6w1CMZOAgQmEdYRoBsfwyCZuPB+cy4hAbiNQp05dN636nn/dbewHwdcE0EpOmzY1rKKinfXDfH5IM+1rO3/8cZqh0Q4V0eV9+7kBYdLCECaUv/Ts8E84P40ynsA3evQowz69MNizbAjhHyEQQ53nHeBrquvUybh/wAaRTHUn7TFjRhnrvoMZhMuNvGAy0mzjnh2Gdyv9JPpm4cRPG4PGeeaM6Yd5Z1CT6e5M/4dpkSJFUt1TklOcEoP7wgwp0mLwIdhfKDc2o03Pf2rkcX7y26+/xDyHivDIEtA9PbL8Q6WeJ4RpOrzfe9rFEZ5mKX++fIaAOWXKD256MJ3VVq1aewLGQuPFSQMeClQ4dvXq13fTlcZ4jehvv/5qrKmsWauWDRv2uZ10chebO/cntzYbzXCNGjWNddPhxBvKD43w2Z6gXL5CBWOjLxptNItFvNH9rdu2pn5eC40ko9ysGQ0VTyzs0AJWqFDRbdgWi/jCiYORaIQYWIbjP1I/7BzOtGF4RxpHToZj9P2Rhx9KHWDxdyCf6WmiA4GA1a5dx9CEbN2yxRi5X/DzfHt74JuG8Bnp8zhr5kyb7Qm1PGsvv/SiNTv2WDfVf/ny5e4ZP/+CC6Le6RyGCO0sx6DO0gFjkMYXNEuUKGk333KrMXuAXbSTksoQJGLDGvxhn3/mlkusWrnShn48xBh4YybLzp07jYGJzlF+xsvPHB27Dz/4wGnTf5w2zb6fPMm6nXaa8R7h3dW2XTtrflzku+D76egoAvFKAEEIQ/44ouWtVauWcURAYpMp7Hnvo70s4glKCN6XXd6XIIYb7RzufhjCYY9/ztFSEg5/2LuAh36wxx1/GMIQF0fc/PPKlSubb4c9574b4YgDe+zIB+7B6ZFf8o0f3PCHO2ExhOfd8urrbziNbNp8kl3CM5jHOeFJxw9LvMF2obgRLj1TxOs/pOeWXfaUkff4gGuuchu9MSjA1Pr00ivi3fsB117v+lWjRn5tDLykpKS4gYvgQQXsmN6NHQMOHTyFAmwQoEnLt1uxYrnb1A4hPa1bKP/p5Ste7WvWqh2vWcvJfOWqtHRP4+925kpheuPGDU5LRUeUTjEbYfECZirwRx8Nsdq1axsdcl/bw9poXujR3p5AIGAIzWx+xPpoNuZC4EObxqdyYr37c63ata1Fi1ZuMw12Aeebi3M9TdrmTZsN4faSSy+PiRCTGZdAIODWLkcqjGUW/5F0R5NaK4Eao5reM9GjZ0+bN3euvffuYEPTwLT7Hz3NDprUOZ6m+tbb7zA2yGLmQONjmhgdk6yUEe032mGOaFDZmKf18ccbAjs735cvXyF1MIcZFMwAKVWqVJZuIzMOyPNDD9xvr3gCOtOoqUPsDM/Gen5kCJoMIr384gu2ZesW3zqqY0pystERIw+VK1V2G6W173Ci0dHyN/ALBAJWvfpR7jNYUSXmBV67do0xa2T/gf22ccMGO75NG6NDjaZkzk8/uTRIKxAIeL71LwIiIAK5i0DaAQX6a8GDBpQ2+Bohl4GC03r0NI5cMziR3qACAw74IR4/Ld+OeG+59XbXj0rrFso/djIikP0ElEIiEciVwjSdeXbCneVp49BcnnJKVydAM+2ZDjLTg07peqonaBZxO/9Ge8MQ2sd9N9YTXgZZcvJmO+fc8401lgjRpO9PDWaaK9rvaNMLDo8wQccfQ2OC4GSH+tysIw32q/PcT6BWzVq2bt0693kZRtofuO9eY+S9X78rrXHjY+ziSy49bPo4m2j5z2e4dNi0jKmIA99609WfSpUq2dtvvWUdO3Vy0wwnjB9vRYsWs8v7XuHVscLhRpvq76+//nKDYTt27LT/u+deu+Cii+3ToUNt1erVhhvCM54R5hGyWUpw8623GUI79tEYBt9GetqOPw8c8LTrG+3bb7+xq66+xninTBj/X2vbtp3x7ogmDcKi3WaDMTQr5cuW8zT7M4xlIldd099Y842mn44iexDgX0YEREAEROB/BBC4USJw/J+tzkRABI4YgTyccK4UpgOBgCFU/jR7tusQJ5UpY99+8411P+00O+64FjZmzGjbuXOHQ8uYGQAAEABJREFUsclYJNN36cC/PfAtQyvHs8OnHRBcevY6wz784D9Wonhxp/l+/rln3aewKleuYhUqVsRrzA2CENrTSRPHu10nmf7qT+2NeWKKMO4JJJVJMjade/mlFwwh974HHrSpU6Z42tWFxkwGnpdoC8G05MaNGztBmcEpZnZUqlzZqAd8Zo46VaJEiYg/r7V2zRpPM5zshHPyW65cOW8Q4BIbP+47Y/DoHa/usR7yvfcGuzxEWx7CM5uFASm09XxejfX4aCnWr19nY7/91j74z3tu47lAIOB2DLco/2ZMn27HH9/WEJhLJSV5x15uqQlTuxGw2UuBgbhA4NDIWJTpKbgIiIAIZEZg75491qhh3ZibzNKVe/YR2PD7+uyLXDEfEQK/r9c9jRX4WMWTK4Vp4KBxO9nTSH/5xRdug6Lt27bZ5EmTbOrUKXbLLbdZUlIZvGXJoIH++qsvPcF8jF108cWGwEAEdMRLlixlH334gZvuXLlKFae9atmqtfX1NIJdTjnFAoHs6xSzm3G37j28NMiNTF4mULx4CStUqLB16dLVfYaN6yuvutqOa9EiKixohL8b+6398847jE+E8fknNrv51huYKlSokF3taVR79OxlF//jEjuhffuo0tqzd49Xt0oeJoyzbKH6UUd5ZStkd/7zbm8grKuX5gCrUqVqVGn5gZmO/sbrr7qp6tWrV7d1a9dZrVq13Y7kJ3bsFNO0SDMlJdmKFC3CqTNooG+8+RZvAKGz9bvyKitVurSz148IiIAI5BSBh/7vJnv2oTtjbi674KycKoLSSUOgYqXKaWx0megEUF4kehlyW/5zUJjOeXR169a1pKQk9zmeSy/va02aNrW+fftZiZIlI8oMWiumgdav38BNY93mCehM665Vu7ahTbq83xXWoEFDGz7sc7e5GUI0WrqIEstioKpVq7o8ZTGYvOdCAnXr1vM0uykxKxm7g7NDbpGiRe3xJ5+ys889z3vGh1nNWrWc0Pfk44/axAnj3S7XsZhyx3RtNMJbt279WxnQ1qKtZv8Djn/zkAULpqo/+fhj9szTT9rokSPtuutuMDYbG+dpwDds+N2o6wwU8A6JNi2mdb/6yktuo5u33nzdsft+8mT3nmCGy4jhw9zaaMpFGbNQDHkVAREQAREQAREQARE4QgRytTAdCATcWkc0ynSKEYKz9M3ZNDclEAg4jfPcuXPcms6Bb77hOtwtWrS0+g0a2PPPPWPP//tZa9qsmfla6zRR6FIEsp0An0apGMNlBfkLFLAlixYZG+oFAgGr6w1SIVxu+P13NxPjX/feb7Ha2Ro4CK9t2rS1jz8aYnwyCjs29UPorF79KC4jMnPm/GTTpk5xYZmqzrT0a6+/wW6/4y47ulFjmzRpop3Vu49b983MFucxgh/2Spg2daq99+4gmzVzpjEVns3U2rfvYKzv/mP7H1amTBn3nuBTXh/8533r1LmzE6YjSE5BREAERCAmBPbt2xeTeBRJ/BBg1lX85EY5iQUBlmPEIh7FETsCuVqYXr9+vW3fvs2aNm0WM2J0snv06GV8R5eprUw/RbCgE45QQccczWDMEsxiRPIuAsxSaNCwYVQg0KSywdgjDz1o06f/aGf1OdtmzphhbPqFxjYQCBy2kVlUiYUI3Pr4Nta8eXN74rHH7P5777GlS5bY2eecG5XAyWAaO46zESEC7/79+9wAAckf06SJbdy40S0JqVmzprFempkouGXF/Pbbb8bO4oF8AbcOevHiRfaf9981BiTc5/mGDTM2GStdOskaewL8fQ88aNf0H2BJESw7yUq+5FcEREAEMiMgwSszQonnzsyyxMu1cpwRAZQBGbnLLecJ5GphunLlytaz1+lRdcBD3RKmdbdq3drGj/+v2104lB/ZhU1AHuOAAJvqIfQhRJMd1ke379DB+l97nU2eONFpV1u2bGlPPPGYvf7aK8Yn3/i8Fn6zwwQCAWNjswcffsQwfc4+x62XzkpaaISXLF5smzdtcsH8gbAvhg9zQjQC7OzZs1wdRstevnz5qN4VKcnJ9uEH79v5F15k8GEvg3PPO98T0A9YkcJFbPeu3XbKqacajFkWIi2Quy36EQERiBMCmlEXJzcihtnQ/hsxhBknUemexsmNCMpGrhamg8oZ89NOnU+yTV4nffXq1TGPWxHGO4HclT80zv8dN87Q/CJwUjo0t7+sWOGmWrMhFoJmi5atrGHDo61tuxOMDcjwF8+G0dsvvxhhb7z+mj368IM2f/48q+FpnY9u1MgYLGDDNHYOf+iB+23ZsqVuenc05WFwgU3Zxn77jSdA73dRMWuFDdmSkzdbvyuvNKZ///D9ZDurd2+LdO8G058IiIAIiIAIiIAIiEBcEJAwHeFtoJN8ed9+7hNYEUahYCKQcwQySAlBsmevXodtYNf4mGNs2dKlduWVV7nPT336yVAnIJ5x5lk25YfvDeEwgyjjwomBgTN79zE29bruhhudhvrxxx4xNg5kqjeGAYT7H3zIzWBhX4VoM85n6UqVKmWzZs5IjYppdmxEmJRUxs6/4EJPkO5zGOtUjzoRAREQgSNIgK+eHMHklXQ2ENi6JXabkWZD9hRlBAS26J5GQC17g0iYzl6+il0E4p5AyZIl7fVXX7W3B75paGmffeYpK1WqtLU/8UR74vHHjA2y+EY7O3UjmF7T/1pDMMzugsUi/nr16hma6MmTJrnPTv3fv+611scfb/nz5bPlnjY6FmkExxEIBKxb99Psp9mzbePGDUajN336dGt27LHB3nQuAiIgAnFHoFjxYnGXJ2UoOgLFipeILgKFjjsCxYsXj7s85fUMSZjO60+Ayp/nCZzWo6fdcNPNds6559s9991vF1x4sY0e9bXbuA+tbdoNstDgJtLnm1iSsWHDBlu+fLkFAgFjR/Cr+w9wQm+Mb76LDo34yad0tTdff83eGTjQmE7O576co35EQAREIE4J5M9fIE5zpmxFSoCvcEQaVuHik0DBgoXiM2N5OFcSpvPwzVfRRQACgUDA0E6jdfaF5MKFi1j+/PlxTnjDkozTzzjDxo391m3+lRMF4vNhl17ez66/8SZjd/WcSDOyNBRKBERABERABERABEQgUgISpiMlp3AikMsIMCWZKd2ffTrUep1+eq4RprlNfMLusr79rGjRolxmuwkEAm4/hUKFNIIcc9iKUAREIEcIpKSk2CdDP8qRtJRI9ATYdHPoxx8Zx+hjUwxHkgAbw2KOZB6UdvgEJEyHz0o+RSBXE2CdNLtM33DjzZYoa6KzckPYBCwQCGQliPyKQEwIKBIRONIEXn/tVet72SXOPPbow07gorOO8fPGOYZrBOlHH3nIRn79teF/y5Yt7kgcxIUfmewjsGLFcru2/zXufsGc+4IdX4vwUw2+RoB+7tmnjc8u3vOvu437x9csCIvh3A/HkfiwJw3iyYodfmXCJ0B9gTWGusS9YpCKe+THEnzNvXn5pRcME3zfiAc3whAHcREn9tj5hnhvv+0W9+z44cO18+PQMWsEJExnjZd8i0CuJcAU7+LFS7h1xbm2kCqYCIhAOATkJxcRoLPduvXxNujd951hI0Y2lEyviHTUBw962y688GLr0bOn4X/5smVuHw3iIJzfqedcJrYEEG5HDB9mzz3/grtfMG/ZqlWGiQwe9I516tTZ2APlkUcftzJlyriZWPfe/4CL4/QzzkwNz/2dPv1HL/4X7fY77zTSYrAkHDvCpkakk0wJZLXuce8nThxvV151tV1/w03GffMF4dWrV6Wm9/P8+enWx8mTJrq6+9obb7nPfhJnuHapCegkSwQkTGcJlzyLgAiIgAiIgAjEHwHlKBQBOtIsb8lMGAsOu3btGtdRr1O3bqp1SkqyHdOkibtGMMePu9BPzAlMmjjRzjyrt2U04BGcaEpKipUrV9ZatmodbJ3u+a5du5x/BO6qVat5QncxQ5gu58WRmR1h041YDocRiKTurVi+/NC9/9+SNO7JM8/+29q0aZsaf0oG9XH37l1G3eX5qVevvqUkp1i4dqkJ6CRLBCRMZwmXPIuACIiACIiACIhADAjkUBTVqlVzKdG5Z1rvY4emeWPJVFKmimI4x47Od1qhac2aNTjJ5ACBYsWKeprlsi4lNJvcG38mwOeffeam72L38IMPGPcJwWrnzl3Of/DPsmXLDD/cc+697xbK/9atWyxtHKHs/Dh0DI9AenVv8+Zku/XmG1Pv5bRp01yE4daz9Pwxc4C4XWSHfvbt22fh2B3yrkMEBCRMRwBNQURABERABERABEQgEQj4He86deoaU4fRVvn5Ziop04gxnGNfpuzBKcKc+8YXCvxrHbOPAEItAi8p9B9wrZvuyzmmz9lnu2nb3C+mcDProEyZsoYAjnuwISz+Hn38CftmzBhPO7nbOYfyX7p00t/iCGXnItBP2ATSq3vMAnju+RdT72WbNm1cnOHWs/T8oY0mbhfZoR8+jxaO3SHvOkRAQMJ0BNAURAREQAREQAREQATinQDTeNesWW2+ZjOc/CJsTRg/3phy6vvHjnWaXM+fP8/8Kd9cx7lJuOw1adLUPhryYarwm1kBEKiXLl3q3ePpIb0imOMHQQsPnKOpTElJMabrc125cmWnvczMjinHxCGTOYFI697Be//3mQbBKWZUH4sUKerqLlrqNWvW2MEp3+HZBaeh8/AJSJgOn5V8ioAIiIAIiIAIiEDCEChSpIgNuPZ6GzLkAzeldMA1V1nduvUyXI+LwNT3iivs7YFvpe7mXbdePZs3b66Lg6nFaLkTBkKCZbRlq1ZuzTr3iuncY8aMynDwwr/Hw4Z9bv5u3uvXr0/dff2Zp56yEzt2dMI5n84CB+vemWbsuxFHOHaElQmPAEyzWvdatjp47we+9ebfdvMOTpXBrLT1kZ3emc7f4cSOrr4P8Op6tWrVjPocrl1wGjoPn4CE6fBZyacIiIAIiIAIiIAIJBQBOtNsYMSUXwwddgrAEcM5hnMM5wjLTA/2d/NOSkpyu3oTnunD+JHJPgLs4gxrDLupI5hxT07pempqosHX3ONHHn08dTdvNM2EI/yrr79h+EULjdabuLjPwW5EGq4dfv9mZBGSAPclVN0797wLnJDrBwq+5t6z5ALDue+Hc+4R19xD//5SH9FCY899Dk6TMNiHa4dfmawTkDCddWYKIQIiIAIiIAIiIAK5mgAdcDr5ubqQuahwCFjnnX9BurMOELQaH3NMLipxdEWJ59AIzZhw88i9Dx5oCTec/MWGgITp2HBULCIgAiIgAiIgAiIgAiIgAiKQHQQUZ5wSkDAdpzdG2RIBERABERABERABERABERCBxCSQN3ItYTpv3GeVUgREQAREQAREQAREQAREQAREID0CEdhLmI4AmoKIgAiIgAiIgAiIgAiIgAiIgAjkbQIRCdOBQCBW1BSPCIiACIiACIiACIiACIiACIiACCQcgYiE6QIFCtj+/VKPCYkAABAASURBVPsTrrCxybBiEQEREAEREIHYEaA9zZ8/f5YjLFiwoO3duzfL4RRABEQgdxBYsGCB3XvvPYeZZ595xrZt2xZxAdesWW0f/Oc/tmfPnsPiwP7RRx5JTeuVV162jRs3HOZHFyKQqARoh5FvI8l/RMJ08eLFbfv27ZGkpzBHgoDSPOIEaPDef+89O3DgQGpeqLiDBw8y3FItIzyhkQvV+EUYnYKJgAjkIIG//vorotRoi//444+IwiqQCIhA4hMoV66ctW/fwWrUqOH6Eq1atbbWrVtboUKFQhburbfetLvuujOkm2+ZkrLFfpjyw2H9FdywnzBxgjVt0tSlybeNrx0wwDZv3oyzjAgkNAHa0hIlSkRUhoiE6bJly1pycnJECSqQCIRDILf5Wb9+vf3738/Z3LlzU4s2b948e/GFFwy3VMssnNAg0jAShEYuVOOHm4wIiED8EkCQzpcvoqbY1BbH731VzkQgJwhUqlTJunfvbu3anWCVK1e2rl27WsdOnaxw4cI2Y8Z0G/TOO7Zw4ULjPYPwu3LlSlu7Zo0tX77cZe+3336zQYMG2YgRI2zLli3OLqOfEp4y7aSTT3JpDhhwrVX00l+3bp0LgjDy+eef2ejRo420sPz5559T00KBMHXKFE+bvdHlZ/78+Ub+yAN+MXPmzLFFixbakCEf2g8/fO8EepQQ06ZNs99//x0vLj78cUG5QsWDm4wIZIXApk2bXJualTC+34ha8PLly2skyieoowgcJJDpLw3Nl19+4RoRGgDOsfMD0tBMGD/e3nvvXfMbFxqRmTNmuMYQexoNwm7dusU2/L7BlixenNrA/OlpvWd4ftFQa+qVT1VHEYhvAmvXrnWd4EhyWaVKFSN8JGEVRgREIPcS+OijIfb4448b01Zvu/UWJ5imLS1LRIYPG+asp02dav369c1UoN6//4Bt2rTZE4g32FxP8EWQTkpKcrNVr7vuWps1a5ZNnDDBbvXSRKBGa/3qK684oXjFihX27ruDrUiRIjZq1Ci76847bO++vTag/zX2/feTXT4+/PADu/OOO233rt321JNP2tChH7vp5kwpRzDH07hx3xn+OE8vHtxkRCArBGhLGZDKShjfb0TCNIEZ9dq5cyenMiIgAmEQqFWrlv3000+2bNkyW7p0qS1auMjq16/vQiIg03B8+OGHruHof83Vzg9rll548QV78oknjIbv1ltuDtkoEgma7gkTxtuKX1ZYeFOvCCUjAiJwJAn8+uuvVrNmzYiyQDjCRxRYgURABHIlAfoN30/+3m677Ta75NJLrf+AATZy5EgnxDIdvGq1ala3bl03FfzGm26ys846y/nbv2+/rV69OkMmGzb87oTfPr17252eMHzfffdb9erV3cA+/Zgrr7jSxZW8ebOt8TTgTZs2tS1bUtygH/2Txo2PsWLFitmY0aPs8r79rE+fPtazVy/777j/pqZ78y23WN9+/ezGm252faZUhzQnKBsyiieNd12KQIYEUGLVqlUrQz/pOUYsTDds2NAWLVqUXryyFwERSEOgsqdF6nZqNxvtjciOGT3aOnXqZOXKl3e+mF61eMliu/Ouu+yqq662rqeeapMnHxypLVmypN1+xx125ZVX2bnnnefWRZUunWQVK1W0Bl49ZJoXkRzbvLnXeN7uTMWgqVe45RqjgohALiNAO9qgQYOISlWhQgXNEouInAKJQO4lgJD5l/1lpUqVdoUsUaJkyE2DWWJ2zjln20033WjvvD3Qtm3b6vxn9FO1alX75NNPbeSo0VavXj0v3n3O+9Zt22yNJ4gP9OJBa9y0aTNPeC9sZcqUsebNj7NvxoyxeXPnWrfu3Z3CYNu27Z4A/Z29+OKLbqlbw6OPdvFk5YdBg1jEk5U05Td3EuBZ2r9/v/fMFomogBEL002aNDF/zUJEKSuQCORBAp07d7Yx34yxceO+sy6nnJJKYP/+fW76d6lSJZ0dAjR27kI/CU1AmReBjAhs2LDBqnmaooz8ZORGh9af/piRP7mJgAjkDQJFixa1UiVL2axZM9306tmzZ1n1atVd4QsUKOiO/KCJK5OUZK+//obddvsdluSdYx+OoY9y9tnn2AcffOAJ1Pvd7JoKFSvaAE8Lfv/9D1i/K67w3msH0zzp5JNTp2UzmwbNNJpxFAAPPfSwJ8zfbD179kw3WWbCks8tnoabgQJ/z6asxpNuAnLI8wSQZ5lFESmIiIVpKgSbASDNR5q4wolAXiNQrXp1O6XLKXbyyV2MEV6//MWLl7CCBQoYa6JZZ0TnuGqVqr5zyGMBz39IB1mKQHQEFDqHCPz444/GwHQ0ybVs2dKmT58eTRQKKwIikIsIBAIBu+aaa2zoxx9bo6Mb2swZM92sNop43HHH2bjvvjM2L23cuLHly5ffup3a1S6+6ELbtGkTXoy9GNBaP/jgA+46vZ/2HTpYSnKK/fTTbKtTp47blOw0T/PctMkx9szTTxsz7gjLgF/duvWsW7fubmM07JjG/c0331jDBvWt91ln2g8//IB1SJM/f343Y++5Z5+145ofayO//jrVX1biSQ2kExFIQ4A2lLY0jXXYlxEL06TQpk0bmzRpEqcyIiACYRDIly+fsR7ohhtvPMw3I6wDrr3W7r3nHtdY5AvkcztyHuYpzUX79h2MxmXcuHFpXHQpAnmNQGKWl6UcJ5xwQlSZR8ODdtvvuEYVmQKLgAgkJAEG5V555VW3HpkC1Kpd2776eqQtWbrMPhwyxPyNlZo3b27TPeGa5WRol9986y2bNPl7+27cf23y9z+4wT0+t/XZZ5/bk08+RVSphjQ+HzbcKlSo6OzQZA9+913jc1yBQMAuv7yvzZ033xYuWmzPPvec4Y7HIkWKGOmwNpprDLNxSIP8kf4ph2bqkebJniYbPxy55rxJ06Yuf8Q/YeKk1LylFw9hZEQgHAKs7cefv2SS86yaqIRp1nwysp7VROVfBPIaARqF9957P7Who/wI0NjhxjUNEo0ZDdFz//630dDhhwaSRgw/NIAYznv06OEaLcLjjj/8YzjHDn8yIiAC8Udg/vz5xpcx6LhGmzuWj3znaZuijUfhRUAEREAERCAvEaDtPOmkk6IqclTCNFq2tm3bGlvTR5ULBRYBERABERCBPESA3XW7d+8ekxIff/zxxmdnmJoZkwjTiUTWIiACIiACIpBbCCxfvtx27NhhLHmIpkxRCdMkjFZs7ty5btt7rmVEQAREQAREQATSJzB27Fhr1KiRVax4cLpk+j7DdznjjDNs2KFvxoYfKtf7VAFFQAREQAREICQB2szTTz89pFtWLKMWpknsnHPOsY8//tj0JwIiIAIiIAIikD4BdtCdNWuWxaIBD06Fz1Wy5ospa8H2Ok80AsqvCIiACIhAdhP48ssvjR28q1c/uOt8NOnFRJhmA5RmzZpJoI7mTiisCIiACIhAriawa9cu+/DDD+3iiy/OlnL26dPH5s2bZwsWLMiW+BWpCIQkIEsREAERSCACM2bMcDOqu3XrFpNcx0SYJiddunSxQCBgrAPjWkYEREAEREAEROB/BN58801jnTQ70P7PNrZn/fr1s+HDh9svv/wS24gVmwjkIgIqigiIQN4ksHDhQmOpFW1lrAjETJgmQ+edd54lJydLoAaGjAiIgAiIgAh4BPbt22cvvfSS8TlJvvPqWWXbf6lSpaxv3742ZMgQY3OVbEtIEYuACOQkAaUlAiIQJYH58+fbiBEjrH///lawYMEoY/tf8JgK00T7j3/8w+2MRkPOtYwIiIAIiIAI5FUC69ats2eeecbatWtnbdu2zREMVapUsSuvvNKGDh1q06dPz5E0lYgIiIAIHE5AVyIQPwQmTZpkY8aMseuvv96SkpJimrGYC9Pk7txzzzUa86efftpWrlyJlYwIiIAIiIAI5CkCP/zwgw0ePNguuOACa9WqVY6WnZ3Cb7vtNuNrG59++mmOpq3EREAERCAhCSjTuY4AM8M++OADY/NP2sQSJUrEvIzZIkyTy86dOxvTvj/55BOnUqcw2MuIgAiIgAiIQG4msGrVKnvttdeM41133WW1a9c+IsUtVKiQXXHFFVahQgV7/PHHbebMmUckH0pUBERABEQgewgo1vQJTJkyxVDsslE2M6fT9xmdS7YJ02SrZs2axihA2bJlXWG++uor27JlC04yIiACIiACIpCrCCxbtswGDRrkNgA79dRT7fzzz7d8+bK1mQ2LX6dOndzUtqVLl7op55r6HRY2eRIBERABEYg9gWyPkVlhDCCvX7/eyaHZvcQqR1r5E0880f7v//7PypUrZ2+//ba98sorxtz1DRs2mP5EQAREQAREIFEJrFixwhgopuGePHmy0d7dcMMNxkh4PJWpZMmSbro5m5OtXbvWHnvsMbdJGZ/S4pNd8ZRX5UUEREAEREAEwiXwxx9/2OzZs+399993bRuKW9ZG9+7d2woXLhxuNBn4y9gpR4RpPwtswIKmmunfBw4ccKP3NOhszvLOO++4zVI+//xzkxEDPQN6BvQM6BmIt2fgs88+cwIon7hCeMZMnTrVqlatarfffrtdfvnlVq9ePb/Ji8sjg9pnnnmmG+Bu2bKlMRjw6quvug7Iyy+/7DojrLGON/bKj94Hegb0DOgZ0DPAM8ASYgTnF1980bVdAwcOtDVr1lj79u1d29ajRw9jADmnGuEcFab9QrF+q3Pnznb11Ve7Qt94443Ws2dPt0FLkyZNTKaJiYEY6BnQM6BnIL6egWbNmrnG+pxzzrG7777bmYsuushatGgR089s+G1ldh8bNGhgCNYMcjN77LLLLrOTTz7ZmjdvrjaoSXw9e3oX6H7oGdAzoGfg4DNAm0tbxZ4gtF0333yz9erVy+rUqZPdzWbI+I+IMJ02J2ySUqlSJQeBxj0BjSnPDcTA65jqOdBzoGcg9z4D9evXtxo1ahj7gKRtx3LDNSP51apVc9p1Pce59znWvdW91TOgZyCRnwGWUdFWFS9ePC6a3rgQpuOCRJ7LhAosAiIgAiIgAiIgAiIgAiIgAiIQKQEJ05GSU7icJ6AURUAEREAEREAEREAEREAERCBOCEiYjpMboWzkTgIqlQiIgAiIgAiIgAiIgAiIQO4kIGE6d95XlUoEIiWgcCIgAiIgAiIgAiIgAiIgAmEQkDAdBiR5EQERiGcCypsIiIAIiIAIiIAIiIAI5DwBCdM5z1wpioAI5HUCKr8IiIAIiIAIiIAIiEDCE5AwnfC3UAUQAREQgewnoBREQAREQAREQAREQAQOJyBh+nAeuhIBERABEcgdBFQKERABERABERABEchWAhKmsxWvIhcBERABERCBcAnInwiIgAiIgAiIQCIRkDCdSHdLeRUBERABERCBeCKgvIiACIiACIhAHiYgYToP33wVXQREQAREQATyGgGVVwREQAREQARiRUDCdKxIKh4REAEREAEREAERiD0BxSgCIiCyL4i4AAAQAElEQVQCIhCnBLJVmN61a5dt375dRgwS8hnYs2dPjlXbHTt2JCQj1W+93/QMZPwM0A7m2IskTUIHDhywP/74Q+8WtcFH4BnIuF7khvcGdYs6lqbaZcvlvn37VJdVj1WPI3wGqD/ZUjEPRRpTYfrPP/+0BQsW2MiRI23YsGE2ceJE+/HHH2XEICGfgXHjxrnnmOOvv/56qMrE5rBz506bPXu2DR8+3KXx/fffJyQj1W+93/QMZPwM0A7SHo4aNcoWLVoUmxdIBrFs2bLFvUtI86uvvrIpU6a4a92njO+T+IjPj1nsq1G3vv76a9eGT5061TZv3pxBzcy609q1a10/mrr8zTff2LRp01SXs3iPVK9Vr3kGxowZ4+rppEmTbN26dVmvjJmEiJkwTSdhxIgRtn//fuvUqZP17t3bunXrZl26dJERg4R8Bk477TT3HDdv3txVPgRfGrdM6lSmzjNmzDAaxuLFi1vPnj1dGqeeempCMlL91vtNz0DGzwDtIO1hx44djdkudIwXL16c6Xsiqx7QkE2ePNl++OEHq1ChgnuvnHnmmda1a1e9W9QG6xnIhmeAunXGGWe4ulatWjWjbZ8wYYKr51mtv8H+GRCj87906VJr0KCBi5++Qqh3rewyfv+Kj/jwDPTq1cvVo3r16hntL31w6llwvYvmPCbCNJJ+SkqKnXXWWdasWTNDSIgmUworAvFEoGzZstauXTs76aSTbM6cOTZ//vyIskdHmlHsQoUKubpCI1mwYMGI4lIgERCBxCJAu3jssccane9NmzYZgm+sSpCcnGxffPGFVapUyXr06GG1a9eOVdSKRwREIAwCRx11lFMg1ahRw83O3LBhQxih/u7ll19+sf/+97/GuwLFVOXKlf/uKbFtlHsROGIEqlSpYp07d7amTZu6eharWadRC9Pjx4+3pKQkJ2wEAoEjBkgJi0B2EyhdurShraYjnFWBmiUQo0ePtiZNmrgBp+zOq+IXARGITwL58+e39u3bW8mSJY2B6GhzydpTtGEdOnSw+vXrRxudwouACERBgIEsBt5ZupXVad+//fabWyqJFk1CdBQ3IeZBFWFuI4BQzWwP+vIrV66MunhRCdNo6RhtR8KPOieKQAQShACjWlS+rKy7oNPcuHFjq1mzZoKUUtkUARHITgJonpiZQmMeTToI0m3btnVTu6OJR2FFQARiQwAFE8s6aPfDjZFNSGfNmmWnnHKK8V4IN5z8iUBIArLMlACzRJkCPnPmTGMfo0wDZOAhYmGaXQyZjtK6desMopeTCOROAieccIJNnz49rMIheONRWiMoyIiACPgEEIJZFxnpjt8///yzVa1a1Rhl9+PUUQRE4MgTKFeunLE+EwE5nNzQn2jRooUVLlw4HO/yIwK5jsCRKFDRokWNesd+B9GkH7EwTSPO+uhoEldYEUhUAow8ly9f3nxBOaNyoHlCC5WRH7mJgAjkTQIs/aA9jaT0S5YsseOOOy6SoAojAiKQzQSo20zdziyZbdu2Oc2YZq5lRkruIhB7AtQ7lkthshh7qveIhWl2Na5Tp05qRDqJLYHly5fbtddea2wsQ8xvvvmmvfbaa/bXX39xKRMHBNA0r1ixIsOcMIMjEAi4fQUy9CjHhCLAVwteeeUVNyWPaXlXX3212/E9oQqhzMYFAd4jq1atynJeaIMrVqxogUAgy2EVIDwCfNasVatWhmnTpo3dd9997lu/4YU+6Is4HnjggYMXh37Zd2PAgAHG8ZBVlg4LFy60k08+2eWLvGGIL9qpilnKhDyHRYCNyZjFmZFn+hG8BzLyI7fsJRDcpvN1lUjqeqgcokyJdDO6UPHJLnsIUP8yq6cZpRyRMM124mzGlFHEMXfLYxEyUMHN5duFv//+u9tFms+cBALqOMXLo8DnZ9jFPqP8rF+/3k3DzMiP3BKPAA0kn1cYPny4ffvtt0Znmech8UqiHMcDAfYeYeAtK3nh3cLneLISRn6zToDNoJgCyIZSdLjnzp2b9UjShGBWE4PjHNM4hXXZqFEjGzdunL3//vvuKxMI7MRXrFixsMLLU84RoI5SVzNKkf1XqlevnpEXuWUzAabjL1iwwGjTR44c6dat85nBaJP99NNPjU8HRxuPwmcvAeopA9SRphKRML1161ZjmmukieaVcNGUMxAIGMIzn0j45JNP3GcS0EI88cQTxqjZJZdc4jRh+/bts2eeecbYla579+72+eefu2Tfe+899001PsPyz3/+03bv3u3s9RNbAgUKFLADBw6kGynTt8qUKZOuuxwSk0C+fPlcnWIwJRAIuAETngU62+HW0WXLltnFF1/sPmVEPaUxR7N0zz33uDp+3nnnGX6wu+GGG+yiiy5y9jfffLObEpiY5JTrUARoT2lXQ7mlZ8egtt4t6dGJvT3veeo4a1qpk2nrKSlOmzbN1Wdmq7z66quHtQ0Mltx66632wQcf2MaNGw1NMppp2uo+ffq4zyXSjjN1n7jo0NOm826gL4A2Gvv0DNqv6667zjiSv7vuusuY4Ub8xMsn0y688MLUpUkI48SP4Ty9eGUfHQHqKHU1o1jon7F2MyM/csteAgi8zD4pUaKEUc/5LBmDINRRv64GnzOY3rt3b1ffr7nmGjfLhEEt6hn1+YorrjA2tvrxxx9t4MCBbpYp7wDab94PHLkmTuol7T31FAVa9pZUsYciwIB2pHuXEF9EwjQCnHYbBF/2mtq1a7uNZditlcaUzjbCGY0sFY9GmftAA/3VV1/Zc889Z4ye05CSM6aBjRgxwujcFylSBKvMjNyzSIDdAPfu3ZtuKNzwk64HOSQkAb5gcMEFF9htt93mGtOhQ4cagnRW6iij3ieeeKJ9/fXXRvjmzZsbGm8+o0Ydv/zyy509gPicEvUcewSvWH0bkbhljjwB3hG8K7KSE9phwmUljPxmnQBtK9Oo+ZwZnzpCKxyqnnL/hg8fbg899JB99tlnRuccYZYUuVcvvfSSUccZFAsEDp9hxqeUhg0bZv3797fJkye7wTLafZaSDB482MLRYDMzplatWi5dBuF4ZzDFmPQRDHjP0PkfP368IdyRR5aPYTjHDr8ysSVAHeX+xzZWxXakCTRo0MDVc+pVpUqV3CfNyBPr5GnP3377bWvZsqUdf/zxduWVV1rZsmXtm2++sbp16x52JAwDKSjFiItNKbGTSSwCEQnTiVXExM1tIBBwa6KOOeYYo7IyeklDe/bZZ7uRLkZRMK+//rr169fPGCnn2i8xU/EDgcMbbd8t9xxVEhHIeQKBQMCtWaTRHDJkiDGajHCclTravXt3Y8ooHV2EckaoCX/00Ue7kXEG0xi5xo5BM0ZOGTGntPjlKJM7CAQCek/H6530p3mjYaIDPXr0aDcrJW09pa6itUagpe1FAPbrKZpf6np6e57gPxAIGEd/U0s62FwzEE5HPDM+gUDAeJfQR+B91LlzZ0OQI1zlypXd2nqOXDPwx9Ri9mVh1gt5j2bzHeKUEYHcQoA17L5SKr0yMYOEwS800Ax8+f5YauG3076df6SeMeDGoNbYsWOdtho33huE41wmMQlImE6g+1aqVClj1MrvwN95553GxjVUfEawH3nkEaMBTqAi5c2sqtQJT4AOr79LK0IuU/kQerNSR5kq/vTTTxsNMZpuGlc6zmi06OyyGQZTzrBLeGAqgAjkIgLUybT1lLq6Z88eY9YIU/YRpBGoKTYzUF5++WWbPXt2qgYL+/RMIBAwNN3Ew3HHjh3peT3MvnHjxsbUVNZ4N2/ePNWNeBDkccMSIZs1ui+88ILTrpE3X4uNu4wI5DUCDI6xTIMZGiyvfPjhh43ZHrTTgUDAmDGGgE0dhw3LLy+44AJDA80gFnaZGeLr1q2bW5f9n//8x5h9llkYuScGAQnTiXGfXC6ZPkLjzKgWazIYIadBxJFp3/fff79rgLmWEYFYElBchxOgo8xgFvsXdO3a1Wl9OnToYOHWURpmtFXMMmGN1ZQpU9xGQnxCjY46dkzvpF4fnrKuREAEcpKAP827Xbt2xjRv6nyoeoqAev7557sdv6nXdM6Z0kle0TqVK1fOWBvJ+snMhGMGxVlXyRpopoj6QjBxZWQQ6Em3Xr16ThDw/Y4aNcroxH/55ZfG+4pBP/oQaKVPP/10Y1AveFabH05HEcgrBPjWMINR55xzjn388cfGzDD62GiNWeLxj3/8w6gvaJfN++vYsaNbWkmdZyaIZxXyn42E33jjDaeFZlCNPQ1YG024n376KWQYWSYegXyJl+W8lWMq7AMPPOAKzdQROvCsm6SSs46aRpq1FjT4jJSxLgu7Sy+91DAuoH5EIO8RyNYS0/DS4LIGilFsllhQ78Kto3R6EZSpx3R03333Xbc/Ag03n+QgXmag0CkmXjq7rNWkULwPeC9wLiMCIpB9BKhnaHkxaK1YD03dDVVPyQXaYNpnZpkwhZp1y8RBncWdDY7+/e9/W82aNd2nLhkcp53G4B7sl3Xa7HmCf5Z5YfATbHgn8G7gHYE9m6TRWWeKdyDwv6UDaNB4p7D7d5UqVfBq+CGvvH8oFwK8c9CPCORBArTdDF5Rd6kraI7Zh4iZZ2wUih31kXaZektdpd/NNW5cY/y67iMkLPsbsVSDdwf9deodhjpOXOzEz9EPo2PiEZAwnXj3TDkWARHIlQRUKBEQAREwN6WUjjv7KvTt29e6dOliLCXJjA2dfwR4NOeZ+ZW7CIhAxgSoSxn7kKsIHCQgYfogB/2KgAiIgAhklYD8i4AIxJwA6zT5/CWzXtCUMfU0EPifpjm9BO+44w679957Dc257wetN8a/1lEEREAERCC2BCRMx5anYhMBERABEYhjAsqaCIiACIiACIiACMSKgITpWJFUPCIgAiIgAiIQewKKUQREQAREQAREIE4JSJiO0xujbImACIiACIhAYhJQrkVABERABEQgbxCQMJ037rNKKQIiIAIiIAIikB4B2YuACIiACIhABATiU5j+a7/t/2OFTCYMuN97Nk0Xp0w48SztTZ4DrlxnVq1db2vXb5DJgAE3feGS5WKUAaNfV64Bky1e+os4ZcBpweJljlNe+Jk/f76tWrUqz5l58+a52/vbqrVxXxdi/e5fsHi5K3us402E+FauWefKnht/Eq2fuDd5tv21b3tC9W0P7Fxr9DPpbyaK2bN5hnvc921fllCs9+842F9xmY+Tn/gUpj04B3ZvtrUj28ukw+DPfTs9Sgf/ty18WZzS4bTWs9/x2+cHQeXS35/mLbIrb7pXJgSD7X/sSL3rn37xjRiFYHTXg8+mMuLkyRcGilMITm+++wl48pQZNmyY9e7dO8+Y+++//7D7e/t9T+eZuvD5l9+mln3b9j+yq9xxGe/suQtTy55bT5Jn/jMh+ol/rBiSegv2/7EqIfK8dtSJqXne8etnCZHnzT/ekppnTtaP7ZUQ+d6bPJfsxp2JW2E67kgpQyIgAiIgl895dwAAEABJREFUAiIgAiIgAnmIgIoqAiIgAhkTkDCdMR+5ioAIiIAIiIAIiIAIiEBiEFAuRUAEcpSAhOkcxa3EREAEREAEREAEREAEREAEfAI6ikAiE5Awnch3T3kXAREQAREQAREQAREQARHISQJKSwRSCUiYTkWhExEQAREQAREQAREQAREQARHIbQRUnuwiIGE6u8gqXhEQAREQAREQAREQAREQAREQgawTSJAQEqYT5EYpmyIgAiIgAiIgAiIgAiIgAiIgAvFDIFiYjp9cKSciIAIiIAIiIAIiIAIiIAIiIAIiEMcEElyYjg3Z0k3utKPOWWk1zltnFTsNdZEWr3mOVe+z9DC7UP6cZ++nbOtnrUr3Cd5Z7v6HD5zgBQ9KS9nT2oXyBx/8YQhDWJn4InBsk6Pt/deetJEfv+HMY/fekprBm6651NlxxOCHY6oH74Rr7DHEQ3yedab/hAtOK9MAceyBMlN2GGAoWzjZJdzrzz5gJ3dsG473uPVDeYPvJdeYUBnOLWUOVba8Yte/f3+bMmWKzZgxw5l77703W4reo0cPmzhxoksju9PKagEuOe8Mu//O68IK9uIT/zL8U0cwoQLxHkhbZ7hOz3+oOHiPEA91LJR7pHbn9z7NvvjgFdcWfDb4hb+9ryjbOy8+arFMl7iC36m8V7PCItKyKtzhBIL7cJwHu9IfrNpzqhWp2CHY+oif09ekz4mhT0/fnkyF6qNiHw8GlvSxyTNHrslXcFk4xy5eDHkkr2nz7OcP93h8Pvz8RXuUMO0RLFiitiVPv9U2jD/X8hetZFS24rXOs52rvnB2BUrUMB6EUP684O7lUbTyyZxmbhLYBy/Jvw7sspVDq9i2RS9b0SqnuLIXLtfKNk+7wdkVr9nHSjXsb2n9Uew/9251/gifPP02rGTiiAAdltuv62szfvrZepx/jd398L/tqKqVjU4c2TyqWmV75pVB9sIb71nwOW7BZsy47134VWvXW+f2xwc75ZnzDZs2O37watSgjsE2zxReBc0zBBCkTzvtNLvxxhutVatWzjz88MPZUv6RI0dax44dbeDAgU6oJr3sSitbCpAm0v/z3q+YNNbusv9tD7j3rLuIw5+Zcxa4d/zEKTPtlE7tDsvh+0O/sH43/svmzF90mH16FwxCIICn5449cV0y4C7X/ixYvNylnR47/MvEngDC84Fdv7v+H304UkAg9Y8lG1zFaVwZBE765vTtyTN9+qRm/0q3jxoPmUfWKFn3MieTkGf62lwjl9Bvxo7+Nv1u+uTxnmc/f8Wq97RAvsL+Za47Spj2bummqQNsx2+femf/+w/kL2J7Nkyx3Rsm2/4/VjohO5Q/QpRqdKPt37HKEyD3cJnrjF8gWGycfJl/6Y75i1Y2hGT47dnwg2NwYPcmS+vPedZPXBNo1riBpWzdltqJowPzzX+/t7q1jzK0AI0b1rWbr7nEBr30qPnnGXWCFnqdnqTSJZ0wjiYBbQb+ESx9LUNazQbalI8GPus0N3ENK8zMjZs41f7YsdOOa9YoVeOPtojgDFLABQNf7HzDte/Pt0v0I/eWMqG1osyUP7hMfpmxR3vHs4EhHP5wJxyGc54lOuK4ES/heLaeffhOu/yi3oZdemkRRiZ6Ah06dLBRo0bZ9OnTD4sM7fSIESNs7Nixhkb51VdfTdUoc966dWt75513jCPGP8eN8ymephuDsH5YxGkuiNvXVnPkmrQxeOWIwd7PD9e4ZYfh+eO54/n1n1PS4dnkmue5RLFiWLn3Is8xBncsOXKN4ZxnnzCEZVAOP9g989CdnFrwOeniz3/POg/Z/DNv4RIrVLCgKwt1jXf39Vdd7OreQ/+8wbUbZIG6ChPKRB4xfhnbtGxmF57d08VBefzy4k7Y9EywX8JwjUnLxr8ntDn33XFtetHJPgMCCHI4b1v4Igdnti18yfWLEeg2TDjPUmbe7fp/zjFOfgolNbU/fhni+vFkCWH0wO6NFihYKm77qAjJO9eOTpVJts5/yvZu+dkKVzx80Ip+925PPqFcR9pklmcGNf46sMf+3LftSGc129LPl20xJ2DECMV7Ns+wA7vWW75CpdMtge8PAZKXDIJ3vDzU6WY6hg68PBll2r7kTStQso5R/lDRB/vjvEDxo6xcm5fc9Hm4hQoTIztFEyGBzclbDgu5Zv0G27t3n6EFQCPw/BvvW98b/mX+OVqIwwIEXTTyhO98+fJZjeqVnZaWsHRsENLRMqD9Xrz8V2vaqIELVbhQQTvvzO725nufWEbxOs8J8kPnrkTxYlanRvVUjf+63ze6wQI0/DBAe102qbTVrXWUK9WJbVu6I9opd5KLfiqUK2Nzfl5sQz772o49pmG6Za5WuaK98s4Q4/lA8wVHGDFbAsN5aW+gpkqlCk6g2LFzpxUpUsgYENq2fYetXL3O0qbFs5eLUMZFUfbs2WMrV650eRk6dKgTmH1htaAnZN19993OrXz58jZgwABnOG/Tpo2zD/VTuXJlp+l+9913DWE9lB/frlevXvbtt986jThHrn23tMfixYvbp59+atmtzS5erKgbQKNeM7OHgR0EYa55posVK3JY1hh0ZMASS2b8jJ0whVNnePYnetpf3hPOIoMf3hf4+27iNOPdm4HXmDnx7t67b5+Lr2DBAvb482+5tgGLFStXG/WUelfHe7dNnzXPDdSSR1jgNv77H23azLnufcD7kHff8JHfOc0zQjr1nrhCmWA2MOI6lD/suCfMuHro6Ve5lImAQFrhjX4ydhFElWNB/jqw2/ZvX3FYegd2rUu9pl/q92VTLY/wCbM6D+z6/bBc7N+5yl3Tb67eZ6mVafm4/bH8PWcXDz8Z5RnGBUvWTx0ciIf8ZkceJEwfosoUFk4ZuUIwTu8lEewP/yXqXhpXDzV5yk5DZS7f7g3bufprVzl4UfHCSptmWn8wXfPlcW6K0PYlb1nJBlenDZLHr+Oj+OXKJh2WEYSa7X/sOMwu+MLXNPiaAdy6ndzeraejszThh+lW66hq9vi9txhTyCtVKGd0rnwtSvMmRxPEmUYN6trCJSsMba6zSOCfiuXLuTKjyf9+2iwr4HU0fS5oYsqWSXICNVokuNDZo7gc69WuYR8PG8VlQprklC22Z8/ekHnfuDnF6EC7QZpDnfBQZUaI5jn4fcNmFw/PIYMQDMRgON+6dbsTWujQr1y93iqWL2tVq1S0LZ49gUKlhb1M7AgULlzYatSo4SI877zzDO2vu/B+fv31V0Njjfvq1avdOdecV6xY0fMR+n+Kp5XGH0I6wnpoXwdtSX/mzJnugiPX7iLET3JysuEnhFNMrXbs3GUIxAxMcs5gGrNTeJ4xGzYlH5be3AUHtbv/OPd0Z48fd+L9IFCi/fVO3buRY3oGTS4aX94z6fmJlX3LYxu7d3yr5sekvqtY1kPd9NOYPXehIWi39TTPpUoWN8qJhjrtO8/3z5HBMbTUlKNB3ZpGvcc+lAlmAyOuQ/nDjvuAH85lIiOQz1MwFQlaD82sROwiiy1nQqHoQeETnFr+olXcZdo+qrOMg59A/qJO4x+clQLFDg60o8Bb/Xl9NwuA6eqUIdjfkTrPKM9M/6f//+eew997Ryqv2ZWuhGmPLOs+0EgzVcW7dP8IiEyr4OXBOuo9G6a4zcmC/bG2oVDZ5k7bWrrxLVaoTFPnx0WQC39gUarRDZby0/3G1BOKeOCQFp9KXbjiCW6aD3Zp/eHXN/D8c+8W/1LHOCFAZ6dM6VJuuh1ZQug9qUMbW/HrKi7/bjwbtAloGs6+/KZUIdhfM42mxPNiCDVoE/F3yYC7jHXUyVu2Ou3DT0Hr6hYuWe60lXS4CJfIZsOhNdNnXHxdqpbd5wIHBMr2bVoY2nq0NHT2KC/HZb+stAF9L+AyYU3N6lWN54cCoHVDwOY8lAm3zH6cxEun2xfI6dATP0JK7RrVTZ3mUJSzx27x4sV2xhlnuOnaGaVQt25d54cp3dWrV7cNGzZYiRIlrEKFCs5w7oevUuVgZ7dly5ZWsmRJ3zrkEXf84cjRF779OPwj7kfSMIiIlpVn15/m7ecHAZRBxA5tW9qqNet9a3dEEGewiItKFctxcAZ74kLYLFSooBuYw453C+8Z5ykbf/w107zPyX96SaGNPq5ZY2O2CH5CvfOw9w3CN7NWKEfwu9N3Dz5SXp8NR8Lijn0wG+xkoiOAEEcMpRrdyMEZ+ngHPA3q7jiZauwyleZn75Z5VqL2hUbfFSemG+cvUsH+2rfNyH9wXxb3eDDIGMWqdnd7N5EfJ2ckHeOWnXKNOeD1u//0ysB5PJj08mx/HjDkAuQjZqUWLNXAyrR4NB6yHPM8SJj2kCLclah9kdu5m53oqHA7fh1qxY46wyp2/sQOeC8MXiZp/XG96tMaTtu6dcG/bW/KPAsWyL2oc9V//qKVLX+xqm7wAE5MN8GOikRFKXX09bZr3VhvVO3v/sq2fMpN7yYcXOGbq+DkgsLQKRo0ZJh1bNfSaR3QJjMlN5op12hZ6CgSF9oGtCcIOw3r1nJpBGum9+zdZ//59Es7q0eXVIE+1liPVHxomhH6YIAWnxkADCiglcagnfXzNmnqTMONNX50Cn37RDnyvKzfuMlp5ikvGiPsMsp/cJnLlfn7EhvC+3HyLPFMuWdr8XLbt2+/03rt3r3XJYG9O9FPthNgyjQa6Ndee81N8W7Xrp2NHj36sHRff/11W7NmjeEHM2/ePHv55Zdt06ZN9tBDD5k/LdwP1LBhQxdX165dbfDgwb51yCPu+GN3b9IeNGiQ0z43adLExUFcIQPmoCVLYtDaUs8fvvsGK1as6N9S553IO4BjsCOzWrp0bOPelXVqHuWc/OebesC7Ekt/IJT6lhOaadIMx5Av6v8Kb0CW9oX3GhwwlJc4mEmCNppZTkzxpkyUI7P339ARo1PbKt6tvGNDsSENmegJpMz6lxUsVT+1n0yM8d7fZabpvm1LXT/e73tumfuosa9P/jR9WRRClOlIGxRVrJmmT02e6VdvX/6umwnKzFjskEvodyOXHOn8kn56eU6eeaehSfc3Tdu3bYnxHBEmtxkJ094dXTe6kxOIueEYKiAPqf8Q+C+MUP684O6fh2n9t6e689z6E8wETvDBDl5cr/IGFuCAHW7YYTgPrlRc4ye3ckrkctEZQcuMZgCD5tkvz+33PZWqfQ4+99054h/DuW+4Ji4Ma69DpYGfYDeu/fCJdqTTeNu9TxlHP++co8WBAXxhQHm5xuD2+VffGtp83w27OfMX+VEk1DG4bJSJzFMuzmHhn4cq831PvOTW6BOG54C4OOcIKwz22CFk+zsHY0f82PvxB6fFOW4ysSVw7bXXujXL7K7NRl9M0UbIxt5PiXPcMbhh79shBDNFnHDYjx8/3sXXsWNHYwdv7IINwvmtt97qrHDHH/H6aQfbdenSxa2Rxi44DRc4hj88hw8+9Yqr8zyDPH88b/65/+yibQEGFA4AAAr6SURBVL3gylvdbBWeV+zJBv6p7xy5xh534iUMzzzhsMedeLHjXXLjPx916RIeOwz+iAt/5IMwsTIIrZQ1OD7ySprYBadL2tRPyoEbfsgfhvziTliuORKWMnHtuxPON7jT9nDNeSi/lJnwuPlssMM/4WQiI4AG2l+qR78OYQ7BDuUTMdKno4+MP67jxdB/J78YNkljvTFaafqh2GE4J//xkme/T03eNk68yGnXq50+2wmi2GHwEy/5JR/kh3xhgvPszwqAbzw+H+Q9FiZfLCJRHCIgAiIgAiJwkIB+RUAEREAEcjMBX3jimCjlRKBDcEaoS5Q8MzjBIAaG80TIN/kkvxjOEyHP0eZRwnS0BBVeBERABEQgsQko93FBAG21r7mOiwwpEyIgAiIgAiKQCQEJ05kAkrMIiIAIiIAIxBsB5UcEREAEREAERODIE5AwfeTvgXIgAiIgAiIgArmdgMonAiIgAiIgArmOgITpXHdLVSAREAEREAEREIHoCSgGERABERABEciYgITpjPnIVQREQAREQAREQAQSg4ByKQIiIAIikKMEJEznKG4lJgIiIAIiIAIiIAIi4BPQUQREQAQSmUBcC9MFilU3mdAM0j504hSaE1zSssqN1xUrlDOZvzNIe6/F6O+M8ufPnxaTnqUQ9elvkPKIRZUqVSyvmLS3tFChgnmmLqQte156V6YtexjXCemF/lC8m7Rg4z2/Ln9Fqx6WbWcX5/LLYRn2LvIVKJ4Q8paX1bj8j1iYDgQC2VqgfAWKWYUOg2XSYRAI/I9/yfpXiFM6nHiGilU7zY7k319//ZWtyTdqUMfuv+NamRAMChUsmMr+9G6dxSgEI56d4Gf05v6XilMITpddcGbqsxTrE/gHAv97p8c6/kjj6969uz377LN5xvzzn/9MRfXnn3/mqXrQ89ROqWUvXKhQnip744Z1U8ueW0/KHHt/QvQTi9c4K/UW5C9SPiHyTD/zz70pLt/FqvdIiDyXbfGYy6/7ObAnIfIM54Kl6rssx9tPRMJ0kSJFbPfu3dlXlkABK5h0jEwmDLgBhcu3FqdMOPEsFSp7LLhibqgHhQsXTjde3PCTrocoHY6qWtlq16wukwEDEDdqUFeMMmDEMwSnhvVri1MGnBo3rAemmBveEbwrshJxdrfDTZo0sQYNGuQ507RpU3cbqBN5zfhCZV4rN+WtUa2Ku++x/omkbsc6D4nWTyxU9jgLFCxpBcPo29G/ixdDPzNe8hJOPgqXa+UetXD8xpOfAsWruXzH009EwnRSUpJt3rw5nsqhvIjAESGA9iJfvvSrUZkyZSwl5eCI5RHJoBIVARGIewK8I2hXs5JR/CcnJ2cliPyKgAjkMAH6yvQDMkq2ePHitn379oy8yC1BCCibiUlg69atVrJkyYgzn74UkEGUJUqUsJ07dxpT0zLwJicRyNUE1q5daxUrVsywjFWrVrXVq1dn6EeOIiACeZfAvn373EyvokWLZgkC75ZVq1ZlKYw8i4AI5CwB2n/qakapVqtWzVauXJmRF7mJQHYRULwegXDqqect3f+IhGliq127ti1atIhTGRHIkwQWL15sdetmvNaqUKFCxqjz77//nicZqdAiIAIZE+A9Uq9e1qePV6hQwbZs2WK7du3KOAG5ioAIHBECBw4csPXr11v16tUzTJ9+xNKlSzP0I0cREAGfQOyP1D/qYaQxRyxMs54KYZqXRaSJK5wIJCqBdevW2f79+61y5cqZFqFZs2Y2e/bsTP3JgwiIQN4isHfvXqMRpz2NpOSs7501a1YkQRVGBEQgmwlQN48++uhMUylSpIjbMZ+BtUw9y4MIiEBMCSxcuNCYHZLVfUuCM5GpMB3sOfi8QIECRgdg8uTJwdY6F4FcT4AO8NSpU+34448Pq6xokMqVK2dz5swJy788iYAI5A0CtJ8MtgUCke3kzUj6nj17bPny5XkDmEopAglCgGnb7GnQqFGjsHLcunVrW7BggREmrADyJAIiEDUB9jRAMUz9iyayiIVpEq1fv76bwjplyhQu48UoHyKQbQTouH7zzTfWvHlzK126dNjpUFE3bdpkP//8c9hh5FEERCD3EkCQZmMiBOJoStmpUyebP3++/fLLL9FEo7AiIAIxIsBeBjNnzjTqZrhRspHpiSeeaBMmTNCmpeFCkz8RiIIAgvTEiROtY8eOUcRyMGhUwjRRtGrVypiiMmbMGGM3NOxkskpA/hOBACPNI0eOdDMy2DMgq3nu0qWL2wWfTjTa7ayGl38REIHEJ4DmadSoUVaqVCk77rjjoi5Q/vz5rUePHrZkyRKjAx91hIpABEQgYgLMQMN069bN9Y2zElH58uUNgXr8+PGuPmclrPyKgAiET4AlFb4gzczR8EOG9hm1ME20dAhYu0XGJk2aZOxyrJ2+IZOLTR4pGppoplCOHj3aVqxYYV27drVatWpFXHpGwCpVqmRff/21TZ8+3TZu3BhxXAooAiKQGAT4hB67haJ1+uGHH9zMFqZ3xyr3BQsWNDrvbHg4bNgwt0cDn9uKVfyKRwREIH0CKJLmzZtn1D36vr169bJixYqlHyADFwTqM8880033HjFihLGec8eOHRmEkJMIiEA4BKhH1Kfhw4e72R/Us1gI0qQdE2GaiNj6//TTT3e7G//666/GS4AXi8ww94IVhyPPIZJ7MHbsWDfjom3btta5c2fjs3A879EYlkf07t3baDRZIxVJvhQmMZ8n3be8ed+++OILY+pngwYNjI52lSpVLDv+GNQ+66yz3PIrNj/S85Y3nzfd95y97z/++KMxoEUfmCVg0dZtpnzT52Dwno1OUVLpnubsPRXv3MebekR9YuCZ+kU9i7au+uFjJkz7ESJUn3DCCUaDjsAg09vEIHEZ9OzZ01q0aGFJSUn+Ix6zY+3atd2aqgyeDz073qCD+CRu/dG9O3jvaA/btWvnduyN2QsknYgCgYAhtLOsRPwP8hcHccjOZwChl1272Zg3nWoZkTXabQbIunfvrr6A+gJ6BqJ8BqhH1KeiRYtGVB8zChRzYTqjxOQmAiKQ2wmofCIgAiIgAiIgAiIgAiKQNwhImM4b91mlFAERSI+A7EVABERABERABERABEQgAgISpiOApiAiIAIicCQJKG0REAEREAEREAEREIEjT0DC9JG/B8qBCIiACOR2AiqfCIiACIiACIiACOQ6AhKmc90tVYFEQAREQASiJ6AYREAEREAEREAERCBjAhKmM+YjVxEQAREQARFIDALKpQiIgAiIgAiIQI4SkDCdo7iVmAiIgAiIgAiIgE9ARxEQAREQARFIZAISphP57invIiACIiACIiACOUlAaYmACIiACIhAKgEJ06kodCICIiACIiACIiACuY2AyiMCIiACIpBdBCRMZxdZxSsCIiACIiACIiACIpB1AgohAiIgAglCQMJ0gtwoZVMEREAEREAEREAERCA+CShXIiACeZOAhOm8ed9VahEQAREQAREQAREQgbxLQCUXARGIAQEJ0zGAqChEQAREQAREQAREQAREQASyk4DiFoH4IyBhOv7uiXIkAiIgAiIgAiIgAiIgAiKQ6ASU/1xPQMJ0rr/FKqAIiIAIiIAIiIAIiIAIiIAIZE5APrJGQMJ01njJtwiIgAiIgAiIgAiIgAiIgAiIQHwQOKK5kDB9RPErcREQAREQAREQAREQAREQAREQgUQkEJkwnYglVZ5FQAREQAREQAREQAREQAREQAREIEYE/h8AAP//pKctkQAAAAZJREFUAwC0RaPcWGyMXQAAAABJRU5ErkJggg==&quot;"/>
    <we:property name="snapshotTimestamp" value="&quot;1787918544456&quot;"/>
    <we:property name="snapshotAltText" value="&quot;Assignment, Executive Overview&quot;"/>
  </we:properties>
  <we:bindings/>
  <we:snapshot xmlns:r="http://schemas.openxmlformats.org/officeDocument/2006/relationships" r:embed="rId1"/>
</we:webextension>
</file>

<file path=ppt/webextensions/webextension2.xml><?xml version="1.0" encoding="utf-8"?>
<we:webextension xmlns:we="http://schemas.microsoft.com/office/webextensions/webextension/2010/11" id="{00BDE2A4-7BA2-40B9-8AC4-AC049354C4E3}">
  <we:reference id="wa200003233" version="2.0.0.3" store="en-US" storeType="OMEX"/>
  <we:alternateReferences>
    <we:reference id="WA200003233" version="2.0.0.3" store="WA200003233" storeType="OMEX"/>
  </we:alternateReferences>
  <we:properties>
    <we:property name="artifactViewState" value="&quot;publicSnapshot&quot;"/>
    <we:property name="backgroundColor" value="&quot;#FFFFFF&quot;"/>
    <we:property name="bookmark" value="&quot;H4sIAAAAAAAAA+1YUW/aMBD+K8jPaCIJLIG3wjpp0tZ1UHUPE5oc+0LdmjhzHFpW8d93tkPbsXawUcamwQNy7s53n78730W5JVyUhaTzEzoF0iN9pa6mVF81AtIkuZe1IGmxNEi7aZbFQcZpGsSoVYURKi9J75YYqidgzkVZUWkdofDTuEkKDSXoGZzAtdfhv0iFFGZOekZX0CRUylM6sRsyKksUFKBLlVMpvoLfU3rTRZPATSGVpjbqyFADNvIMzfEZUQYvIgRFmREzGAEzXgq8y3hEI5ZkSSumURbRNpqV3sCBf9TEunbhByo3VOQYxspYiwWsDWGbRSHtpCGDiFl5JqSpTdL58U2hkQCkZV5Y/gaIdaK0YFQSdwqkxYO+JQMlq6lbHX8nH6lKMxhC5lS5cZSRFLMj8klJFkjHqVZIlpOXQJE0J71Q1wMNGJGTXmvRvANxxGc0ZyhdRfAO91YatoVwpgyVjSHMIK/gESRjlJS4UdZpvWf4zANksiqRQ+CeksEF1cZWWXqJubLMogOlOej+3JH7SuhllsPmCvQdnWkxXhYYGl0+KKE6wx7YM6d0vLCaqJW+DIGzOOgGYdLmLwGCtYW375z/6errP9TuC8oRtiTsaEswjXMq15Czx/6w9lYWYqbMGU0l/BV38UGGn7yMQ3Vd7u4idlm3G6YsAJrEjEE75iFfexHPVHGC/Hkba3K+HFtI12utps64HsFllX6pAJvJKpOjpQLXH5aLn3lKrYsfztckPrcty+AIJFK3OV3+wfle4cmg5nNB2RUWP0FVjSETIDmxod4/a8E8DeSxro0JIL2OS6A/fGjv3+Y0fbwAi8ixlHNhakRvVuj6hbrblEiH3t2/Jz3cFczC/saL3fSQFVj77vWHqbPl1Nk1oiEUGLUxtC/q27wO9qn+398FVzuC62NJwjppTHmQtHEIdTrdGMLDINpiEAWHQXQYRIdBdBhEzzOIfrOd/GuDyLWyez7IFPTEnVFVpkRTOKW5b1iF9yPAf3W7KWjOgddrN4zeCiTap8CXDXZt+1WQuCAz+/HQt59NNtTwvgF6WSn+4RQAAA==&quot;"/>
    <we:property name="creatorSessionId" value="&quot;00c49f99-5ac8-47a3-8365-81d9d9d45c93&quot;"/>
    <we:property name="creatorTenantId" value="&quot;aa0fb800-7011-42c3-bffb-1f3a9e9b2ed9&quot;"/>
    <we:property name="creatorUserId" value="&quot;1003200245A7A7A9&quot;"/>
    <we:property name="datasetId" value="&quot;a85d4ca9-4c1a-43dc-be16-18b7333ed1bb&quot;"/>
    <we:property name="embedUrl" value="&quot;/reportEmbed?reportId=2713a51e-c6c1-464a-a8d5-bdef182f38cf&amp;config=eyJjbHVzdGVyVXJsIjoiaHR0cHM6Ly9XQUJJLVNPVVRILUFGUklDQS1OT1JUSC1BLVBSSU1BUlktcmVkaXJlY3QuYW5hbHlzaXMud2luZG93cy5uZXQiLCJlbWJlZEZlYXR1cmVzIjp7InVzYWdlTWV0cmljc1ZOZXh0Ijp0cnVlfX0%3D&amp;disableSensitivityBanner=true&amp;storytellingChangeViewModeShortcutKeys=true&quot;"/>
    <we:property name="initialStateBookmark" value="&quot;H4sIAAAAAAAAA+1YbW/aMBD+K8if0UQSKC/fgHXS1PVlgLoPE6oc+6BuTZw5Diur8t93tkPbsbZ0o4xNI5+S8+Xu8XPn56LcEi6yVNLFCZ0B6ZCeUtczqq8rAamSpLSdnh4ddwdHFyfd40M0q9QIlWSkc0sM1VMw5yLLqbQR0Ph5XCVUyjM6tU8TKjOokhR0phIqxTfwzrhkdA5FlcBNKpWmNuTQUAM27Bzd8RlzB28izEiZEXMYAjPeCrzNeEQj1pq0ak0aTSJaR7fMOzhkj7rY0C59XyWGigTTWBursYDVIayzKKSNOGQQMWufCGlKl3hxeJNq3B3ueZFaVvqIdaq0YFQStwsNmQd9S/pK5jN3d/iDfahyzWAAE7eUGGEWGClGzkUyzUiBdJxphWQ5ewYUSXPWS/W1rwEzctKpFdU7EF0+pwlD6yqCY3w317AphJEyVFYGMIckh0eQjNGS4YuyLOs9wyMPkMk8Qw6Be0r6l1Qb20LxFdbKMosBlOagewtH7luhl1UOqyvQt7SnYrxsMHS6etBCZYU9sFcu6biwK1EtPgiBs2bQDsJWnR8ABGsbb9c1/9Pd13u4uisoXZQkVLQlmMo5lWvI2aE+rD2VqZgrM6KxhL/iLD6o8JOHcaC+Zts7iG3WbocxC4C2moxBvclDvvYgjlR6gvx5H+tyvhxbSNc7rWbOuRysWR5/yQHFZJXJ4XIB7z8ub56LFNsQP+2vSnxta5bBIUik7uV0+QcXe4UngysXKWXX2PwEl0oMEwGSE5vq9FUb5mkgj6k2FoB0Gq6AfvOhPX8vp+nTJVhEjqWEC1Mier9C1y/03UuJdOjd+Xsywl3DFPYaF9vRkBVYu9b6/dTZcOpsG9EAUsxaGdgP9U0+B3tU/+/fgquK4HSs1WKNuEl50KrjEGo02k0I94Nog0EU7AfRfhDtB9F+EL3OIPpNOfnXBpGTsns+yAz01O1R5SZDVzijiRes1McR4P+63aQ04cDLezeMPggk2pfAtw2qtv0rSFwSrIoo5eeZF+y/wqX+4PUdHiTnCLYUAAA=&quot;"/>
    <we:property name="isFiltersActionButtonVisible" value="true"/>
    <we:property name="isFooterCollapsed" value="true"/>
    <we:property name="isVisualContainerHeaderHidden" value="false"/>
    <we:property name="pageDisplayName" value="&quot;Page 1&quot;"/>
    <we:property name="pageName" value="&quot;ed9cd3a3c8f807a3f3a4&quot;"/>
    <we:property name="reportEmbeddedTime" value="&quot;2026-07-16T15:06:04.040Z&quot;"/>
    <we:property name="reportName" value="&quot;Assignment&quot;"/>
    <we:property name="reportState" value="&quot;CONNECTED&quot;"/>
    <we:property name="reportUrl" value="&quot;/links/Z5hzbPhkQI?ctid=aa0fb800-7011-42c3-bffb-1f3a9e9b2ed9&amp;experience=power-bi&quot;"/>
    <we:property name="snapshotLastRefreshTime" value="&quot;7/16/26, 4:17 PM&quot;"/>
    <we:property name="snapshot" value="&quot;data:image/png;base64,iVBORw0KGgoAAAANSUhEUgAAA9UAAAIlCAYAAADbr9uyAAAQAElEQVR4AeydB2AUxffH3xFKQk0hoQSUEkClqYBYEKRIKEqzgaiASMeGiFRFkCLSUcrfgggIglR/lNB7700pQVroyYWAJPT/fgf2uFwuySW5u1z5Km/LzJs3bz672du3Mzub5R7/IwESIAESIAESIAESIAESIAESIAESSBeBLOI2/9FREiABEiABEiABEiABEiABEiABEnAtAgyqHXE8aJMESIAESIAESIAESIAESIAESMArCDCo9orDnHwjmUMCJEACJEACJEACJEACJEACJJB+Agyq08+OJZ1LgLWRAAmQAAmQAAmQAAmQAAmQgMsRYFDtcoeEDrk/AbaABEiABEiABEiABEiABEjAWwgwqPaWI812koA1AkwjARIgARIgARIgARIgARLIEAEG1RnCx8IkQALOIsB6SIAESIAESIAESIAESMAVCTCodsWjQp9IgATcmQB9JwESIAESIAESIAES8CICDKq96GCzqSRAAiSQmAD3SIAESIAESIAESIAEMkqAQXVGCbI8CZAACZCA4wmwBhIgARIgARIgARJwUQIMql30wNAtEiABEiAB9yRAr0mABEiABEiABLyLAINq7zrebC0JkAAJkAAJ6AS4JgESIAESIAESsAMBBtV2gEgTJEACJEACJEACjiRA2yRAAiRAAiTgugQYVLvusaFnJEACJEACJEAC7kaA/pIACZAACXgdAQbVXnfI2WASIAESIAESIAESECEDEiABEiAB+xBgUG0fjrRCAiRAAiRAAiRAAiTgGAK0SgIkQAIuTYBBtUsfHjpHAiRAAiRAAiRAAiTgPgToKQmQgDcSYFDtjUedbSYBEiABEiABEiABEvBuAmw9CZCA3Qg4Pag2Go1y6NAh2bBhg0RERMj//vc/ChnwHOA54FHnwPLly2XLli1y7NgxiY+Pt9sF21mGzp07J3v27JE1a9bI4sWLPerY8DeHv7k8B3gOOPscWLZsmWzatEn++ecfiYuLc9al3KPqYWNIwNUJODyovnv3ruzYsUMmT54sgwcPlpkzZ8rRo0fl3r17EhISIsWKFZPixYtTyIDnAM8BjzgHHn30UQkMDFTB9K5du2TixIkyZMgQmT17thw+fNglfxNiY2Nl9erVMm7cOOXr0qVLBYG1r6+vFClSxCOOC39n+DvLc4DnQGacA8W0+9z8+fPL7du3VafSlClT1HV22rRpsm/fPpf8TaBTGSLAwl5KwGFB9aVLl2TWrFny7bffyvnz56VOnTrSu3dv6dSpkzRu3FhefPFFeeqpp6RcuXJStmxZChnwHOA54BHnQPny5aVSpUpSs2ZNefPNN+XTTz+VXr16qWsdgmwE2CtWrBA8cMzs3x30mkyaNEnw0NPHx0feeecd5WubNm2kfv368uyzz0qFChU84rjwd4a/szwHeA5kxjmA+9ynn35aqlevLs2aNZMPP/xQXWeff/55NZoJHU5//fWXXL16NbN/Eli/1xFgg+1JwO5BdUJCguqRmTp1qpQuXVpdOF555RUpWrSoPf2mLRIgARJwKwKPP/64tGjRQnr06CFZsmSRoUOHqt7hzGjEqVOnZPz48WqIer169VTgjxu+gICAzHCHdZIACZCA1xEoUaKECrLR4YSe7O+//14WLVrkdRzYYBKwiYAbKNk1qMYw75EjR8ojjzwi3bp1kyeffNINENBFEiABEnAeAfQI16pVS43cuXbtmowYMUKioqKc5gDeJZwzZ44gmG7durVguLrTKmdFJEACJEACSQg899xzqhMqZ86camj433//nUSHCSRAAq5NQA+qM+wlbtL279+vgumqVatm2B4NkAAJkICnE3j11VfltddeE4zs2bx5s0Obi6GFeGc6W7ZsqmcavSQOrZDGSYAESIAE0kSgZs2a0r59e1m5cqWazDdNhalMAiSQqQSy2KP2H3/8UXLnzi14Dw8T29jDZvI2mEMCJEACnkOgWLFi8sUXX6gJbJYsWeKQhp09e1YwtBA3bOHh4Q6pg0ZJgARIgAQyTiAoKEi6du2q3rHG5L4Zt0gLJEACziCQ4aAa7+XhXUHeqFk5XEwiARIgARsIGAwGadu2rVy5ckV9vsqGIjarIKD+9ddfpWXLlmqyNJsLUpEESIAESCDTCLz++uvi7+8vmCU805xgxSRAAjYTyFBQjRljMdNttWrVbK6Qiq5JgF6RAAlkPoHmzZuL/nkre3iDId9TpkxRATXmurCHTdogARIgARJwDgHMfYEJJOfOneucClkLCZBAugmkO6jGDIWYrRCfxkp37SxIAmknwBIk4NEE8FkrzE9x6NChDLcTATXe2+ZkZBlGSQMkQAIkkCkEGjZsKNevX5eNGzdmSv2slARIwDYC6Qqq8W3TEydOCG7WbKuGWiTgjQTYZhJIH4F3331X5s+fLzdv3kyfAa0UHnyWLFmSQ741FvxHAiRAAu5MAA9b161bJxcuXHDnZtB3EvBoAukKqufNmydvvvmmR4Px1MbduHFDLl26mEjwBNRT24t2oX1Go1Hu3buHXbvI7du35fLly4ojmNrFaGYaYd0uRQDD/fDZrfQO+Tt9+rQcPnxY6tev71Ltcjdn7ty5I9HR0erv3PK6ib9/XAfs2SbYg13zurCPdGv1xMXFWfUN5XHds1bG3mm4/qE+c7FX3bAN/jgO9vbbnvbw24LfGHu1G3bMeWIbLOzpM225HwG8Y40v7bif5/SYBLyDQJqDakzz//TTT0twcLB3EPKwVmL40AvPPy/mUunpp6RPn95qeJGHNVc1Z/r0afLxxx9JfHy82s/IAjdP06dPlyqVK8nzzz2rOGK7b98+EhMTkxHTLGsjAW9Re/bZZ9WDm5MnT6a5yeilbty4cZrLsUBiAjEx0fLWm2+ov3Pzaya269cLF4zaSlwiY3uwB7uwrwv2kW7N8qBB31j1DWWna9c9a2XsnZbcb8rw776T5B4G2OoDbIM/joOtZTJDD78t+I2xF3PYwTE0F/zOTBg/PsNMM4MP67QPgVKlSgkeuO7atcs+BmmFBEjArgTSHFRv3bpVONO3XY+B043lzZtXfv5lsmzctEnJ+AkTZNXKlTKPE2Gkeiz27Nkjo0aOkFatWsvOXbtlz959MnzECClUqJCAa6oGqOBNBDLc1nr16sny5cvTZOfIkSOSI0cOwdDvNBWkchICgYFB8ses2eo6iWsm/saHDftO7S9ZGiGPPfZYkjL2SNDrwDU6pXr69OmrfFm+YqU8XamSNGjQQO2jXMuW79jDFZtsgAv4oF4IflPmzp0js2fPsqk8lZISCA0tIgsW/mU6nr379JGffvpRNmm/20m1meItBDD6KK2/Cd7Chu0kgcwmkKagev369VJJ++HObKdZf8YIGAwG9bQzODhEIDVr1pKGDV8RvK9jPsQM23iIcmD//kRPxzE0zXJInmUahutFRkbKhg0b1LcWzT2Grj5UDvnQg76uo+ejVxhpyEN98Af7EORFRZ2RdWvXqt48pKUm//33n/LnxL//moaCoy7YRh16eWtpeh6CanziouU7LSVPnjySM2dOqVs3XLp06SpZs2bV1QT20C60DzMwmzK0Dd33FVqwZMlWy1b/MORz1apVsm/fXjFvNzJh+8CBA4J8zBSNNF3ge0psdT2u3YNAWFiYGmGRlvfo8Hf80ksvpbGBVLdGwMfHR4KCgtR1Ej1EBoNB8ubLp/YxUSf+5vH3jGsK/p7PnTuXyAz+dnF9QU+mupZqf7f4+02kZGVHrwPXZ70eK2qCYBY6GDmWPXt2yeHrq3xDGq5NKfmmXyugA9vwC77CZ+xjjf1r164luW4i31wMhqS/KQ0aNJQ1q9eo6xd6rHGtAyNct/U6dRuoG9dLXNNw7dPTLdfwCUOhMewdeanZRT04NrgO43N1+rURZSHIhz/J/Y7ofsHvU6dOqes6yqUkOAdgz/zaDNZgCXt6WWtpeh7WPj5ZJH/+++cejmfTps2kcuUq6jcP+brg9wXtAz9z+2CE9qKNuq5lGniq89LiNx524C/OW50f6tHt6Pkor6ehPZb1Id+afb0M12kngPsPfMnh4MGDaS/MEiRAAg4lkCUt1rds2SIvvPBCWopQ1w0I4MbkcvRlCQwMFNyYwWXcANWuVVPe1YLHZs2aSrOmTSUqKgpZsmfPbmnapLHgRxwJ+IHt17evDB40CLsqiO7YsYNg2OL7bVpL9RerybJlESoPCwxtq/tyHXmx2guC/FcaNpCBAwaYAnfkYygdftChj6F/GAKIoYDYh79f9+8vdWrXlg8+aKvsTP7lF1OgDB1LOXL4sDRu9Kqqr379evLzzz8pfbSlgba/b98+VcSyLSrRbFGmTGnBjcOaNWuTvcHCzUdy7Yf9kVpPN3zv3LmTgG143ZcF/qEatO3bb4eqNnXs0F5ef+01Ncx8+bJlyFZsP2jbVjseTQT5NV+qkSa2yggXbkXg+eefF1x7bXEaN80IHooXL26LunvquJDX+Hv98st+2oO1lwV/z7VqviTm1yJcs6q98Lw8U6Xy/Wtp0ybSq1dPSUhISLEVv02Zomy2avWeIKhJUTmZzNR8S+06C99ratcXCK7TjRq9miSgS6ZqdW3FQ0xf3xyC8/Gdlm+rax0Y1XzpJfn0009MrxuZXy9xTcPvwqBvvhFcK83tK70OHaTbp5+qQB1BX0p2UX7gwAGC6z38x+s6OBZoN+yCT0q/I+fPn5fmb70p+B2D33Vq15I3Xn/N9DsIG5byx8yZgus5fpdQDg9FoZPW3xmUsRT8HhqNMVKgYAFT1jLtdxW/r2gf6sPvDjhBYfHiReqcAyfsI719uw9k2tSpYjAYJKXfeP03t154XdH5wT7KwJaej3ME+xBwNf/dhm5y9xDQp6SfAH4TNm/enH4DLEkCJOAQAjYH1egpQc9c7ty5HeIIjTqPAJ4oT5wwQfr166uktXbjtnnTJsEkGAaDQd2wjBs3TkqVKq2GOC9bvkISbiTI1Km/KSfLl68ghQsXlrVr16h9PJlXNw0NG4qP1rOzaNH/1A/2n3PmyL79ByQ8vJ7gXTDzJ/cBWgA/a/afcvjIUflu+HBZsWK5HD16VNlLbbFt21b566+FMnrMGPn7n8Py4UcfyeTJv8iJE/8mWxQ3WEO/HWbSx83PxYsXBW1BALJh/XpV1rItKtFs8cwzVeXVVxvJlxq7ypWeVkH9mjWrE90AptR+8EGv9sZNm+XI0WOyes0a8dF6uGfNmiX4Dwz+WrhQRowYqfIxvPyH8ROkZq1ayJaFCxZI1NkowTE59Pc/8uZbb8lYjYN5705G2KpKuHApAhgdZOvntXbv3s3RRE48ehiKu3LFCpkxY6a6lvXt96X89NNPpmsZXMmWLZt8q117cK0b9/33Av1du3YiK1nB/Ayt3msl8devy0fa9U0PjJItYCXDFt+sFEuUlCNHDpk4cZK6Fq1dt16q16iRKF/fQW+o0WgU9CJDFsyfLytXrpBaImn1sQAAEABJREFUtetISEiITJz0f4JrGa55o0ePkbXadW/Pnt2q+K+TJ6vfi5l/zFIMsX73vffUb4lS0BYJCTdk6NAhcuHCecF1HD3zGEGQkt0TJ07IsogIGTR4sLL7229T1cgizZz6l9rvyJIlS+RKXJy6RsPvVavXyDeDBktoaKgqb22BUQURy5bL9h071OsXM36foR4wpPV3BrZxDgz79lv1G91P+71579131aR59erdn3wQvPE7/cqrrwp+C3AO7tu7V5YuXYriUq3ai4JAfK+WhoRjx44JHhTgtwQ9yCib3G889CH4fdl/4KBqT7FixWTGzBlITlVstZ+qISpYJYBPJF66dMnUEWFViYkkQAJOJ2BzUI2bunLlyjndQVZofwJ3796VvXv3yKaNGwU3ePix/b8ff5JKlSuryuLirmi90McEQ4zwJBqT5BR7tJjgHEBAjocrtevUkfVaIIr9vXv2SM5cuaRixYqqPG7sC2lB9+lTp2WNdvOEmxD8mJ85c0blY1GwYEH1HrLBYJBixYqrQB4BLfJSEwx7yps3n2BYIt4twoMe+PHvvyeSLfr4E09IZa19PlrQ/6J2s4EgGz9KaMsLL1STjRs3qF5gy7ZYGsRwz/5ffy24wfqiZ0+5EhsrnTp2FPMegtTa7+vrK5BLly5qN45ZJaxkSbl67argP/TsZMmSRdauWyvo5cDNSdWqVdXQcty47tFuRJ966imNWTGV9krDV1SPD/iiPCQjbFGe4noEcLNuy98H/jbKly/veg3wUI8OHTwoYaVKCa4vBoNBateuLTlyZBfzax2CyirPVFG9g08//bR69QZBojUkeEcb71DP/vNPafnOOzJi5CjB9fjggQPW1FNMs8U3MwNWN/PlyyePPPqI4D99+Du2LQUjJNq+30b0ibW+/rq/dOjQURpqD1qhCzu4luGaV6RoEcE1GwwQ9GHSpfoNGgiuawaDQf2O4LcH5SAoB3tLFi+WAQMHJgpqk7OLcidPnlS/K6VLl1HscYwgyIPgbyWl3xH4GH35suA3BqMFMJLrCe13BGWTE/wuFipUSPLl81dBLR6Aoo1p/Z2BfZTbvn27+p2O0ALlu3fvyORfp0jRokWRrXrML2uBVUhwiPZQeoUKmEOLFJEdO7arfPzu4iEwhq7jtwMPjsO0cxWvlOCcioxM/jdeGdAWjz/+hPqdQXtgG18VwG+tlpXiP1vtp2iEmSkSwLmIe7IUlZhJAiTgVAI2B9XoQStdurRTnWNljiGAm4UJWu/DylWrtSfPfwjevTt06KCpssuXo1WAuXz5Mvlu2LdK8AOcPyi/ujmBYo0aL8nZqCgt0D4oGIJWVevBxY0/bgQuXrgo/x4/LhjmjPLz58+TAgUKSHatxwZlMyrogYiOviw/aL0+sD/l118FN1cISG2xbdCCVoPBYFINr1dPLms3T4cP/5OoLSYFKxu4cWrevIXM/nOOTJs2XdBDsHvXLtUzkFL7EcyDS6Wnn5LGjRpJy7dbiPkwrmLaA4avBwyQXTt3yltvvilVn6ki9TX/MDwcbC9ovevm7li2xTyP255DANdePPxKrUUYahsUFJSaGvPtROBfi9ExPj5ZJIt2fUmveTy0w3U0h9ZDDBu4piHt9p072E2T2Nu3lCrH9XfuvPmqRxu9urv37JW2H3ygAjIE0himjeHXb7z+unz04Yfqegt7CPbuaMEirqcGw8NrMvJ0uXDhgvo9KVKkqHatnSa3b99WWSnZVQqpLFL7HXlV6wF+u2VLGf/DD2ooPq7Zn3Xrph5ipmJaZftk9VFrfZHW3xkExbO1hyv4ncbEb9HR0XL69CndnMRo+/h7nzXrD/Ubjd8VPOTFO7dQMhgMgocVO3ft1H6nD8k67UFtHe1hOB7oXrbhNx420iuOtp9evzypnK2/CZ7UZraFBFydgM1BNS7oeOLu6g2if2kjgB6BOnVeFgxTwzFGaQyty+fvrybfwg+6LiNHjRI/Pz+oCIYflSwZJng/6/DhI9LwlVdUOvILhxYW9HovWrxE9LLzFyyU0mXKKB1bFne1m0jccEE3Lu6qFqw+fAcxLKyUwG8MH9ftY/3887a9738jIUFu3boF00pgq1jx4knaojItFnhPMEErb54coj0wwI0KbnxTaz9u5OZogTiGJG7avEXxqRsebm5OqlevIZjNF0P6/rdosdy9d1f1XOPhB24+E+LjTcPN0RYE6j5aD3wiI9zxKAL4ezt9+nSKbcLrDPjbTVGJmXYlEIaJ5K5fN11PEhJuqCGZWZP5e7xz565gpFByTuD6gEmuEh5cY1LTT84O0m3xLaXrLGzYQ1auXCmY5As98GvWrtMeRP5p6m3GdcvP108N/8Z1zFp9CNhHjhotQ7/9Vj1sxJBu6KVkF/l4IIGh99i2JmGp/I6gbLdun8m27TsE1+IhQ7/VHoBukuPaA2Nr9izT8A6zmCWm5XfGrJjaLFeuvOrJnz5tmujnRnBIiJoHZdDgIep3BL+BkF69eqsyWGDUim8OX/Xbhh5mDAlHOq4Tqf3GQy81uX374e/ohfMXTOr2sm8yyI0kBHA+4e8qSQYTSIAEMo2ATUE1bgIy8vQ901rHilMlYDAY5PU33lDvamEGURQI0nq6XtJ6on/55Wft6fY6NVFO3759ZM2a1chWgp6URlpPa0REhIQUCJEyZgFzgwYNBMOop0z5VQ1Rw40AnqJjYhhVOJVFiRIlZf/+/TJ3zhx1MzZxwnj1rp5erFq1ahIXF6f1VI9T9hcvWiRf9uunetd1Hcv1/n371CfD8CM0c+YM9U44AhXoISBGWxYvXpykLcjXBT3Fn3zysTRp3FjZwsRtmzZtlG8GDhTcHOLJMXRTaj8mgsuq9WDEGmMFAfrevXtl544dKKZk8+ZN8uabb6ge88uXL8mxo0flqtZWDB+EAoaX4jjhUzWRkZEyevQoeeTRR9VDDuRTPJMAhvSjxy6l1iGoxoiQlHSYZ18Czz33vLpGTf7lF7UeO2a0evBYymxUF64TY8eOFfy9zpwxQ27cuClFihSx6gge9uFaO3HCBGUPvaRQ1K8t2LZVUvMtteusrfWkpoeHgbj24x1hBJrLli0X/VUG/XdkzZo1gs9F4fo8Wnt4O3/ePPUuMmwjqC5cuJA8/vjj0qzZazJaYxwVdUaNsErOrmj/FS9eQo1gmvLrZMVy6tTfZM/u3VrO/X8p/Y7ALth36dxJ/v77b8HfHkYL4T4ID07vW0i6XDB/vmC2a1zX8W5zlcpVlJ/QtPV3BrqWgrLNW7wtO3fulAMH9qvs4tqD4AoVKgh+A/A1CPiJSdzMhwRjyP7LL78sc+b8KRUqVDQ9zLD2G4/zzvw3XlWSzCJXrtxSODRUfp38q+KzevUqWbTofybtjNo3GeJGsgRy5cpl86iJZI0wgwRIwK4EsthiDRNi4OJsiy513I9AqVKlJLxeuEyfNlViY2PVEG9M/vX0009Lh/bt1NA33Iz4+weYbnTQyspVqqibw/C64aYbB6Sjx/jTbt3kx//7P6n5Ug0ZNWqkBOcPRpZNUqNGDXn33fdk8OBBgplUE7TeH/xI64Xh7zffDFLvkcF+z55fqHf0ENjqOpbrAgUKysqVK5Q9vAveuXMX9UksXe+pp55W73hbtkXPxxo3U1980VMFsF999aVqW9v339d+2P6TX36ZrFhAL6X242a6fYeOMm7cWHnqyYrSp3cv04zrKFuqVGnBE+jun32m3k9E2159tZE0atQY2VKrVm354IN2aqZ1zMaKm9SvvuqfiL9S5MKjCOCmOuFB72VyDeN1OjkyjksvW7as9OrdR6Zp107MDr1jx075Svt7xIgSvVa8boOHevjKAfQ+79FDcA3T883XYVrPN17/wIM/2MOrNf37f226tpjrpradmm+pXWdTs29rfs2atQQBPl51wSzoS5csTnS9wrDojz76WPAgAW1GAJjPP18S8waDQTCBGXpeJ06cKC++WD1FuzgG6LXF9R6/I+vXrZNixYqb7OIYJPc7giH3VZ99Vs6ciVJfWqj5Ug01OWZv7ViXKFHCZMNyAw+/vvrySzVLOF6XeuPNNxOp2PI7k6iA2c4zzzwj5bUgeprWW42gH9eEL7VzLVfOnKq+Zk2bqIfPeIhhVkwwMRleKcBQcIPBoLIMBoOa4DO133ilbGWBOnr27CV4UNK40avyrdaLj/NNVzUYMmZft5PMmskPCOAhz4NNrkiABFyAgE1BNXrocBF1AX/pQgYJ1KpVS7ZrN37lzCadMxgM8uWXX8ms2X+Kv7+/qgE9o98NH6Fmy8Y7cv9btFiefPJJFXArBW2BXjEMU8aEOtqu6Z/BYJC3324pO3buUu/YYY2bIdyoQKldu/ZiPhMrfIFP8A350Ov++eeqbszujRlzN2/ZqgWUtZCtBLPQrt+wUdnHDOM9vvgi0Y2aUnqwQH1LtR71XyZrT9X/OSxbtm4TlH+QrVanT59SbXv2uefUfnIL3PRO0h4WoE5wgX9Tp02XYsUf3qwZDMm332AwSMuWLWX3nr3Kd3BdvGSpfPvtMFUlhs2NGjVadPtY9+7Tx9Q2sOnUubMpH8PqS5YsqcpigbamxBY6FPckoL8OkZz3vE4nR8Y+6ZbXKVg1GAzSpEkT07Vu9Zo1YnkNQU/rjz/9pK5nuBZC32C4H9zAhrkYDAZBEIprFK4vWFteq8z19W38PuPvXr+OIN1gSNk3XEtSus7ierxi5SrBN5JhLzmBHq7f4GNNB78leHUI10oIrpfQRznow4+2H3xguibiug4GBoNBXfPNfcDD1YV//SUDB36jJnxLyS5sgx0Yol7MGn7t2tVED1ORj/rAGtda898RBLGoC2WRD70GDRuq3wnYNhed/08//yL4rYH+7zNmCIJscz1bf2dwHTdvN2z4+vpqvfk/az3TYwTMkAb74AkfIdguVqwYskyC44JXjapXr25KwwaOS3K/8TjmqF8/RtDHuYVzDG3FPibK0tuKNdpunp+SfZT3DnFsK3FOpPaw1bEe0DoJkIA5AZuCarzrlFIvoLlBbpOAOxHAuY0h3N+P+14qVaosljck7tQW+urZBAwG64GY3mqcy7xO6zS49nYCGMXTtUsXLQAfIAsXLpBun34ieJXtueeedzoa/G3yd8bp2D2+QlzvcW7ZpaE0QgIkkGECNgXVGa6FBkjARQngHcaVK1dKmcfKCHqE8SPloq7SLRIgATcjkDdvHnnssce1nsVsbua5+7uLYfct3m4h+CzWwgULpGy5cjJt+u/q9R1nt46/M84mzvo8mQDbRgKuSoBBtaseGfrlFAIYPtWv35fy1Vf9BUMLnVIpKyEBEvAKApUrV5Hvf/hBDVX2iga7UCMNBoO88EI1GT1mrGBoMq7xmNMiM1zk70xmUGedJJDpBOiAlxFgUO1lB5zNJQESIAESIAESIAESIAESIIH7BLi0BwEG1fagSBskQAIkQAIkQAIkQAIkQGJ8glcAABAASURBVAIkQAKOI+DClhlUu/DBoWskQAIkQAIkQAIkQAIkQAIkQAKuTcAyqHZtb+kdCZAACZAACZAACZAACZAACZAACbgQATcOql2IIl0hARIgARIgARIgARIgARIgARLwSgIMqp1x2FkHCZAACZAACZAACZAACZAACZCARxLw6KB6xfJlkpCQ4JEHzlGNol0SIAESIAESIAESIAESIAESIAHbCbh0UI2AePCggdKm1btKun/2qRiNRiWzZ81M1Mopv06W48cjVZpebvq0qdLtk49N6aL999fCBbJzxw5t6/4/bOv2kYdUvTzS9TqRrgvq6dyxg/Jp4oTxerJgG2WQBx1kYI19pCMfaRS7EKAREiABEiABEiABEiABEiABEsh0Ai4bVCN47tunl4SH15fJU6YqGT5ilAQEBKQK7dfJv6hyLd95V0aOHiMlSpRUgTgC5Llz/jSVR/C8ffs2TWeskv379ym9gwcOSPnyFVSdNWq8JBvWrzOVwcb6deuke48eMmHSjxIff10F7Qie/fz8VJm2H7STZRERUBVruiqDCy8iwKaSAAmQAAmQAAmQAAmQAAl4KgGXDaoRyCKgrVS5cprY68GtZTkE4wjKm732usne2bNRgkAYeRAE0scjI+XAgf1Stlw5pVftxeoSFRVlGkaOYD8+Pl4KFw4VX19fqV79JUEQDilXrrwqo5c9ceKEFnQn1VVKXJCAKxKgTyRAAiRAAiRAAiRAAiRAAmki4LJBNYJdPThFoIwh1BBso4Vbt25Vw68xrBqydcsWJCsJDQ1Va3dcRB49YnL75s2bcurkCdP+lSuxcuniBdP++fPn5OrVONP+yX+Py507t037x8xsIfH4saNYKYnXetijzpxW21jEREdLdPRlbCo5G3VG4q9fV9tYHI88hpVJjh09bNq+c+eOnNDq1hOuXb0q58+d1Xc1ny9KbKzRtH/61Em5efOGaT/SzC8kmu9DL0UGWj2oD+UgJ0+AwR1sKjl25KGfSPjXrB1onzkDtB8coAdBHjhhG5KEgZntO7dvJ2KA43L+3DkUU4LjdsWMAdqE46sytUXksYfHXduVSLNjd+PGDQEzpEOuxMbKRbPz4BwYXLuKLCU4FjgmakdbHDM7Vvfu3RNzBtev/ydop6am/kVfviwxMdFqGwvkxWsPkbANScLAzM/bGoOTJ/6FmpKrcXFyQTtH1Y62uHjhgsB3bVP9A4Nb2jmudrRFpJktbVfMmVgyiI01CphCD3JOe0B27do1bCoBg7t3zc6DlBj895/gfFcFtUX05UtiNGNw5vQpSUgTg+Oalfv/4uKuaH8LD8+DixfOC/6O7+dySQIkQAIkQAIkQAIk4AkEXDaoxo28MeZ+IIbh2+MnTpKqzz5rYl61alU11FofGm6eh55lk6KbbRR9tJjJ4+zZs0thswcE+fL5S3BIAVN+gQIFJU+evKb90KJFxccnq2n/ETNbSCzyyKNYKfHzyymFChVW21gEBgVJUFB+bCopqOX55cyptrEoWvQRrEzyyCMP/fTx8ZEiWt16Zu48eQS+6fvBISHi7/9w2H4hrZc/e/YcerY8YuYXEos+8ghWSqBXOLSI2sbCGgPUhzxI4dCiAn+wDXm0WHGsTJKIgdY++KJnov3goO8jz0/jpO8XtfDTnK9P1qwSWqSorqqOS4GCBU37wdpxy2fGoLDWpuza8dUVzG0hzXw/R44cic8Df38J0exBD1KwYCHJnTsPNpUU0fwwZ2B+rAwGg3asHvLNmTOXoJ2qoLYIyp9fAgODtK37/9R54Od3f0dbFrE4Dx599OF5kNWSQd68EqKdo1ox9S+kQAHJ5++vtrEI1Rhky54dm0rMz30kFH3koe37DIogWYm/xhJM1Y62gJ+5c+fWtu7/w7HIksXn/o62fMTMlsGgMTA7ljlz5ZICGkN58F9Q/mAJMGMAPr5mDIpaMDA/VmBQWDsHH5iSvHnzabYL6ruKB85hUwI3SCCDBC5fupRBCyyeEoFLFy+mlM28DBIg3wwCZHESIAGXIeCyQTWGXc+fN1e9r5wWWhiWHaX1smICstTKBQQECnQxpBvvV0dFRUmJkiW1oCJQDelG+eORkYKebwz1xr6fdnMdr/XyYug49vWh4qgX72cjDXnQK6gFVdZ0oZOcmAda0MmaNRtWVsVgMCRKt9S1tGW5n8XnYdCRyJC2kyVL4lMjW/aHwY+WLdm1QA9rXSzrNliU1/WwzqoFX1jrki27hW2zgBs6lvpI08WynmzZEvPKlj2xbct8y3bqdrG2zLMsa8nAMt9gSHx8YFMXyzZly2bhp4XfPmYPS3Qb+tpgSFxPVgsGSfy0sG3ZTt0u1j4W50h2i7LZsif227JdBkNi32BTFzyI0LextrRtuW/pC8roYjAkrsfyWCRhYMEoJduWedmyJ26zpZ+WdRsMiX3TfXbNNb1yNwL5g4PdzWW38jdYeyjsVg67mbPk62YHjO6SAAkkSyBx5JSsmvMz8I5zm7ZtZfiwYaZh3vHx8YJe65S8QfDbqXNXmTFjuky3Mvu3eVnUgYnQun3ykXTq0E6qVHlGTYT2ct1wwaRlGFYeEbFEsI/AGzOOw37jJk1NfgUGBiqf9He4UWb8D99Lo8ZN1DvX1nTNfeA2CZAACZBAOgiwCAmQAAmQAAmQAAm4CAGXDarBBwE0hn3rQ7w7duqMZBX4vvFmc7WtL1q1bqOCW+wjWMakZOazfyMd8mqjxqIHwNjHtm4f20hD4Ny7Tz81vBxr7KPHukSJMGSrenS/YE8lagv4B1uoGz5oScnqIo9CAiRAAiTg+QTYQhIgARIgARIgAc8m4NJBdUbR13m5ruotzqgdlEfADcE2hQRIgARIgARcgUDclVh7ukFbFgQ4saAFEDvvXjGbwNPOpmmOBEiABJxKwKODaqeSZGUkQAIkQAIk4GQCefM9nPzPyVVncnXOqZ4TCzqWcz7/h5OYOrYmWicBEiABxxJgUO1YvrROAiRAAiRAAiTgzQTYdhIgARIgAY8nwKDa4w8xG0gCJEACJOCpBG7evOmpTXOJdnkbX2dDv3njhrOrZH0kQAIk4BACDKodgpVGSYAESIAESMDxBO7dvev4Sry4hnv3yNeRh/9u+vk60i3aJgESIIE0E2BQnWZkLEACJEACJEACrkEgh6+vazjioV7kyEG+jjy0vr5+jjTvIrbpBgmQgDcQYFDtDUeZbSQBEiABEvBIAt//9Lv0//YHChlkyjkQHcPZ5z3qwsLGkAAJpJsAg+p0o2NBEiABEiABEshcArdu3pRtu/ZRyCBTzoGMnv1xV65k1ATLeykBNpsEXI0Ag2pXOyL0hwRIgARIgARsJJAte3YbNalGAq5HIG++fK7nFD0iAfsSoDUvIcCg2ksONJtJAiRAAiRAAiRAAiRAAiRAAtYJMDUjBBhUZ4Qey5IACZAACZAACZAACZAACZAACTiPgAvWxKDaBQ8KXSIBEiABEiABWwgkJCTYokYdEnBJApcvXXRJv+gUCZAACaSVQHJBdVrtUN8LCBw6eFCOH4/0gpayiSRAAiTgHgR8+Ukt9zhQ9NIqgfzBIVbTmUgCJEAC7kbAA4Jqd0Oeef5OnDBe2rR61yR/LVygnJny6+REwTJ6PkaNHJ4oDbrfDRsqA7/uL7CDggiwO3fsoOwNHjRQUA7pO3fsUGl6XdhHuqVAH+X0fH1fL4c8pKEcdPR0+II0c4Ee9KHT/bNPxWg0quzk0lUmFyRAAiRAAiRAAiRAAiRAAiSQQQIMqjMIME3FM0lZDyxDQ0Nl8pSpJnm1UWObPEIQGxUVJZ/36Cn9vuovHTt1VgH0gvnzpHuPHspeeHh9Wb4swmSv64cfq3TUV6lyZVO6+cbBAwfk+vXr5kkSFlZKJkz6UZXt3aefoBcGAfL27dtU+sjRY2Xb1q2JAn4YQN3wAfXVqPGS/DFzBpKVT9bSVSYXJEACJEACJJCJBCqWe0xGDOwhWGeiG6yaBEiABEgggwQYVGcQoDsUR/AaGBgktgbRaJMuCGgRULdu876epNYIdv38coox5n6PMBILFw7FyiaBXQTKFSpUTFX/eGSkVKnyjAqwAwIC5JmqVQVt0gvioUF8fLyULVdOJVV7sbrExETL+fPnxVo66laKXJAACbgsATzMw8gTCEaqWHMUf/sYoQLBtjUdpOFvHjpYYx9iPtLGfHQL8jIisIuRPin5kxH7lmVxjbNM437mEHj3zUaycPoPsviPSUo+7vCeIO2rHl1MDpnvI5Du3qWNPF66pHzZvZPUqv6s0oPOL2MHmQLtwf0+Vfbm/DrGpKMUHyxQz8QR/R/siWDb3AdkJGcDPkyd8K2yj3LQtZaGdEfIhfPnHGGWNkmABEjA6QQYVDsdufMrRPCKoDS5mnFThmHduHmFdOrQTo4eOarUjcYY8fPzUwGtSjBbINCOiFiihnqjDr1H+uzZKPl+3BiVjhtZy5tL7P86+WepGx6ubOsm4ce2bVsF9cMP/UYa9nQdrC2CdxU4x8TEIEsJ/MVDBNRjLV0pcUECJOCyBIxGoyQkxKsRKxh9ol9bLB3GteGZZ6pK7wejWizz9X08jIMO1noa1s1ee03VMXzEKLHMQ356pESJkvJpt+5Wr5npsZdaGVzvUtNhvuMJIBCuWa2q9BsyThq81UHJmEm/pVhxpzbN5cA/R+XvI5EyYPgEWbVuiyD4bdKgtqkcAu1A/3zSa+AoWbd5p9Sp8ZwpDxsIhKs/V0lu3rqFXSXX/rsuw3+YbPLB0sabjespPSxeeuEZOX32vNLFPgJ0a2nIc4QUKFjIEWZpkwRIgAScToBBtdORZ26FuFlFrwyCVv3daNyUYVg3bl4hGH5dqnSpFB1FwDph/PfSvMXb6qY0NDRU0LOEQugRhx1I+fIV5NfJvyDZJNivXv0lwc2nKVHbwE0tbm5RbuTosTJ/3twkw7w1NTf+R9dJgARsJXD06FHB9UrXRw+wPocDrl3IG//D9zJ92lQ1zwPScF2DDnSRjx7jfn16y5bNm5UO0nR7lmtc06CPspApv04WPNjDWr9mYh/lcK1DXUiHTQjKoq61a9equmAP+tAz9wl+QhfpyIc91AcdPQ32YBv7qAs6FNcmUOXp8rJ6w1bZe+AfmxxFoIvgd+nKDYn0e2vB8w+/zDAFydExsfKfxWtS5gU6ftZf5i9eaZ6UZDu0YIicu3BJ+bb/7yMqH73R2PDPl0f+Pnx/AtK/jxyXAiFBYi0NuhQSIAESIIHkCTCoTp6Nx+Qg4EWPDhqkB6545xn7qUlAQKDqCcYNormubk/vNcbQ62PHjmq9S4k/74J0BO16Wdw87tu719STPXfOn2pbv7nU9eBnWKn7gb1eh56n163vw35gYKC+q/zF8G8MUbeWblLkRvIEmEMCmUgAf/+dOneVQd8MUAEqXMFDuPETJ6m5FbAP6dylq7R85101zwPmesADubYftDO9HhITHSM1UoU/AAAQAElEQVRt2raVJ596CupJZO6cOaYRNchs3KSprF+3Tgumt0ujxk2QJPv375M+fb8UPOjDiBy8VqL3oqP+nTu2Kz29rgoVKqh9XDMjI48pfwcNGapsIgPXSTxUxIPMdevWSGxsrCyLiBDowH/0ysMmbGMfdSHIRlmK6xK4efOWRJ2/qBxE7zGGX6PXFwmVKj6hhlcjrcVrDSVHjuyCQDd79mzITlH2akH6nv3/yMBeH0rlJ8vKH/OWpKiPYLlAcJB079JG9OHigQH+qk5rBYMC/ZMkW0tLosQEEiABEiCBRAQYVCfC4Zk7eMd47do12k3djjQ3EDe3KISJwLDWBcE2biL1ABfvOOMdawSyug7WuFkMNAt49Rtj3CxCmr32uiDAx40k9HVB8H1M66lCPQGBAYKbT9yk4uYSE5UhWEcgjl4f1Ilh3vAB5TesXyeBgUFSsGBBsZautwm6FPcnwBZ4JgH8nWLkCl5dQW8t/vbRe4vXQxCYWrYaOujZxasnel5okSJi+VBOz8NaH/7d+8HwcVyfArXrVYkSYabh4Jj4EL7oD+9iY42yetVqFYzjtZljx47BlFjWheuV/jpLt08+EvS837hxQ03GiOsXrm24ZkIvKCjQVB+MwSZsoz2oy2iMQbJVSYiPt5rOROcSQICMQBm1ovc4YtVGbCrZufeQGl6NYeEz5iySGzduqgAcgbhSSGFhPqx82eqN0vad11LQFtUb/W6nL1R96MHGUPIYY6yq01pB9IRbpltLs9Sx1/6lixfsZYp2SIAESCBTCTCozlT8zqkcN4ToaZkxY7q6EcSNGrbfat7CJgfw7jR6a8w/qQWbTZo2U5/Ygj0E7bo9BLpIg6ACDAfHjSPSjUYjkqwKAml9COTwYcMEPUyoBze6mBUcN9O4OUW9SDM3grrRJtQJX+Ez8pNLRx6FBJxMgNWlgwAequHh2MIF8wW9t3g9BdcDc1O4dkAHD+rwkM48Ly3bsIOJGdEjrV+rsA8beIAYFXUGm1L12WfVay+oDz3kKtHKAn7CX+ghcM+RI4cVLVEBt14fFBDAoycb5dA7b3m9g44uvn5++ibXmUgg8t/TUrfmC4KeYlvcQOCKHuV6taulqI5eZrwvjR5r9IRnz5bN5jpQFkPMUa5QgWBVrvzjpSUm9ooKvlFx7JWr8niZktiUksWLqqHg1tKUggMWwSEFHGCVJkmABEjA+QSyOL9K1pgZBBCcotcHN2kQbCMNvrRq3UbMb9p8fX3VRDt6GvZxQ2j+SS2UQ+8ybEHM7eEmE2kQbEM3/kFvCm4Wsa8LAm7YwT7qww0kymGNfaRDoId0iK6PtW4fbYEPyIev8BnlkktHHoUESCA5ApmbjuDW/AHbi9WrS7ly5dVDPDxcs+ypRm80Al48VDPvqU6tFfrwb9T1zz9/q2HYeBCH3nH9s3xnzpxWDyPxoA/Dwx977HFBbzbqgmDEjLV6/P391VcL4C/00JOenB4++4cHhtCDPQw9x/vi2Lc22aM1O0zLXAKYlAwTfg15MFM3hmqv2bgtWacQJE+eMU+eeaq8WM7+bV4IdrGPoeOfdHhXNm7dJUGB/jJ8QA8kJxG8q41h39DHBGYr1m5WE6AhkIZvehomRIPAx6KFC6rh6QjYp85aKNbSklTEBBIgARIggUQEGFQnwsGdlAg8UbZsouA7JV3LPKMxRsLCwpw2I65l/dwnARJwHwJ4oIYHa3hIhjX28RAN+xA8QMMDM6TXebmuuq7gYRryIHgIh3w8dMMDNgi2kaZTQFnYhj7WCJZ1HdSFbehWrXq/Vxo6KIM02Ec5CHRhF/qox3wbedCBoIx5nvm2uR62kYc2ohzaBbuol+LaBDDJGIZ4QzAEG4EzgtSvh/1gctx8H7N9Y9Zv89m/oYh0DCFHeexjGzYbtewiKF+q+COmnmbkI+2jnoOwqQLo11p/rIZ/Yw1byNB909OwD0Ed8BX2UQ90raUhnUICJEACJJA8AQbVybNhjh0J4Ga0jnbza0eTNEUCJEACbkXAEc7evHnDEWZp00kEEMB+1m9YoiA5taonTZmlguvU9Nwh/8qVWHdwkz6SAAmQQKoEGFSniogKJEACJEAC3kgAvcboYXbltmfPbv097Qz6zOIk4BQC+fL5O6UeVkICJEACjibAoNrRhGmfBEiABEiABEjAQQRolgRIgARIgAQynwCD6sw/BvSABEiABEiABNJF4O7du+kqx0KZQIBVJiHA1xeSIGECCZCAmxJgUO2mB45ukwAJkAAJkMC9e/cIgQTsTsBZBu/d5fnrLNashwRIwLEEGFQ7lq/LW487PEHOLa3uURKz43OX504HSYAESMAeBHx8fOxhhjZIIFMI5PD1zWi9LE8CJEACLkGAQbVLHIbMdeJW3FHxJMlcmqydBEiABEiABEiABCwJcJ8ESMCTCTCo9uSjy7aRAAmQAAl4NIEihYLlo/bvUBzEoP17r5NtCmwz+scVF3cloyZY3hEEaJMESCDNBBhUpxkZC5AACZAACZCAaxBo0vBlqVf7RYqDGJBvyudWUGDGPomVN28+1/hDohduS4COk4CrEGBQ7SpHgn6QAAmQAAmQAAmQAAmQAAl4IgG2ycMJMKj28APM5pEACZAACZAACZAACZAACZCAbQSolR4CDKrTQ41lSIAESIAESMAFCFy+fMkFvPBcFy5fIl9HHt1LFy860jxtkwAJeDoBF2ofg2oXOhh0hQRIgARIgATSQiB//uC0qFM3jQTyB5NvGpGlST04JCRN+lQmARIgAVclkFpQ7ap+0y8SIAESIAESIAESIAESIAESIAESyHQCHhRUZzpLOkACJEACJEACTiUwbfZfQnEMA6ceSFZGAiRAAiTg1gQYVGfG4WOdJEACJEACJGAHAufOX5Tf//wfxc4Mzl+8rI7OxQvn1ZoLxxC4cP6cYwzTKgmQAAk4mQCDaicDd7fq6C8JkAAJkIDrEvDz83Nd5zzAs5ACBT2gFa7bhAIFC7muc/SMBEiABNJAgEF1GmBR1aUJ0DkSIAESIAESIAESIAESIAEScDoBBtVOR84KSYAESIAESIAESIAESIAESIAEPIUAg2pPOZJsBwk4ggBtkgAJuDSBhPh4l/bP3Z27fOmiuzfBpf2/dPGCS/tH50iABEjAVgIMqm0lRT0SIAGXJkDnSMAbCfjynWqHHvb8wSEOte/txoNDCng7ArafBEjAQwgwqPaQA8lmkAAJuA0BOkoCJEACJEACJEACJOBBBBhUe9DBZFNIgARIwL4EaI0ESMBeBBISEmTWHzMFa3vZpB0SIAESIAHXIMCg2jWOA70gARIgARKwQsBoNMrECeMTBSIrli+T48cjE2trezt37JC/Fi7QttL2D7b69ektqMtaySm/TrZanzVdZ6fdvHnT2VV6VX1XrsRabS/Omc4dO0ibVu8qwbmHNJybegHzfQTSI0d8J0sWL5K+fXqpcw1lUB52oKuXw9paHs5t6Hf/7FNVHnrW0pAOsZZnLQ26mSVXYmMzq2rWSwIkQAJ2JcCg2q44aYwESIAESMCeBAICAgTfYj57NkqZRXASExMjhQuHqv3kFrNnzTQFHsnp6OkHDxyQe9r/xyOTBuq6TkbX5v5k1JZ5+ezZs5vvctvOBPLl809iEQHwgvnzZOToMTJ5ylQllSpXTqJnnvDr5F+kRo2XpH6DhvLNoCHqnN6+fZtmY6x079FD1q9bZ1LHOW6Zhwc+UVFRMmHSj9KiRUv5Y+YMdX5bpulG0qqvl3P2Op+/v7OrZH0kQAIk4BACDKodgpVGSYAESIAE7EWgXLnygsAX9hBcBwYGSnx8vKDHzrLnDjrojVu8aJH06dVT9TCjpxt61noEEcAgMGna9DU5cGA/iivRewpRR0xMtKBHGHYQrEBB771GXbANPeShHPKwD0EadHR//vnnb9MQYNSN4cCxsbGqN37woIGqpx1lUBZ2URb1ZZKwWisEEAA3btJUfH19reQmTcLxDAoKlEqVq5gycf4GaWl4aIQHRHhwhPMBCrCLPGzrYjTGSFhYmKqzRMmSKvnChfNJ0nQbadVXBrkgARIgARJINwEG1elGx4IkQAIk4FkEzp07Jz/88L3Mnj1brl+/LpcvX3aJBiKIQOCLgAG9ydjfsH6d6rFDTyF67rCvO/tqo8bSoGFDGTRkqJQoUVI6duqsehPbftDOFJzrugjSEdCULVdOBepGo1ENNdd7Cvv0/VJiomMEPcKhoaGC+qGTM6efBAQEarrxynbnLl1l547tyuz+/fsE5dAzCb/M/SlWrLjSsVwgcA8Pry/QhR3YQ9sSEuJVj6Slvr5/9+5dfdPL145pPh6mWFrWjz3S8aAFDz/wMAX7c+fMUcPBkTbw6/4PzqkY7e8p6afPjh49qo4tzsH9+/YpXdiA1Hk5XAZ9M0DGa3+PjRo3EWOMMVE+dGKNsUnSkA5Jqz7KZIbcuHEjM6plnSRAAiRgdwIMqu2OlAZJgARIwP0IHDp0SFq+3UJWr1otO7TgcO+ePdLj8+5y9erVTG8MevMQ+CKg1Yd+I9hEcA3nsMY+tq0JensR5Hw/bkySbPSAr1m9Sjp1aCdbt2xWQbN5LyLqDitVSpVD4I3ebPhRokSYGLXeQ/CCbQRQx44dU3oIplEOPZAqwYZFYGCQoB1QhR3Yg13YRz1Ityb37t2zlsw0OxGwxvf6dTzoiFE14IFN1w8/VttYNHvtNfWQBQ9E+n3VXw3zxsMXBOLIV6ItcH7gIUq3Tz6S4cOGSWiRIkpXy9LOK6NMGP+9ejCDhzMY6p0rdy5TPnQg/gH+SdKQDgkIvP/aBLZ1SUlf13H22hpfZ/vA+kiABEjAHgSy2MMIbZAACZAACbg3gY0bN8ibb74lnbt0UQ0JKxUmt+/cUT2xKiGTFxgCHhGxRAIDA9UQ2Git9xjBLdzC2tfXD5tJBO+/IhBHkGMe/EARPd/oAR85eqwKhBAEIWhGnt6LCJ2YmGgkCXq9ERyhF1sPgKs++6wqC/sIsJRiKgv4g8Adgm1LdTxAgC+wOX7iJFWvpY6+7+Pjo29y7QACOXLkSGIV5+LMGb9rfxsJSfKsJeB44nzCCATz/EqVK6tzByMoMArC98FwcjxEQRldUMZXO7/xsAXnI8536BcoUFAs03wf2AgICEySl5I+6rAmjk7T/XV0PbRPAiRAAo4mwKDa0YRpnwRIgATcgEDhQoVl06aNcurUSbmRkCArV65UXvtqN/NqI5MXCGIxDBtruPJW8xYyY8Z0NdQWwfbLdcORbBL43adXT/UudFTUGaVn2VONYbcIXNBriILoWUagi+3y5SsIehG7ffKxREffD6qRjh5qrFEGQTaCfPQoQ/QhwMi3FN0f1ImAqJvWQwn/LPWwj+G+GPYLm3jPGoEU0imuQQDBMM4PjG7AMcL5h1EMyXnnqwW6nTp3lXnz5or57N/60HGUx/mL44x37HEehoWVUqMnOnVoiYy+UgAAEABJREFUJ1WqPCPFihUTnDfYx3lf7cXqgnPQMg0PkUaNHK56sC3zrOkn57MbptNlEiABEshUAgyqMxU/KycBEiAB1yAQXq+ehIfXk5kzZsqGDRtkyZIlMuDrAZInTx6XcBABwcBBgwWBLBzC/vARo1RPX+8+/VTvNYIdvJOMfKzRy/vYY48L8tHrC0E68iGw1ap1G2wqQfCD3mbYhh70YeObQUNM9aIO6KgC2kLXgy7yIEjTssR8G2mwhTqxDX3sw5a/v7967xv1ohzWlm1DujWx9s6vNT2mpY9A3JUrVgvqxxDHEecXzh0c2zov1zXpm+/jmOI80mf/xj6OvXl5PHBBLzhsmdvHeQSjehrODZS3loY6P+3WXf092KIPG5kpyX2yLDN9cnzdrIEESMATCTCo9sSjyjaRAAmQQBoJZM2aVVq+844sjYiQHTt3yZQpv0mx4tYn1RL+5zIEMIGayzjjgY7kzZfPbq1CsPzmW81VwGvNKALiJ8qWtZblsWnWPlnmsY11x4bRZxIgAZsJMKi2GRUVScA6gUMHD6rP9ljPZSoJuAeByMhIWbp0aRLZvn273L592z0aQS9JgARIgAS8kgAbTQKZTYBBdWYfAdaf6QT099rwbhwEMwXDqSm/Tk4ULON9N7yrhnfWkA+B7nfDhsrAr/sL7CANgnTYgpi/Z4ltpEGgA11LQbq5LdQ7eNBA9U4oymEbaSiXmj3oQR/lun/2qZpVFuWSS0cexTsJHD58WAZo5/HSJYtl48YNMm3qb/J/kybKwAEDpNunn9g8KZN30mOrSYAESIAESMAmAlTyUAIMqj30wLJZqRPQA0tM5oL32nTBe2iplxZB8BsVFSWf9+gpmKkX78ehHALd/fv3yYRJP6r3PfX34RCMz583V/SZhi3rMRqNgsD32LGjapIZ2NIFk9bo9vT396C/ffs2VQ9sbtu6NdFDAJRdvixCwsPrKz/wmR98miWldORRvJNAXNwVee+9VjJ6zFgZOPAbGT5ipOTNm09bj5Br167Jv//+651gXLzVKX1KzMVddwv3Ll++5BZ+uquTly5ddFfX6TcJeAEBNjEtBBhUp4UWdT2KwMEDByQwMEgsg1tbGomAFgF16zbvJ1JHoL5u3Rpp3uLtJO/NLYuIkCZNm6kZWxMVerCDiWeGjxgljZs0fZCS8gqfVcGssHhPD2WfqVpV0Ca9FHzBTMb6rLSYLRafBjp//rxYS0eb9LJceyeB4/8eF5wfuNHFQyAE095Jwn1a7esis7O7D7G0eZo/f3DaClA7TQSCg0PSpE9lEiABErBKwAUSGVS7wEGgC5lDAL28CEqTqx2BJ4Z1Y+g0pFOHdnL0yFGlbjTGqN5kX19fta8vUAbbk3/+WQ3XRs+zUeuBRoCLdHw6BbY6d+yQpFcZ+dYENrdt26o+r4Ky6AmHHmaKxVoXfIZF38Ya5WJiYrCpBJ8OwkME+GItXSlx4bUEGjZ8RQwGg9SvFy7VX3xRvvryS/noo48kV65c8tzzz0upUqW8lg0bTgIkQAIkQAIkQAIpEciSUqZZHjdJwKMJIPBFAIygVX+fGUEohnXrw8Ix/LpU6dQDC/Rgo0ca5Vq0aCn6kGv0EpcvX0ENxe7eo4csmD/PpvdU0QuNHmzYwzBvDCFHL6JHHxA2zukE8Omsb78dJrv37JW//zksy1eslOo1aghej2jXrr1gdnCnO8UKSYAESIAESIAESMANCHhgUO0G1OmiSxBAsKD39uqBa9cPP7bJt4CAQDWEGr2+lgUCAwOlRMmSKhnroKBAtY0gXR+KjV7l0NAiKj0tC/gZ9qDHEDbMy+pt0dNQH3zR9+/3XEerYenW0nU9rr2TwJ07d2TNmtXydf+vpF+/vkpGDB8ucXFx3gnETVqNv+sGL9cQin0Z+ObIoc6AixfOqzUXjiFw4fw5xximVRIgARJwMgEG1U4Gnqg67mQqAbxjvHbtGtGHU6fFGQS30MdEYFjrgvTAwCDB+85Iw9rX108FsphsTH/nGQEwboZ9LYaPo0xKgh7qY0ePCoL6gMAAwfvbCOzR046JyhC0oz3obYdtDPPW69ywfp16h7xgwYJiLR2+p1Q38zybwMaNG+WbgQPFxyerxF25Iv7+/hIZeUyyZcvm2Q1389Z9/mFb6frB2xQHMMCpEVKgIFYUBxEoULCQgyzTLAmQAAk4lwCDaufydtvaPNFxBJF9+n4pM2ZMV+8/Y+g3tt9q3sKm5mKSMszybflJLZSHHdjDO9Qv1w1X9rCGPtLH//C9NGrcRA3/RgCMoFgpWVkgkMY72Cg3fNgwadO2rRZUB0iJEiUFgTre9e72yUeCIedIE7P/zH1B3fAZ2cmlI4/inQQOH/5H3mreXDuPmkr+4GDp2LGT5MmbV/777z/vBMJWkwAJkAAJkAAJkICNBBhU2wiKam5DIE2OIrDW31fGO8vYRhqMtGrdRgWu2Iag5/fTbt1NadjH560sP6mF8rADe8iHnl4e+0hHPvTQW408DNXGGoLAGHVjG4L98RMnqXexscY+0iGYuRz2IPqnu7DWP++FOlAX8lG37kty6bBJ8U4CeKf6zOkzkjtXLsF69+7dEh0d7Z0w2GoSIAESIAESIAESSAMBBtVpgEVVErBG4ImyZU2BtrX85NNEjMYYrbc5TA0PT0mPeSTgaAKY/btDx47yaLFiUuOlGvLtt0OlWdNmEhQU5OiqaT8DBC5fvpSB0iyaGoHLly6mpsL8DBC4dPFCBkqzKAmQAAm4DgEG1a5zLOiJFxJAr3Odl+u6fsvpoccTuHfvnhQqVEh9Vuvtt1vKwoV/ScmSJdWEfB7feDduYP78wW7sveu7nj84xPWddGMPg0MKuLH3dJ0ESIAEHhLI8nCTWyRAAiTg/gTYgvQRmDdvrvw+fboguL527ZoM+Lq/mgH85s2b6TPIUiRAAiRAAiRAAiTgJQQYVHvJgWYzSYAEXI6ASznUoEFDiYhYKl26dJZGr74ioUWKyG9Tp6lZwF3KUTqTiMCWHXuEYhuDY8dPJmLHHRIgARIgARKwFwEG1fYiSTskQAIk4MYEgoOD5YfxEyR7tmyC96tbt25j9q6/GzfMw13ftG2PDPhuAsUGBuk5Fa5ciU1PMZaxkcCV2FgbNalGAiRAAq5NgEG1ax8fekcCJEACDiUwZMhgqV2rppImjRvJzp075eeff5KaL9WQd1q+7X4zgDuUlusZz549u+s55UEe5cvn70Gtcb2m5PP3dz2n6BEJkAAJpIMAg+p0QGMRzyewZcde8UTx/CPHFqaVQJcuXWXmH3+YZO68ebJ23TrBeszYcRz+nVagadCnKgmQAAmQAAmQgGcQYFDtGceRrbAzgbPnL8qA78Z7lGzduc/OlGjOEwjkzZtXgoND5M6du7Jh/QYJCAhU+zdv3pKtW7ZIliz8mXDl43z37l1nuOe1ddy8ccNr2+6MhpOvMyizDhIgAWcQ4N2SMyizDhIgARJwcQJr1qyWyMhI8fHxUZ4mJCTI779P5/BvRcOFF/fuubBzmeGafeu8J+RrX6KJrZFvYh7cIwEScF8CTguqz507Jz/88L3Mnj1brl+/LpcvX3ZfavScBEiABDyMQHx8QqIW5cqVS32z+t499oQmAuNiO1l87j8EcTG3PMadHDl8HdcWWpYc5MuzgARIwEMIOCWoPnTokLR8u4WsXrVaduzYLnv37JEen3eXq1eveghGNoMESIAE3JtA9erVZfHiRdK5U0fp07uXmqSsZMkwCQwMcu+G0XsSIIEME6ABEiABEiCBlAk4JajeuHGDvPnmW9K5SxflTVipMLl9544kJMSrfS5IgARIgAQyl0DJkiVl7rz5Uq9+AwnKn19GjBwl/b780jQcPHO9Y+3JEbh182ZyWUy3A4G4uCspWtm5Y4dAUlRiZrIE4q6kzDfZgslnMIcESIAEMoWAU4LqwoUKy6ZNG+XUqZNyIyFBVq5cqRrr6+un1lyQAAmQAAlkPgF/f39p3LixdOv2mVSsWNEuATXezZ71x0ztIWri4eXmrTUajTJxwvgUdcz1YXPwoIHSptW70rljBzl+PNI822W34Sf8taff2bJnd9n2uptjOAdxbCA4v3CeRSxdIjg/9bbMnjXTtI9g+vtxYwTy18IF6vxFOZSHLb0M1rDR/bNP1TmLNfZh31If6ciHDdhEWV2s5VlL0/XdYZ03Xz53cNNBPtIsCZCAJxFwSlAdXq+ehIfXk5kzZsqGDRtkyZIlMuDrAZInTx5PYsm2kAAJkIDbErh06aK899678vhjZaR0qTAldWrXEqS7YqPCwkrJhEk/SvcePWT9unUOdRGBC4KpjFQCGzNn/C6DhgyVyVOmyviJk6REiZIZMcmydiSAILhKlWfUscHx6d2nn/j6+iZbAx6QrFu3Rj5o1166fvixvNqosRw8cEDKl6+gbPj5+SV52FO1alWVN3zEKAkICEikj4oQpG9Yv05atGipzu1jx44msmEtz1oabFFIwK4EaIwESCBVAk4JqrNmzSot33lHlkZEyI6du2TKlN+kWPHiwv9IgARIgARcgwBGEBUsWFCm/DZV2rz/vrpeIwjIkyev3R1E8ICeOIhlbxyCG6RZ68VLzpHQ0FCVZW4XdpCop6H3D4EtBNuoG2vsQ2fUyOGq1xs9hxs3rFc9irABPyaM/14WL1okyJvx+zTVU4mgCmWQj/IQ2IJN2EYbUL8uCH7Cw+urYEpPwxp6qAe2YQtpFOcSwLFEEFypcmWbKz4eGSmNmzTVAu+HI+4CAgMEdmw1YjTGSNly5ZQ6AvqzZ6O03u54KVGypGbXV/DgyBhjVPlY4JU5yzxradClkIC3EmC7SSCzCDglqMZnWpYuXSrmsm7tWu3HI/nhgJkFhPWSAAmQgDcSwMSRpUqVkpw5cwq+HRsSUkDNfXH1apzdcSB4QW/gyNFjJSoqSm48+BbwwgXzBcGF3uuHIBR6YWFhiXrs4BB68Tp1aCfDhw1TQQgC0u3btwlsogyCGwRLx48fU2l67yCCW/QEQgdr7MNefHy8pjdGTcy2f/9+1VOop3fq3FUaNGwo6L3MnTuPIKBKiE9QuiiHOhDs7NyxXTp36ap6IxHsGI0PAyL4g6ALNq0JbKfUM2qtDNJQD9aUjBEIffBg5vjxSNPDFZxTZ8+elW6ffKQesuBhydatW1VFOG/VhtkCIw9wPkAvMDBQsK9nG7UAGpO1Ig8PUZBuaeP27dsSHR2DrCQCXyzzbt26lax+EgMumnD50kUX9YxukYDDCbACDyPglKA66swZwWRlukyb+puMnzBebnKCFQ87ndgcEiABdyXwxBNPaDfo0VKoUCE5fPiIdO3SRfApRF8HzH2hBy4IVmJiohUyBMkxMTGCgBsJ6LXDu6oIQqZPmypGsx475Ic9GP49cvQYWRYRIefPn5egoEBTT3C5cuVVmTovh8ugbwYIeoRRDkEoAmBsY419bGPYrmRcd5QAABAASURBVK+vryC4QmCPbQTCCIaQrwt6FpEG/8K0YP/QwQNy756oHspjx47JwK/7qwAMART09HIItizboOehPn07rWtfBxyftPrgCfp6gItAGOdUmHZ+oV2FCxfWHraMVQ9K8CAGozeQjvMEa3PRzzHoIR2jF7CGwC6G/CMPZZGHNfJ0wag+nMP6vvnaVzs3LfOyZcumznlzPXfbzh8c4m4u018S8EICbLItBJwSVFevUUMGDvzGJKNGjxY/7UaAQbUth4g6JEACJOB4As8//4J8/nkP7SY9SMaMHSPvv/++jB8/we5zX6DHDUEw3i0eqfVUBz74ZBeCmECtd08PTNBivKuKIASiB9tIT06OHj0qxge9wwcO7Bf0DOPdVfRSI0BGMI/ePvQ0wwbWvtpvEbZtlYCAQNm2bavqYX+ibDlBIA2/fbWgB3X0+6q/CsAQQCGQ0u0iGJ8/b67JPz2d68wnULhwqHY8z6RpFm+cB3hHXn8og1YgMIctbGONBy/YthQ8PLp/bgaq96qRj/MV54ivdj7ivMTfCezhwQ/yIdbyrKVBl0ICJEACXkkgExvtlKD6+vXrarIbTHgDwY3P1atXM7HZrJoESIAESAAEcC3+vPtn8sTjj0md2rVly+bNEqz1HuFhaO7cuaGSYUEvNIZqo9d5+bII1RuMXmpIzIOealTSqHETLbiJUjOBv1w3XCIilqheX7ynrAfL0IPoNmEXPb3FihUTDBeHTdSDQBdBLYbaYh+BMAKdt5q3kBkzpiu7sI96YC8lQbCM3y2894ztQO1BAHrCsQ3/9cAH/o//4XtlG7oIjHS78KVJ02amocSYBRxBvp6PNR4oQNCLCb+Rr7+3jXyKYwj4ag9EMMRfPy9wTpUsGabea06uRjzkweiGn378P9Ps39bOLRxLXXAeQjBqAecDguj9+/ep80VPq/ZidXV+wgf0ZOOhEM4F2LCWZy0tOZ+ZTgIkQAIk4DgCaQ2q0+XJggXzpflbb5lk0DffyEcffST58+dPlz0WIgESIAESsA+BhQsWSPYcOWT3nr0yfPhwrXf6B4mNjbWPcc0KAha8L4zeZgjel4ZgG4I8TJDWsVNnFcRgDTEvh55mBBeaOfXPPA82EOAgA2vsQ1AH0mAL+6gH5WAH9szTUE7Xxxr7KNuqdRtB8INyKA/BNmxCB9ufduuudKBvzTbSdUEZ1AvRe7LN68M2BHqoA3XDPurRbViuEYxZpnE/7QTMjx2OD44BrNSo8ZLplQLsv/Fmc9M+jhVGU0CwbW5DP1eMxvuTkcEe7EJwbGELxxV65mnmNmATetBHeWt51tJQxl3kwvlz7uIq/SQBEiCBFAk4Jahu0eJtWblqtUkWLV4i6AVJ0bMMZ9IACZAACZBAagT2aT1ltWvXUQHtI48+ImIwyK1bN4X/uQcB9Ja7h6fu6WVIgYIpOo5gF5KcUp2X66q/reTyvT29QMFC3o6A7ScBEvAQAk4JqsEKE96sWL7cNAM4Z/8GlQfCFQmQAAmQAAmQAAmQAAmQAAmQgFsScEpQvXHjBmnapLH8739/mWYB3759O2f/dsNThi6TAAl4HoG+fXpL7Vo15Y3XX5fdu3apNfbfafm2mhHc81rMFpEACZAACZAACZCA/Qg4Jag+dOiQtG7dRkaPGWuaAfyz7t0lb9689msJLZFAYgLcIwESsIHA22+3lC+/6i+f9/hCevbqLd8NH6HW2G/fvoPkypXLBitUySwC5rNPZ5YPnlwvJlf15PZldtvIN7OPAOsnARKwFwGnBNWVK1eRi5cuyu3bt+3lN+2QgAcRYFNIIPMIVKxYUerVq2dVMPcFJlPKPO9Yc2oEfH39UlNhfgYIYCb8DBRn0VQIkG8qgJhNAiTgNgScElTv2LFdpk2dqj7ZUrpUmEDq1K6lPrPlNqToKAmQgAgZkAAJkAAJkAAJkAAJkAAJJCLglKC6Xbv2cuTosUSyYuUq9S3URN5whwRIgATsRIBmSIAESIAESIAESIAESMAZBJwSVKMhmP37hx++l9mzZ8v169fl8uXLSKaQAAmQgLcTcIn2b9myRWbOnCH37t1zCX/ohG0Ebt68KWXCilFsYGAb0cRacVeuJE7gnl0JXLkSa1d7NEYCJEACmUXAKUE1Jipr+XYLWb1qtWAo+N49e6TH593l6tWrmdVu1ksCJEACJGBGYP/+feqabDAYzFItN7nvagS6dW4towb1otjAIKzEo2k+fHnz5UtzGRawnUC+fP62K1OTBEiABFyYgFOCanxS680335LOXbooFGGlwuT2nTvCWUsVDi5IgARIINMJPPXUU7J79245deqUmu8Cs/JGR0fLHe1anenOpccBliEBEiABEiABEiABJxFwSlBduFBh2bRpo3azdlJuJCTIypUrVfM4a6nCwAUJkAAJZDqBo0ePyuF//pE2rVtJ87feUvLxRx9KbGxspvvm6Q5kpH03b97ISHGWTYUA+aYCKIPZN27w/M0gQhYnARJwEQJOCarD69WT8PB6MnPGTNmwYYMsWbJEBnw9QPLkyeMiGOgGCZAACXg3gRYt3paVq1YnkmnTf5egoCDvBuPirXfyK/AuTsP+7pGv/ZkmskjAiXBwhwRIwH0JOCWovnXrljRv0UKWRkTIjp27ZMqU36RY8eLuS42ekwAJkICHEYiMjJSlS5cmknVr10pCQoKHtdSzmpMjRw7PapDdWmMfQ+RrH47JWcnh65tcFtNJgARIwK0IOCWo/nP2bKn5Ug356acfOeu3W50edJYESMBbCESdOSOY/0KXaVN/k/ETxgtml/YWBmwnCWQKAVZKAiRAAiTg9gScElS/+957MnfefPHJ4iPvvfuOvPnG67JmzWpOgOP2pw8bQAIk4CkEqteoIQMHfmOSUaNHi5+vH4NqFz/AJ06eksvRRooFA3sdNn5SKzFJe+/FxV2xt0naIwESIIFMIeCUoBoty58/v7z+xhvSoWMniYu7Kj//9JP6fAvyKCRAAiRAAplL4Pr166ZZvzHzNyYu42cPM/eY2FL7/5ZvkPc696SYMVi5bost6GzS4Se1bMKUbqW8efOlu2wqBZlNAiRAAk4l4JSgeu/evdK8+VtSv164/P33IZn8668yddp08ff3d2pjWRkJkAAJkIB1AgsWzFczfuszfw/65hv56KOPBA9ErZdgKgmQAAmQQMYJ0AIJkIAnEHBKUB2v9YD0+LyHrF23Xnr27CWFChXyBHZsAwmQAAl4DIEWFrN/L1q8RDAk3GMayIaQAAmQAAlkjABLkwAJJEvAKUH1s889J09XqiT//fefxMXFJesMM0iABEiABDKPwMmTJ2XsmDHydf+v1CzgnPk7846FrTUnJMTbqkq9dBC4fOliOkqxiK0EyNdWUtRLKwHqk4CzCTglqMZ7eZ06dpCqz1SRQYO+kXXr1smQIYMzZaKy48cj5dDBg87mzPpIgARIwKUJHDp0SDp2aC9Zs2WVp55+WmbP+kO6dfuUn9Ry6aMm4uvr5+Ieurd7+YND3LsBLu49+br4AaJ7ziDAOjyEgFOC6kWL/if58vnLiBEjFbbSpUurwDYmJlrtp3Wxc8cOadPqXZP8tXCBMrFi+TJB0Kx2tAW2p/w6Wdu6/w/lBn7dX74bNlQmThivElFWtzV40EB1A4neGWwjvftnn4rRaFS6+gJ2O2sPCZCv20EetpGGPOggDWvsIx35SKOQAAmQgKsRwKe0GjduIp07d5FGjRrL0G+/lWvXrsnVqxxd5GrHiv6QAAmQAAmQgPMJsMaUCDglqI6PT1CT3eTw9VW+IGi9d++eGAxprx5BcETEEpkw6UeZPGWqkle1G0BlOIUFgtt169bI5z16KunYqbPS9vPzk35f9Vd2evfppz3195WDBw5I+fIVVFqNGi/JhvXrlK6+WK/1tHfv0UP5EB9/XQXysA9b8KntB+1kWUSEUremqzK4IAESIAEXIlC4UGHZtGmjREZGqlnAN23aLDcSEiRbtuwu5CVdIQESIAESIAESIIFUCGRCdtqj2nQ4WbduXUEvyBc9PlfB5uuvNZPatetIUFBQmqyhx3j//n3SqXNXFfympTCC28ZNmoqv3/3AXi8bFRWlb5rWBw7sl7Llyqn9ai9WF+jgQQAS4EN8fLwULhwqvtpDgurVX1JBOALxcuXKQ8VU9sSJE2JNVylxQQIkQAIuRCC8Xj2pWbOWtGndSmrXqiWz/pgpAwYMFH6lwYUOkhVX8BtjJZlJdiJw8cJ5ZQn3APibwFolcGEXAhfOn7OLHRohARIggcwmkN6gOk1+h4aGyp9z5spf/1skP/8yWVatXiNt3n9fDAZDmuxAuVSpUhIQEIBNNYTbfFg1bi4wvBtpEGwjDco5c/pp5QKxmUiQDz3ooxc8UWYm7BzYt8dU640bCRJ57Khp32iMkXNnHz4EiIo6I7GxD4emHzt6WG7evGnS37d3t2kbIwP+PnTAtP/ff9fk5Il/TfuetHH37l1Tc/bu3mXavqelJ2JwLTGDSxcvyqWLF0z6nrgBNv8cOmhq2n9JGFxIxODEv8cFOnqBvw8eEJxL+v6+PQ/53tLOvaNHDutZciU2VqLOnDbtnzt7Voxmr3wc185t8xvUA/v2mnSxcfDAPqyUxMdfl3+PR6ptLKKjL4v5zdiZ06ckLu4KspQcOfy33L59W21jsWf3TqyUKAZ/P2SA4c2nT51QeVjgJvry5UvYVAIG1//7T21jcejgftEgYFPJvj0P/87w93csRQZRGoMYVc5VFl980UNWrVolWbNmVdfldes3yL79B2T67zOkzGOP2cVNHGc9IMH2qJHD1Qgfuxi3MIJRQ7CPevQsvPoDSW5fT7dcW7NlqZOeffimv2KE3x5Ien9/MEIqPT54cxmwBnOI/ooXjjVeIdO56PshBQqq18JGjvhOlixeJH379JK9e/eI/loXbOBY4pjqZXX7um2k4/Uv6EL0c9GaHnRhCzahi3LJpSHd3aVAQX4Nxt2PIf0nARK4T8DhQTVubC9fvqxucPEpraefflry5Mkj586dUz9U992wfRkdHWMqhyHcGLqt31RgjX0MwYZg28/v/iQu16/HC4JSy5pgA7oTJv0oUVqvtdHi/WlLfUfvl6vwpKmKHDl8pWRYKdN+QECgFNJ6yPWE0NAiWi9SgL4rYaXKSPbsD4dqVqj4lCnPYDDI40/c731HYq5cueXRYsWx6XGSJcvD07riU0+b2mfQ0hMxyJ2YQXBIiASHFDDpe+IG2Dz2RFlT03IlYVAgEYNixUsIdPQCj5ctl+hhWIUnH/LNlj27lCpdRleVfP7+ElqkqGm/UOHCEhD4cHRKCe3cxmgPXaFchYr6plqXLVdBrbHw88spxUuUxKaSoKD8Yn4zVqToI5I3bz6Vh0XpMo+rIBHbkCefqoSVEsXg8bJqG4s8efJK0UeKif4fbqLz5w/WdwUMcubKZdp/omx50SCI/l+FJx/+neFYu0JDAAAQAElEQVTvLyxFBqEag0C9qFeu/5g5QzBqqITZ8bQnCNj9tFt3NZIoo3bNbSHgQqCVUZsoj/MerxuNHD1WGjRsqF41suU1JpSlZIwAAllYwO8+ZPiIUdoD94e/o8izlF8n/yI1arwk9Rs0lG8GDZGKFZ+U8RMnqePW9cOPJTy8vul8wz0E7iVwT9GiRUvT62NBQYGC4406K1WurN2PGNU9h66Hvwu9Xox8019BQxqCcGtpyKOQAAmQAAm4BoGH0YcD/MEPy5tvvC6vNWsq9euFy/59++TwP//IB23fF8wG/p9Z748t1aOHGr3e+IGzRd9cB0OzZ874XRLiE8yTTdvx8fGiT5wWGBiohnQj83hkpKBO3ARh38/PT+K1XrOzD3qM9aHiGA6+ffs2qAjyoFewYEGrukrJ2oJpJEACJJAJBPr26S21a9VMIu+0fFuio9M3oaS1ZixcMF9wLUawit44895rfRtBD3rn9F467GMba9jU89BTiCAXdgYPGii6DoIa6CAd+qkJ7KKs3quI8ujp7qcxWbt2rRoRtWXzZpk+bapgVBMCHAjKQFAedWCNfZRDediBwC7SkQ89SuYRwPHAfcnLdcNtdgJlEBBXqlwlSRmcY5GRx6Tsg9fFoIDfftxDYDslMRpjJCwsTAXjJUref2AIeyiDPN1mlSrPqHsKa2nQpZAACZAACbgGAYcG1X/8MVOaNG0qa9auk8FDhkqbNq3l008/kddee10NBw9K4zvVQKY/zcdNCmT4sGHyYvXqyEpRKmlPhvHkFzN/Q/SbLv1mrNsnH6mnzQjc8YOLd7dhH5OiYd9oNMrsWTPVDyB6WVAv8vHjiRtE2IcDSBv/w/fSqHGTZHWh5+5C/0mABDyHQI8eX8jMP/5IImPGjhN7vVN97NhR7cFljOjXytTooQdPf9CJHj4EQwg69NFFmBASvXd4iPnMM1VVr6H++2DN9vfjxqjAG9dobEMH1/WEhHhVtnOXrrJzx3YkS0x0jLRp21YqVKig9p986ilp+c67alJL+A9Bj6Pu1/nz5029jiiH8igIe7ALXdSD+pBuT0nQHgjb056n2wrSeozxkBzHAg88INhGu+fOmWM6R/AAJV5jiwc3GOmGfEvB+YcgGvb0PGxXrlJFun3ysej3Dzhvjx49qqV9JHp9xhij9tA9Xi+WaI1zPVGCtmMtTUt2+3947crtG8EGkAAJkIBGIIsmDvt34cIFKVKkqBgMBsmdO7dU0X5oZv85Rw13w/t76a1Yv6nCjQqGYCGoha06L9cVfRv72G7Vug02leCGC0PCMQM4bODHD0PwYAeCGyUomqcjH/vosS5RIgzZqg7UizKwqRK1BWwizXw4GXywpqup859zCLAWEiCBVAjkzZdPgoNDkkiQ9uDTx8cnldK2ZYeFlZLy5cuLLT22VbTeOVx38YoLeuwQuKAWBDkobx4Y4xqLdD1YgZ41wTBdXJ8h2IaOUestXL1qtQqkEEQdO3YMyRJapIiajFLtWFkg0EJPeTftYWxMTLTExhpNvY4YtYTyKAZ7sAt/UQ/qQ7o9xdfPz57mPN6W/goZHqDjt7pq1aqmNjd77TX1gAXnCO4VcN7h/MKcLCYls43jx48JJjM1S1JzBSyYP09Gjh4jzVu8LRjWjXMZ9xKwi4csGLEREBggsG9eVt8ODQ3VN01ra2mmTDfeCA4JcWPv6ToJkAAJPCTg0KD6YTX3t7L4+KgA+/5e5izxA/lE2YfvU9rqBQJuiK361COBtBNgCRJwPoG3324pZdNxTUyPp5UqV1E9uhg+jfIxMTGqtw5BMbaRlpKcOnVS9XYjONEDY+jj4Wafvl/KiuX3P2WINFul6rPPmgIpPBhNrRx6HfHJxEFDhmqB01gJfDBPAEY3Ie9+W+4PmUfQhOAM/uLhKn5/UrPPfMcRQCAN68uX2X6e4BiilxmjDlBWF6PRKAjQka+nYW3UeqD9/HKqkWqYBwXnA84L5EGQHxgYKMjDQxfk4aE9gmYE39BBHnrBsa2/YmYtDfkUEiABEiAB1yDg8KC6Y4f2UrpUmDRr2kSWL1smT1asoPbr1K4lly5ddA0K9IIESCBtBKjtMQQqVqwoBQoUcFp7Wrd5Xw2LRWCDQAK9vX169bSp/gIFCmpB+RnVs6wP4T5+PFLNxAw7+mgim4xpSghyEeCgJxmiB/taVpJ/CGrQ64xgR/cbdcZoPdXFihXXeh1zSqcO7cS8LXgNCK8DwTZeNUIAlcSwWQJ64SHwA68ooW14Pzu1cmYmuJkKAZx/eACCYwLx9cWXQQKSLeXr66s+4zlv3lzRZ/9GQG00PnwnGoWNWpCNV8QqVa6MXXWO4lyoGx6uHhxhJAXqmzFjuurdRoCP86iTds7oaTj2EIzO0H1EUI7z1FqaqogLEiABEiABlyDg0KC6T5++snHTJqvyx6zZpif8LkGCTpAACXgkATYq8wkgMHnzreaq9w7bGAqL3mWI3ouLXmLkIU0PTPD6DgIKpCMfkz+iLMpAoIt89AJjH+UQrEAXZfSWIx1ibR82UBYCHfPy5tvI03XMy8Af1IU6kd+9Rw8twPZTgvIYYox0XU/3AWvkv/Fmc2wqgV0I6oI9tC21mczxGTdVmAubCOBY4VjgmEDAGwXBus7LdbGpRN+/ciVW61UOULN+67N/47jp+UpZW5w7e1YqVb4/mRmOHWzjvIQe9PXzAGvsa0UEdUNPT8M+xNxH2IKutTSku7vg04vu3gb6TwIkQAIg4NCgOm/evEne0dPf2wuy47t6aAiFBEiABNycAN13UwLopdR7IjGJJSazRBDkjObgM27OqMdb68iXz181HcdTfzCkEiwWeK0MAbRFMndTIZDP3z8VDWaTAAmQgHsQcGhQ7R4I6CUJkAAJkEDaCFDbnAB6HtHbiF5HvXfSPJ/bJEACJEACJEACnk2AQbVnH1+2jgRIgAS8m4CHt/7u3bse3sLMbd6NGzcy1wEPr518PfwAs3kk4EUEMiWojouLk59++lGw9iLWbCoJkAAJkAAJJEsgfRn30leMpUiABEiABEiABOxGwKFB9ezZs6Vfv75JpW8fWbBggXCCFbsdRxoiARIgARLwQgJZsvhkRqu9ps4cOXJ4TVszo6HkmxnUWScJkIAjCDg0qC5durS88EK1JPLqq43k//7vR8mfP78j2kSbJEACJEACJEACJCAihEACJEACJEACjifg0KAa3z+tV6+eWEqdl1+WQoUKOb51rIEESIAESIAEPJgAR3w59uDGXbni2ArMrXvhNj5Z5oXNZpNJgAQ8kIBDg2qd16VLF+W9996Vxx8rI6VLhSmpU7uWIF3X4ZoESIAESIAESCBtBPBJrSxZsgjlIYO0EUxZO2++fCkreGmuvZqtf7LMXvZohwRIgAQyi4BTguqVK1dKwYIFZcpvU6XN++/L0ogIqVq1quTJkzez2s16SYAESIAESMDtCXT94G3534wJFDMGbzWtL/yPBB4Q4IoESIAEnELAKUH11atXpVSpUpIzZ065eeOGhIQUkNt37sjVq3FOaSQrIQESIAESIAESIAESIAHXJUDPSIAE3JmAU4LqJ554QqKjo9V71IcPH5GuXbrIuXPnxNfXz53Z0XcSIAESIAESyFQCly9dytT6Pb1y8nXsEb508aJjK6B1xxCgVRIggSQEnBJUP//8C/L55z0kKChIxowdI++//76MHz9B8uTJk8QhJpAACZAACZAACdhGIH9wsG2K1EoXAfJNFzabCwWHhNisS0USSA8BliEBZxFwSlB9/PhxOXHihGpTcHCIPFO1qhw8eFASEhJUGhckQAIkQAIkQAIkQAIkQAIk4KUE2Gw3J+DQoDouLk5GDB8uX/TooaRfv76ipG8fGTpksFy7ds3N8dF9EiABEiABEiABEiABEiABEvAWAmynNQIODaqtVYg0fEKh/9cD1HBw7FNIgARIgARIgATSTuDixQtpL8QSNhO4eOG8zbpUTDuBC+fPpb0QS5AACZCArQScqOfQoDpv3rzyWffu8uecOUoGDvxGIH379ZOKFSuKwWBwYlNZFQmQAAmQAAl4FoFZC1fK2+0/92r57Y8FDjuoIQUKOsw2DYsUKFiIGEiABEjAIwhkNKi2GcLJkydl7Jgx8nX/r2Tp0qV8n9pmclQkARIgARIggeQJxF6JE2+W5MkwhwRIgARIgAScQ8ApQfWhQ4ekY4f2kjVbVnnq6adl9qw/pFu3T50cWDsHKGshARIgARIgARIgARIgARIgARLwHgJOCao3btwgjRs3kc6du0ijRo1l6LffqknKrl6N8x7SaWkpdUmABEiABEjABgIJ8fE2aFElvQQuX7qY3qIsZwOBS5wTwAZKVCEBEnAHAk4JqgsXKiybNm2UyMhIuaT9QG3atFluJCRItmzZ3YERfUyBALNIgARIgAQyj4Cvn1/mVe4FNecPDvGCVmZeE4NDCmRe5ayZBEiABOxIwClBdXi9elKzZi1p07qV1K5VS2b9MVMGDBgo/v7+dmwKTZFAigSYSQIkQAIkQAIkQAIkQAIkQAJ2J+DQoPqLL3rIqlWrJGvWrNLm/fdl3foNsm//AZn++wwp89hjdm8MDZKAZxBgK0iABEiABEiABEiABEiABNyFgEODaneBQD9JgATSSYDFSIAEMpXAzZs3M7V+T608ISFBjaq7yHd+HXqI465ccah9GicBEiABZxFweFDdt09vqV2rZhJ5p+XbEh0d7ax2sh4SIAEvJ8Dmk4AnEsienXOTpHZcjx+PlM4dO0ibVu8q2bljhyBtxfJlpqLm+wioR474TpYsXiTDvh0qe/fuSVR+8KCBSb5egjKjRg5XdmH0r4ULVF3dP/tUjEYjksRaGjJQFjbh38QJ45Gk7FumqQwPW+TNl8/DWsTmkAAJeCsBhwfVPXp8ITP/+COJjBk7ju9Ue+tZx3aTAAmkRMDj8hBUILhA0IBAITY2VhA8ID2lxiLQQaCCoEPXQ5q1YAi2YBtrBC8InCDY1ssmt4bNftoDYJS1pjPl18mmYMlaPtNclwCO7YL582Tk6DEyecpUJZUqV07R4V8n/yI1arwk9Rs0lG8GDZGKFZ+U8RMnqbJdP/xYwsPri6+vbyIbBw8ckKNHjqo0nEdRUVEyYdKP0qJFS/lj5gwVWFumKWVtgbLly1dQ9rVdwXlrLQ15FBIgARIgAdck4PCgGk8hg4NDxFKCgoLEx8fHNanQKxIgARIgARsI2Kayc8d26dylqwoaevfplyQgSc5KiRIl5dNu3W3SDwgIENjGOjl7yaUjgLkn9+R4ZGRyKhlOnz1rpgqsMmzIwsCdO3csUrhrTmD9unXSuElTm84hlENAHBQUKJUqV8Gu3LxxQ62xwMOdyMhjUrZcOeyaBGW2b98mFSpWVGlGY4yEhYWpOkuULKnSLlw4nyQN9pAJfd1mlSrPyNmzUdq5EmOqR0+DrqcJvgTjaW1ie0iABLyTESthIwAAEABJREFUgEOD6rffbilly5b1TrJsNQmQAAmQgCIQHx8vCFzVjtli4YL5aogseq2RjB469GZD0MNsNBpVj7YefEAnOYEO7KCMpQ7yBg8aqOqCXfN85KEHsWnT1+TAgf2mLN0X9LDHxEQL3l02t6/3XsMe/IUe6kY55GEfgjToLF60SPr06in//PO3elcX9ULwNYzY2Ps994M1H6GLMigLu9g3OWVlw2AljUkPCeTM6ScBAYEqAccPTHGMkDB3zhx1TiBt4Nf9BeepUQuIr1+PR3YSwTns5+engmXzTDw0qhseLshDujHGqGxhW5dYY2ySND0P55++ra+tpel5HrU2eFRr2BgSIAEvJuDQoLqi9tS2QIECXoyXTScBEiABEni1UWMFAe+1YjgudmK0QDUwMFBGjh4r2DZqAXSlypVVbzbSEFTcMOslRBldrAVDep61NXr+nnmmqrKt+6LrIQ/BEHoK7wdVRvU+K3oe4Uefvl9KTHSM4N3l0NBQ1ZsNX/VgLSEhXtlFTzyCK9jdv3+foByGEG9Yv05QZ4OGDWXQkKFSrFhxqCQRMMCwYujCDuxhuDLso74kBR4kZPHhiK8HKKyuECAbtUAZmR07dRYM38Y2pNlrr6ljB879vuqvgmIE4Di2yIdkz5EDKyXHjx+Tai9WV9v64vjxSLWJURVqQ1sEBAYoW9qm6Z9/gH+SND0T55W+ra+tpel5nrTOkSPxMHpPahvbQgIk4F0EHBpUexdKtpYESIAESCA5AggW8V7rsogIQc9sYGCQClAQ0GIb5RCgIPDu9slHKtBGmjWxFgxZ09PTEPAgYEbvr1EL3vV0rNH7uGb1KunUoZ1s3bJZBc3QDQoK1Ho4A5SElSoFVUHgjd5sDBMvUSJMDdFdvWq16u1ET+exY8eUHoJpDEMvXDhU7duyAAN9qDDswB56UGHf+CAotMWOk3Vcvrpy5crLzBm/qwcltjiL8/Ho0aOCBxvm+kbtvInWHq4g3zwd5/P0aVPVOYDzaPwP30uWLD6CY4iRCDhXQrWHMQUKFEySpr+XHaD1pOM8hF2cXzjPrKUhn0ICJEACJOCaBBhUu+ZxoVckQAIk4HEEEEQgKImNNSZpG3qlEaCgNxc9xAgykyhlIAFBPXqPVyyPMFlB0IMecdSn91YiqIECAisEUtBBLzLSEJyjFxO92HoAXPXZZ029negJhV5qEhMTo4YCI3jHtqU+GKHnFD5hgizUa6mj79/iJ7V0FFbXGP2AScA6dWinAt+IiCWCoNWqspaIc7RT564yb95cwezfvXt9oT08MWry8D1p0f7DuYH35HHMcZwgL9WspeYOKFasmIRqgXQn7UHNjBnT1cMjPGSxTMPQfgj8wegGPETBOYHjbS1Nq9bj/vGTWh53SNkgEvBaAgyqvfbQs+EkQAIk4BwC+rusetBQzMoQ6Bw5cqhABL3UED2QtYeH5j3g6GHWbepDvxHwIA09ywhqsI1ADH50++TjRJ9/1MujDIKfwMBAFayhbfq7uihvKb6+fuqdatSJ4Kqb1huPd6wt9bDfqHETQY8nbOI9awT2SLcm2bJnt5bMNDMCeKCCoBeCyex8fX0Fx67Oy3VNWub7OLbfDBqiZv8ePORbNVrBPB+Fzp09K5UeTGaGfUir1m2UXWzrdQ4fMUqVt5YGHQj8gV/wD0G6aMrW0rRkj/uHyWw9rlFsEAmQgFcSYFDtlYedjSYBEiAB5xFAoICAAYJtBAxYI3gx30aAAR0IgoyCBQsK9KCje2sZ3Oj70IEubMJOpcqVtaCnsnqfGTro8YVdpJvbQiCk71vagD7KIcCCDeihPOrBNgR1QQ+CPAjSkGe+jTTYgh1sQx/7sOXv76/aCd9RDmsEY9ABB/iFdIrzCID5m281TzIpme7BE2XLmgJoPc0b12wzCZAACZDAfQIMqu9z4JIESIAESIAESIAESMAzCbBVJEACJOBQAgyqHYqXxkmABEiABEjAcQQwO7jjrNPy5cuXCMGBBC5duuhA6+5qmn6TAAm4IwEG1e541OgzCZAACZAACWgEfH39tCX/OYpA/vzBjjJNuxqB4OAQbcl/bkuAjpMACZgIMKg2oeAGCZAACZAACZAACZAACZCApxFge0jA0QQYVDuaMO2TAAmQAAmQAAmQAAmQAAmQQOoEqOGmBBhUu+mBo9skQAIkQAIkoH8CjCQcQ+DihfOOMUyrisCF8+fUmgsSIAF3JECfzQkwqDanwW0SIAESIAEScCMCfn58p9qRhyukQEFHmvd62wUKFvJ6BgRAAiTgBAJOqIJBtRMgswoSIAESIAEScASBBnVelO+/7evVUq3q045AS5skQAIkQAIkYDMBewXVNldIRRIgARIgARIgAfsQKFGsqFCK2gcmrZAACZAACZBAOgl4YVCdTlIsRgIkQAIkQAIuRiD68iUX88iz3Ll86aJnNcjFWnPp4gUX84jukAAJkED6CDCoTh8355RiLSRAAiRAAiSQAoGg/MEp5DIrowTyB4dk1ATLp0AgOKRACrnMIgESIAH3IcCg2n2OlUt7SudIgARIgARIgARIgARIgARIwBsJMKj2xqPu3W1m60mABEiABEiABEiABEiABEjAbgQYVNsNJQ2RgL0J0B4JkAAJpEwgLu5KygrMzRCBuCvkmyGAqRS+ciU2FQ1mkwAJkIB7EGBQ7R7HiV6SgGsToHckQAKZQiBv3nyZUq+3VJo3H/k68ljny+fvSPO0TQIkQAJOI8Cg2mmoWREJkIArEKAPJEACJEACJEACJEACJGBPAgyq7UmTtkiABEjAfgRoiQRSJXDz5o1UdaiQfgI3bpBv+umlXpJ8U2dEDRIgAfcgwKDaPY4TvSQBEiABFyZA1zKLwL17mVUz6yUBEiABEiABEtAJMKjWSXBNAiRAAiTg+QQ8rIU5cuTwsBa5VnPI17HHg3wdy5fWSYAEnEeAQbXzWLMmEiABEiABErCZABVJgARIgARIgATcgwCDavc4TvSSBEiABEiABJIQcJFPaiXxy1MS+Ektxx5JflLLsXxpnQRIwHkEGFQ7jzVrIgESIAESIAG7EuAntdKKM236/KRW2nilVZuf1EorMeqTAAm4KgEG1a56ZOgXCZAACZAACZCA9xJgy0mABEiABNyGAINqtzlUdJQESIAESIAESIAEXI8APSIBEiABbyfAoNrbzwC2nwRIgARIwGMIGI1GmT1rpse0xxkNITPHUnYxvo5tLK2TAAl4LQEG1V576NlwEiABEiABVybw18IF0qbVu0q6f/apIDjZuWOHQHS/sQ3BPvIHfTNAFi9aJIMHDZSEhATRbejloefJorcX3PQ2gw9Ebze2Idi3xgzpyJ84YTw2leh2dZsq8cHCMg/cwR8+6DaspT0o7lYrva1om84CrCB6Q7ANwb41vmBiXh56ul3dJtJ0scyzxtJaml7efdf0nARIwJ0IMKh2p6NFX0mABEiABLyCAAIJNHTylKkCGT5ilAQEBCDJqiCo+HXyz9KiRUtp0LCh9O7TT+Lj4yUqKkomTPpRpf8xc4bVsp6SaA9mvr6+gqBvxu/TxM/PT6FBYJgcR2t5Bw8ckPLlK6jjBgMIMK2lIc+dxB58cU6WL19escG5umH9OvWwiHzd6Uyw4iuTSIAEhEE1TwISIAESIAEScCECeqD2ct1wm706ezZKBXIlSpY0lTEaYyQsLEwQKOrpCL5NCh60YTQa1QOEjDIDko6dOkvnrh9iU4kxBY7W8i5evCBly5VTZatUeUZwbKBnmaYU3GRhtBNfPBh6odqLiVptJN9EPLjjWAK0TgKOIsCg2lFkaZcESIAESIAE0kkgKChQBcNGLZjBkFgItmHu+3Fj1JBwDKHFNtKMMUbVM41tXayl6XmeuLYHM2tcUuJoLe/cuXNJzKAnNkmimyXYky/O5e3btwkeglhjqKOxluepfPU2c00CDwhw5WYEGFS72QGjuyRAAiRAAp5PIDo6Rr0TjZ49DP2uWrWqqdFdP/xYDZ/FsHBsIyMgMMA0XBn7EGtpSPdUsQcza2xS4mgtr1ChQknMhIaGJklztwR78T1+PFJGDv9O3mreQj04ssZQZ2Mtz1P56m3mmgTcjwA9BgEG1aBAIQESIAESIAEXIYBAGq4sXxaBlU0SEBAoa9eskeORkSZ9pB07dkwF50hHYIeh4CYFD9qwFzNrSFLiaC0vJKSA4B1q2DpwYL9g2Df0LNOQ7y5iL77ooV4WESF9+n1pmiMAbJI7T63leSJfdzkP6CcJuD0BBzaAQbUD4dI0CZAACZAACaSHQOs278v+/ftMw7x9ff1MQYg1ewh62rRtKz//9KNp9m9MtBWq9ZB26tBOZsyYLtVerG6tqMek2YOZtXfOwdaSI4JDfLrMWh6CaP3YYWKuEiVKirU0dwNvD74XLpyXfXv3Cs5JvL6AWdKtnafeyNfdzgf6SwIkkJiAvYPqxNa5RwIkQAIkQAIkkGYCvr6+agZvDPGGvNqosbJRqXJlgagdbYFtiLYpCN4GDRlqmv0bNlAO5TGEHAEg9DxV0F7Meo72QtB2tBV8INiGYBuCbWvM9PRWrdtgUwlswabO8dzZs9pxqGI1z9wPTHoGJWtpSHcnMW8DWIAJ/AdLCLYh2IZg25LvY489LuMnTjK9voDjBbuwBZvezBe8KCRAAu5LwIuDavc9aPScBEiABEiABKwRQOD8xpvNrWUxLRkC6WH2RNmy6iFGMiaZbEaAfM1gcJMESMBjCTCododDSx9JgARIgARIgARIgARIgARIgARckgCDapc8LO7rFD0nARIgARIgARIgARIgARIgAW8iwKDam44222pOgNskQAIkQAIkQAIkQAIkQAIkkGECDKozjJAGSMDRBGifBEiABEiABEiABEiABEjAVQkwqHbVI0O/SMAdCdBnEiABEiABEiABEiABEvAyAgyqveyAs7kkQAL3CXja0sfHR+7cueNpzWJ7SIAESIAErBDA9R7XfStZTCIBEsgEAgyqMwE6qyQBEiCBNBCwSTVXrlxy/fp1m3SpRALeSuDGjRvy808/Sb9+fRPJurVr040ENqdPmyZRUWeS2Jg9e7apnq/7fyVr1qzmw68klJiQHgLx8fHi6+ubnqIsQwIk4AACDKodAJUmSYAESMDZBPz9/SUmJsbZ1VrUx10ScG0CWbNmlXLly8sLL1STE//+K/ny5lPboUWKWHX80qWL0qxpEzlw4IDVfCSix3DT5k1iNMZiN5Hs2LFdErTgB/U99fTTMm7cOJk1649EOtwhgfQQuHfvXnqKsQwJkICDCDCodhBYmiUBEiABZxIICQmR8+fPO7NK966L3nslAQyXrVq1qtSrV08Kh4bK05Uqqe2SJUtqQbFR0LO8YMECuXbtmuJz+vQZiY2NlT27d0tCQoKS1atXyaSJE1WgjYBaKaawKF2mjKqjUaPG0qVLV9mzZ4/SRlCEYH3yL7/IyZMnVU8NhNEAABAASURBVNrVq1dl06aNqh4kREVFCQJz1AOf5s6dI0uXLjXlX7hwQXbu2CGrVq0S5EEH5ZC+detW1SsOvzdu3CBXrsQiS7UNuuZ2VAYXbkMA50nu3Lndxl86SgLeQCCLNzSSbSQBEiABTycQHBwsly9f9vRmemX72GjHE4iOjpb27T6QU6dOytYtW6RHj89Ngat57UeOHJa1a9ZK7jx55NNPPtYC2bnm2Va3/7v2n6DHGw+9Vq5YLkVC7/eKL1myRL7Q6rl566Z06thBEPhmy5ZNZvw+Qw5qPeMIun/55We5cP6CerWjS5fOsmvXLsFQ9W7dPlX+HTx4UDpqZffv2ycbN2w0+Y30H374XjA0/erVOBkxfLjgAcFVLWi3Zseq40x0WQInTpyQRx55xGX9o2Mk4I0EGFR741Fnm0mABDySQFBQkKCHyiMbx0a5AwG39fHw4X+kQIGC0rXrh/JFz55yQ+uV/vfff6Vo0SKCVyuefOop9f5qhQoVpVfv3lK37svSsOErqhc5tUb//vt0af7WW1K/Xrhkz55d2rVvr3qQI5YukdZt3pdmzZpJw1dekdWrVqs6Xqj2gqxdt1YuXrwoR48ckYpPPilHDh8WBNkftP1A3n3vPYnRHgKgFxt116pdWz7+5BPp2aun6oW+qgXRSLcmKdmxps801yRw9OhRKVWqlGs6R69IwEsJZPHSdrPZJEACJOBxBMqVKyf79+/3uHaxQSRgfwKJLSYk3JBcuXNJjhw5BL3Fvn5+KvBNrCUyZcqvEq4F1MO1nt8NGzZYZlvdRxC9UguYv/lmkMReuSJ4rxs9yHFxV7VAeqWMHTtWvbpR5rHHVPlq1V6Uv//+W/VIlypdWkJDQ+VKXJxEnTkjP/38kyBIL1++ghaA51D6aVnYy05a6qSu/Qkc1h6yPPHEE/Y3TIskQALpJsCgOt3oWJAESIAEXIvAU1pv2s6dO13LKXpDAm5AAHMSnDxxQvUOnz9/TjAc3N/fXwyGLJIli49qwa1bt2Tbtm3y5Vf95dtvh0mdOnVUuq2L6jVqyJXYWNmzZ7fkzJlT8B43eqEHDBgoH3/8idbz3VCZQhBdsGBBGT16tNTWeqENBoM8+uijEhwSIp06dZKvtPrfb9tWC7bvDyNXhSwW+fLmlbt37ogevGMNlbTaQRmKaxGIjIyUwoULi8FgcC3H6A0JeDkBBtVefgKw+SRAAp5DADfqBQoUkGPHjnlOo9gSEnACgccff1xq1qwlNaq/KK81ayavvtpIC1pDJSAgQEqULCGffPyRxMYapXHjxtKvb1+p+dJLMmPG74L//LRe7aJFi6p3rPHuNNKsSZ48eaRxk6Yyffp0uX37trR5/31ZtmyZlCldSpo2aSybNm1SxQwGg7z8cl0pUaK4oEcaiSVKlFCTndWvV0/Klysrw7/7TvMnFllWpeKTT0pYWCl5/rlnpU3rVnJF6yGHYlrtoExahLqOJ7Bx40Z59tlnHV8RayABEkgTAQbVacJFZRIgARJwbQI1atSQlStXuraT9I4EXIAAeptr1aqlPPHx8ZEOHTvK3/8clt179krLli1VTyDShw37TlasXCXBwSFSt264bNSC39Vr1sjadetVj7XBYJCePXvJ8hUrlY4y+GCBOtq1a/9gT1RQPmrUaDUEHD3Sc+bMlSNHj8n6DRsT9XxXr15dpk6bLgjEUdhgMEjr1m1k3/4DyscRI0cKetLhP+qADvz77bepygcMMe//9ddKd936DbJh4ybB6yEGg3U7KO9l4pbNxXv2ly5dkjJlyril/3SaBDyZAINqTz66bBsJkIDXEShevLi6Ycc7mV7XeDaYBEiABDyOwMMG4TNo4eHhDxO4RQIk4DIEGFS7zKGgIyRAAiRgHwKvvPKK4Fu79rFGKyRAAiRAAplNAJ9Ju3nzphpxkNm+JFs/M0jAiwkwqPbig8+mkwAJeCYBvFdduXJlBtaeeXjZKhIgAS8jgGB64cKF8tprr3lZyx3XXFomAXsTYFBtb6K0RwIkQAIuQAAzE1+4cEF27NjhAt7QBRIgARIggfQSmDp1qnrnHhPnpdcGy7ktATruJgQYVLvJgaKbJEACJJBWAm3atJEVK1YIvmma1rLUJwESIAESyHwCc+bMEXxirUqVKpnvDD0ggRQJeHcmg2rvPv5sPQmQgAcTyJYtm7Rr107mzp0rR44c8eCWsmkkQAIk4HkE5s2bJ/fu3ZOGDRt6XuPYIhLITAIOqJtBtQOg0iQJkEDKBI4fj5RDBw+mrMRcuxAICgqSDh06qMB6+/btdrFJIyRAAiRAAo4lMG3aNPVZt9dff92xFdE6CZCAXQg4Kqi2i3M0QgIk4JoE/lq4QNq0etckEyeMV44iWJ7y62S1rS927tghej7SsD/w6/7y3bChMnjQQElISECyIF23CftINBqN0v2zT5PUgzzo6PooizRzMS9rXk9y6eZlPW07MDBQPvvsM9m7d6+g58PT2sf2kAAJkICnEDhz5owMGzZMihYtKk2aNPGUZrEdJODxBBhUi8cfYzaQBOxKAAFyVFSUTJ4y1SQdO3W2qQ4EvxERS+TzHj2V9O7TT3x9fQXB+Px5c2Xk6LHK5quNGpvsVa1aVaWhPr0e6MfExKj0fl/1F5RFsGwqpG0sXDBfOnfpqnQCA4Nk+bIILVUkuXSV6cELDAX/4IMPJG/evDJkyBDB51k8uLlsGgmQAAm4HYFFixbJjBkz5K233pIaNWq4nf90mAS8mQCDanc6+vSVBDKZAILZ+Pjr0rrN+2n2BD3S27dvk06du4qvn2+i8ssiIqRJ02Zi68ymxyMj5cXq1ZWNEiVKSmiRIoI0laAtEGDnzOknyNN2pW54uBw7dlTOnz8v1tLhG/S8QWrXrq3es96+fbuMHz9e/v77b29oNttIAiRAAi5J4NatW7Jy5UoZPHiw+Pn5yeeffy6PPvqoS/pKp0iABJInwKA6eTbMyQABFvVMAgcPHJCwsFKC3uXkWrh1yxbTcG0Mz/5+3BilGh8fr9a4aVAbDxZ6QIsebOh37thB9Vwj22iMkdWrVit75unoKUe+LqGhofqmWqPc9ev360NCQECgdrOSU2JjjWItHTreJPnz55fWrVvLK6+8Ijt37lQ910uXLhUMO/QmDmwrCZAACWQGgdu3b8v+/fsF700PHz5cudCzZ0+pVauW2uaCBEjA/QgwqHa/Y0aP7UuA1tJJAMEw3lVGIIw19mGq6rPPqiHXGK4N6frhx0hOUWJioqV8+QqqXPcePWTB/HnqXWv0NI+fOMmUPvnnn8VoNKZoi5m2E3jkkUfknXfeke7du6tRAsuWLVO9JePGjZPZs2erz3Ft3rxZtm7dSiEDngM8B3gOpPMcWL9+vSxevFh+++03GTp0qCCQPnbsmDz33HPSq1cvwQiiLFl4S277rxc1ScD1CPAv2PWOCT0igWQIZH5y4cKhovcSo7ca70TjnWbL3mdrnuo6eo+1uQ7yypYrp5JQR2hoEbVtvlDpRe6nW/ZM6z7p+uiZxjBvfd+o9XjHx18Xf/8ANfzbMl3f99Y13rfGu+vvv/++9O7dW1q1aiVPPvmk5MuXT27evCn//fcfhQx4DvAc4DmQjnPg+vXrahZv/G6hJxrDu3tqvdJNmzaVkiVLeuvPDttNAh5HgEG1xx1SNogEHEcAgS96lTHzdoq1WMlEEI6bij9mzkiUi3QMKcfQcmScPRsl8fHxSYaYIx91IwBH0Iz3sKGP97yjzpyREtrNCfyCQAdDmZEHHeiiDn9/fzXE2TIdPkCPcp8AJjMrVaqUVKlSRTBZDm4EKbXU0ExyIAeeAzwH0nIO1KxZU6pVqyYVK1aUItqDYR8fn/sXWi5JgAQ8igCDao86nGwMCTiWAILPbp99Lvv371PvOWPo9/Bhw6Rxk6ZJgmBrnuizelt+UuvluuEmm+N/+F4aNW6iimO2cNQBmTFj+v1Jznx9pVLlyiof6ai/Tdu2aviyStQW8BM+qbxW72opIqjbWjrSlQIXJEACJEACJEACJEACJJAOAgyq0wGNRUjAmwkgMMWwb7wvDcE7z3j3GUywbtW6DTZNggBY/xQWErGNIeP4rBbswB4E27A3fMQoU4CMskiDmKfrdpBuXj8CZAjy4QvyoIM6kQZJLh15Li50jwRIgARIgARIgARIwAUJMKh2wYNCl0jA0wkgsH2ibFlPb6YXt49NJwESIAESIAESIAHvIcCg2nuONVtKAiRAAiRgSYD7JEACJEACJEACJJBBAgyqMwiQxUmABEiABEjAGQRYBwmQAAmQAAmQgGsSYFDtmseFXpEACZAACZCAuxKg3yRAAiRAAiTgVQQYVNv5cBuNRtm4Yb2drdIcCZAACZAACZCA/QnQIgmQAAmQAAlknACDaisMERh3/+xT0yeDBg8aKAkJCYJv265YvsxUAmkTJ4wX6CMR+X169ZSffvw/MS/TuWMHZQu60KOQAAmQAAmQAAmQQJoIUJkESIAESMBlCTCotjg0CIwHDfxaOnfpKvgUDwSf+sEnfyxUE+0isJ4543f5/Isv5IN27UUvs37dOuneo4dMmPSjxMdfV4F5ooLcIQE3IhAxf4CMGtLOo+T3nzq50RGgqyRAAiTg+gToIQmQAAl4GwEG1RZHfFlEhLR4+x3BJ38sslLc3bB+nYSH1xd//wCTHgLt+Ph4KVw4VBCUV6/+khw8cMCUb23j5s2biZJv376daN985969e+a7Yql769atRPm3biW2fffuXZXv41dQUpMsvgUS6Vjup1Y+pXxLW5b7KZVNkqf5qRr1YGHJ85YFE53BA/VEq6AAfzGXQP98Ke4HBSTONy+b2nbqthP7kpo983zdtt64tDCw5BMdkyBHjseZ5LDZtnl6erYtbVnup8emXiYlWxcuxotlO3VWWN+9cwcrk1jyu2Xxd2X5d2gqyA0SIAESIAFXI0B/SIAESMAuBBhUW2AMCgqUEiVLqtSdO3aoYdsYCo4AGYlz58xRaW1avSudOrSTY8eOIln8/PwkIDBAbWdkcerkCVPxW1qAfTbqjGn/ypVYuXjhgmn/wvlzcjUuzrQfdeZUosD65InjpjxsnD51EislCPZhO2+ZThL66m7xe365+D63XG1j3/D0XxJQe4Np/1bZP6XwK7tM+/GP/WHaLthgh9zU8lEOkq/mOvGpvMiUn73qUslVbZVp/27F+ZK/7hbT/o3HZ5m2Ud58Pzh8q9ypMM+Un/vF1QJ70IOgnrwvrTXl3yo/V/I+OUS1EYuTJ/7FyiSnTz3kGx9/Xc6djTLlRV++LDHRl9V+s1delqF9u8qkkV/J1InfKhnweTv5bcJQtY20rz5ra9r+9YfBMvCLjqb9Cd/1le+++ti0P2JANxk3tKdpf1CvTvLzmAGm/f7dPzBtw/bXnz/c/3nsAIE+0iGwM3LAZyb9YV9+JKgPeZCBX3QQ+INtiO7nxx3eVW1LxOC6JYN5V/e0AAAQAElEQVRLGoNopYfFOY1PvKaDbciz1dvIhB//MEn3HgNM299PmC5f9B5i2h828kfpP3C0af/rb8bI0OGTTPs9+wyVMT9MNe2b20Id3XsMNOWNHjdFevcbZtofMmyiDBw8zrT/5dcj5buRP5n2e/QaLN9P/N203/3zh36O/7+Z0qPXIFNe+49/kPPnzqJ5Si5fviQxMdFqG4uzYKA9HMM25PTJh+cQ9k/++/Acu6U9tIk6cxrJSvD3eUH7O1U72uLChfMSd+WKtuX6//BA6uLFi3LixAmJjIykkAHPAZ4DPAfScQ4cP35cTp8+bXpVMP1Xf5YkARJwZQIMqi2OzvXr8dqFL0alVqpcWQ3bDgsrpfaxaPbaa6Zh4RjSrefFazfdxhgjVDIkYaVKm8pny55dHnm0mGk/Xz5/CSlQwLRfsFBhyZM3r2n/0WIlJGvWrKb9sFJlTNvYKFHyYTvwEKBI0UeQrCQwKL8E5c+vtrEoHFpEcubMhU0lxUuGicFgUNtYlCr90LaPj48UL3H/QQTycufOI/AN25DgkALiH/DwgUPRRx6VHDlyIEtJSbM2I8F8P7slA39/gT3oQVBPnjx5samkWPHEDMz9hEJiBjkltEhRJCtB+8FB7WgL5OXMmVPbuv+vhHYeGAyG+zva0tw2GKBuLVn9y50nTyIGIWBgNooBxzW7GYMwSwZhD8+D7NlzJDoPMBoiOCRE1YNFocKhgvqwDYEf8AfbEHM/sZ+IgdY+tBPpkKD8wRIYFIRNJcjz03TUjrYAA21l+hdmdo75aOce6tYz82jHpUDBQvqudu4WlHzaOawnPFqsuGTXjq++b24LaWFmTHL4+grOG6RDcD7lD06eAc5HcwZhZuerwWCQ4iXCYEZJrly5BOe72tEW+cEg8CED/J3g70XLUv+SMDCznS1bNkG7lKK2wN+nOYMCBQpK3nz5tBzX+3fu3DlZsWKFTJw4UQYPHizjxo2Tv/76S7Zs2SK7du2ikAHPAZ4DPAfScQ7s0Dpo1q1bJzNnzpQhQ4YomT59uiD9xo0brvdjYA+PaIMEvJAAg2qLg/5i9eoy+eeftcA6bQFy2XLlZP68uRIb+7AcbsTjtd5Q9HShmgMH9gv0sE0hARIggcwmcPfuXVm7dq0MHTpUBdB4wPDGG29I79695bPPPpO2bdtK8+bNBWmUN8hBOzd4HvA84DmQtnPgzTfflJYtW0qnTp2kV69eSp5//nnBSKBRo0bJL7/8Iv/8809m/xx4bf1sOAnYiwCDaguSJbQe1yZNm0m3Tz5Sw7wxxDs0NFQCAgIsNBPv6uUG9P/KNPs3NBo3aSrDhw1TtgIDAwV6SKeQAAmQQGYSWL58uQqmMWT9o48+kvbt28tzzz0nQWYjFTLTP9ZNAiRAAp5KoHjx4tKgQQPp2bOn1KpVS7Zt2yZjxoxhcO2pB9w+7aIVFyfAoNrKAcKwb8z6rcurjRorLQTEdV6uq7ax8PX1lY6dOpsCbpQbOXpsotm/UWb8xElqyLhuB2UpJEACJJAZBP7++29Bz/S9e/dUj3SdOnXE/DWHzPCJdZIACZCAtxIoVqyYvPfee2okzPr162XatGnCYeHeejZ4Sru9sx0Mqu183NGj/UK1F+1sleZIgARIIOME/ve//8nq1aulXbt2Urdu3YwbpAUSIAESIAG7EChcuLC6NpcpU0ZGjhwpR44csYtdGiEBEkiBgB2zGFTbEaY3m8Ls6N0/+1QNc8fM6H8tXJAmHMePR8qUXyenqYwrKFu2e+KE8Yncwn7njh0E7QMTsMGs8omUtB3oIQ8yeNBASUhI0FJt+wfbrsAOPqMdYKJ7jjZba6+e7yq+6/548hrv7aF9nTt35hBvgKCQAAmQgAsSqFKligquFy5cKJs3b3ZBD+kSCZCANQKODqqt1ck0DyVQtWpVNcwds6JHRUWlebI3d8OC4HHk8O+kc5euqt14XQDv3//14IEC8tGmkaPHSOHCoQImI0ePFbwmgHRzCQoKFOTBRvnyFeTggQPm2dwmgQwRGD9+vJQuXVpeeeUV4X8kQAIkQAKuTSB//vzSvXt32bdvn5pM0rW9pXckQAIgwKAaFJRwYS8CeNccM58bjTGqhxY9teiBRS8m6kDvpJ5mrVcWehDourJsWL9OMKkd3pvX/Xy5brgKns+fPy8Txn8vW7dslr59esn/TZqotvv06qmY6PrW1gjAMWO8OSedh3maO7HTe7HRo45zISXf0Ua0FzrQ1R9SwIaepqcjDbpGo1E9xEG+vo302NhYwTqleq0dA09K+/HHH6VixYpSrVo1T2oW20ICJEACHk+gQ4cOcujQIdm6davHt5UNJAF3J8Cg2h2PoIv7jKAmKuqM5MyZS5ZFRMigIUNVT25YWJgKKBGE6pO3hYYWEQSQepMQAFWp8oyaAE5Pc9U1HhwEBFqfFT5HjhzSqXNXqfrsc/LNoCHSvkNHtQ0WaH9Kbdq+fZsEB4d4HLuYmGjBDPjojQ8MDErUG2953I8dPSLNW7yteu/379+nAublyyIEvfgoj9EQx44dVecOjoMRD3AiIzX7QXJcW2Mf5xse8KRUb0rHwRPy5syZI0WLFpUXXnhB+B8JkAAJkID7EUBgvWbNGu3+6bj7OU+PScCLCGTxorayqQ4mgCep6EFEbywCIgSWCHz0z5NNnzZVjDH3exT196/XrF6l0uDa1i1bBMOnrQ2PRr6rSXx8vMn3tPiGd4zBCYJtlI2OjjF9xg0Myjz2mHgaOwTS1V6sjuaq46w2tIW1416+QkX1+TkEzCinqUlMTIyULVcOm4JgOSyslOJfrlx5FaAfP35M8EDmwIH9KrAuUbKk0kV5a/WqTA9e7NixQ+Li4qRevXoe3Eo2jQRIgAQ8m0CWLFmkVatWMmvWLM9uKFtHAm5OgEG1mx9AV3Jff6cavdDojUVAhMBn5OixqqcaPYwImFcsj5A+fb9UaejJ1dtQ9dln1aY+3FftOG+R5poQqM2fN1d7ehxpKvvr5F9UwIhZ4E2JFhtgABYQbCPb/J1qfHrNHdkh0EVb0FOMNYZm48FAcr350IHYetwDAwNV8Iwy5rYRPKMeX18/U9AdFRWl3mOHrjcKPseybNkyad68uTc2P9k24zNiRqNRLl26aBLsIz3ZQi6egQcn5u3BNtKsuX39+nVTu6FnLsmVsWYnI2lgDebmdUdHR8udO3cyYlaV1W2jnSrBhRf4G7VXu8EOtsyZgjF4uDACupYGAgULFlSv8Pz5559pKEVVEiABZxJgUO1M2l5Wl6+vr9QNDxf0XKNXFr3T+KH31YIfvff6zJnTiaggoERANDiNM2AnMuKkHQTObdq2leHDhplmPQ8NDRW0IaMu+KbI7iNVnyuye6t5C5kxY7ryr1OHdoKHKnjAkhoPMNOP+82bN62q4311DAXHuQTb1au/pHqzcRz8/HKqMuCG4BujCLCtEr1w8ddff0mtWrUED2e8sPnJNhnnxccffyQvPP+8Sao+U0Xqa735eG8x2YIWGbdv3xYEMVjrWdi2TNPzHLkeNOgbU1v0diHNWp3Tp09LoptaGWt2MpJm7Rg892xVadiggXp31B620c6M2HFG2Y0bN8pbb74hMTHRGa4ONmBLP5ZY47xu2qSxREY+fOib4YpoIFMJYF6Ms2fPyqlTpzLVD1ZOAiRgnQCDautcmJpGAghs3ngzaa8YAir0XKNXdviIUQI9BFDYh3wzaIigtxZ6rVq3UbV27NRZevfpp4b4qgQXXsBvvX1oD9qmu4u2oi0I7iDYRpqeb74GO8s8c9vuwg5tgK9gAXm1UWPVTMv2g1Nyx/2xxx4X/VwwL4dtnBewC0F5ZVxbgC1sapvqoQb2sY0y2IZf2IeOeTmkeZpcvnxZTpw4Ic8+GPnhae2zR3saaAHcxk2bBLJkaYQEB+eXAV/3l6tXr9pk/p9//pE333hdsNYLYNsyTc9z9PrpSpVk+YqVqj1oU58+fa1W2bLlOyYdMDAvl1wZq4bskIj64Stk9Zq1Ur58Oen5xRfqYYUdzHulic6du5iOL87rPHnyyJAhg9P0iUavBOdGjW7YsKEsXbrUjTymqyTgPQQYVHvPsWZLSYAEUiDgKVmY0KZ27dqe0hyHtCOHr68WSIcoKVmypLz73nuChxEJCfGm+jCk9sCBA7Jq1SrBLPJ6BtLj4q7I3bv3BCNvMIzXWpq5vjU7yMcwZdjAesOGDXLi338FQ3ZhD2UwTwXsQzclyZ49u9aWYE3utylv3rxW1XPmzGnSAQPzcnoZ3Zft27cLet/lwX/wCT3x5v5AF/7DZwi2//vvP9UOtAf5D4onWaF+TMgIwQgfPPwC18OH/1EMoqLOyIrly+XA/v2J/NAN4QEI6kguH3q6Tzi2eluwjWOaHFv4DLvo4UWvOtqMtsMeBO1H2eTq1f2CDmyhTEpy69ZtAWscb70e+Ao/UZde1lqanqevc+XOZTq+OK87de4sx44eVV+k0HVQB9qGNsJXPR2+WrbVMi25srABXRx/rGEbdUAfeRCkIx/HBPvIQ33mbUQejvu6tWvV3yP0KIkJ4LjiXIiKikqcwT0SIIFMJ5Al0z2gAyRAAiRAAmkhkKLuUe0m+qmnnkpRh5kPCeDmfr8WuOXPn198ff1UBoKND9q2lWZNm0jHDu2l5ks1ZNmyCJWHobZf9uunBSpnpO37bQTDeK2lQTklO8jHMOW6L9eRF6u9IO+3aS3169eTDu3bS+NGr6q6332npWAIb2o30Ge1G+w2rVtJ3bovy+RffrEahKK+1GTfvr1Su1ZN5UvLt1toPjTV2nn/5h1txBBjtFe3A/8xnB7BJwTbL9eprdqB9mAf6bp+Smvo3b17V7JlzSYjR46QOtqDoc6dO0mzZk0lXGvXkcOHTcVxLKq/WE35iXwcH/N8XRF64Ltu3Vrx8fGR2bNnS43qL6pjCrbVXnhe1q9fr6vL33//LdB/H8eiXrg8W/WZREO0EUiDD8qi3mZNH/JBQDh92jR54fnnlF/QqfT0UzJ58mSTfcsNTL74dovmcp91E+nf/yt17HDetNF8+L9Jk0xFIrTeSfC/dOmSKS21jUuXLkv2HDkkd+7cShV2O3bsIPW1tqGNYAhGyNyzZ7c61xAMYx9/F/369pXBgwZhV43iSK4sFHAugJ1+Lr/SsIEMHDBAtUfPNz8fLM8nBIpf9++vjvsHH7RVfxM4l+/du4fiFDMCL774omzatMkshZskQAKuQIBBtSscBfpAAiRAAnYgsHPnTin3YIZ0O5izgwnXNIFP/SE4guB93vnz5knfvv0Ew2Xh8cIFCyTqbJQsW75CDv39j7z51lsydswY1XuGntXRY8aqT5XNnTdfvbtuLS01O8iH5MuXT6ZN/10OHzkqgwYPli1bNstrr78hf/9zWNV/+84dWbx4EVSTlYsXL0q58uWlXr168v3347TgMe2zBGPyv7Fjx0qNGi/Jvv0HZN366IRMIAAAEABJREFUDZI1q4/8/PNPquc42cotMqpXryG79+xVNkaPHpPse/03EhLk0oMJ4xDIjR//g2AyplKlS0uXLl1l46bNcuToMVm9Zo34ZM1qmvn4zJkzMnTIEGnQsKGqY9fuPRq3IVKiZMlEnuzatUu+1oK0Dh07StOmzcRgMGgBejPN3lrFeueu3fLYY4/JtKlTRe8tnfPnn1KoUCHZsnWbsl2/fgOTTeiMGzdOSpUqLSiLcyPhRoJMnfqb0kGv65TfpkiXrl2VfZw3U7Ug+/XXX5fk/oPNTp06q2M9ctQoWbliheA1AryuUvflutoDmw0qmEWAi971Z56pqibCTM5exNII6devr5JPPv5IvdLw6iuvSkhIiCqyaNH/VM//n3PmqPaFh9eTCePHq5EY5ctXkMKFC8vatWuU7rlz5wSBNjj7aA8kUiqrCmiLgMBAmTX7T9X+74YPlxUrlgse8mlZqf7btm2r/PXXQhmt/Z3h3P/wo4+0BxK/yIkT/6Za1tsUymt/67Zy9TY2bC8JZCaBLJlZOesmARIgARKwHwEMIa1QoYL9DHqopeDgYHn+hReU1KxVS27duiV/zPpD9aqhZwzBBHr7ixUrpgWWWeWVhq8Ihq+eP3/eZiK22ikcGiqPPvqoCvpKly4j8K1KlSqqZxXBUMGCBeXYsWPJ1ot3odeuW68eCnTr9pm0fOcdWRaxTNDzm2whKxmxsbGCmfsxuaSvr6+g3rp1w1XdabFVMqyk1uPvqyRXrlxWarqftHjxYq1X93kl6Dm9rPXADhv2nfj7+6uyvpoPCLp9fLJKmBYwX712VRWEjzdu3JRWrVorPfTCVq9eXR0npaAtdmkPl7povdzPPPOMtGnzvmKrJQuCQzzEuHz5kmCo/xNPPCHxCfFq5nEc3yNHj6jgHJMdon6wQDkIhqZHRh6TRx55RAt2N6rgt9ijxQQT3KFsVi3wz5Uzp2zbulU2b94kV65ckaeeetr0oAY2LAUBfK3atZRflStXUe3BAxLoVdN6IzFCAcceAe7+A/ulfoMGprZAx1JOnTopmzZulPXr1klERIR07txFOnfpYiqze/duKaQFzqdPnZY1a9aoAB3nNB5U4IFS7Tp1BD33aM/ePXskp3b8KlasqKpJqaxS0BY4Z9Amg8EgxYoVVw8r4LuWleq/gwcPSt68+eTatWuyfPly1bsOP/7990SqZb1RAdeMSE5C542Hnm12YQIMql344NA1EiABEkgLAdyE42YrLWW8Ufepp5+WgQO/UfLtt8O03rGxgvd3EUgggLyg9fyaczFkyWIKTMzTU9q2lx1rdZin5c2bV00AaTAYVDKCozt376SpdxkF8Q4vhgdjWxcfrada37b3ummzZqonGr3REPRwFiteXAW4GP6NodONGzVSQ6M3b95sqh49935+vlqb/SW5/xAwhoWFCUZu7N69y6Q2c+YMNaQbM403f+stmTdvntj63+XL0arXePnyZfLdsG+VRGpBdv6g/OrcwMOAAQMGilF7ONH2/fcFIyAwFHzjxg02VeHjk0WyaOeZrvz4449LGa0nfcP69bJr107JkSOHoIdSz7e2bte+vaxctVpWrFwl4fXqae3foR4YQRfn48ULF+Xf48fV8Hq0Yf78eVKgQAHJni0bVKRGjZcErxIcOnRQMCy8qtYzjtcibCmrDGRgceLECYmOviw/fP+9Yjvl118FD0B8fXNkwKrnFsUoiyNHjnhuA9kyEnBDAlls8RkXerzrZIsudUiABEiABOxPAD2fKVlFzxhuQlPSYZ51Atm0Xka803nj5g3BZF7obUuIv9+DiRIYqowhuD4+Pti1SexlJ6XK8Pk59CxGmvVY3bl9J6UiyeYVKBCigphrD3qEoYgg2yeLjwoasQ+5ffsWVkounL+g1iks0pyF4GrOn3MEQ+E3bd6igkTzHmMEWTjXT508laztJk2ayv/9+JPUrl1HxowerYJhTJI1ffp0adnyHdm6bbuyiyBUN+KjHVu/B+/U62nma4wgyOfvr4amI3DVBcO2/fz8lOoTZcvK3Lnz1HDuDRs3CQL7hQsXqrzUFgkJN0wBMHTRU17zpZqyevUqmfXHH4Lh4BgWjrzUBL3mb7zxhpoAbefOHUodPhYOLay+trFo8RLVfrRh/oKFUrpMGaWDB3IlS4apIfGHDx+Rhq+8otJtKasUU1ncvfPwYU9c3FWJj08wlQgLK6VGAcya/afJN/j3/PMvmHS48ZBAsWLF5IT2IOJhCrdIgAQym4BNQTUu7nhSmdnOsn4SIAESIAHrBDCME8Gg9VymmhNAbxw+SwP5Y+ZM6dOnjxQqVFjKlHlMqWH2dMxgPHv2LPWd39GjR8kjjz6qhmkrBW2BIeOnTp5UQ1y1XfXPMs0WO6pgOhfZtB5GDPXt1Kmj7N27V9atXSvoja1SuYp6OCBp+C8wMEiqPvusfK/1FMIWgrnZs2bJ8y88r96LzpUrtxQODZVfJ/+qJvRCPt6zTUMVNqliRnK8yx1rjBXMJA5fdu64HxjCAN79xQzIgwYPErzusEXrxe7dq5dcunQJ2UpKlCyhfG6j9RifPn1afv99unow4Kv19v733zXBUO4T//6r3mFWBbRFjhw5pHKVyooh2gbbeD9dy1L/goKC5CWtJ/eXX36WdevWCcr37dtH1qxZrfLxYOPNN99QATD+Fv/V7F/UfMqTO48k9x9Glvw25Tc5deqUzPnzT0EwXLp0aZN69Ro1tN7baDl8+LDUrFXLlG7LRqVKlaXik0/K7Nmz1WsNKIPPmGE0xpQpv6oJ6DCxGkYF4IES8tEb3qhRIzV0PER7yFLmQbCNvNTKQiclKVGipGBCwLlz5qj2TpwwXjtmF01FqlWrph2XOK2nepzybfGiRYIJAfFgx6TEDRMBnI+xsbGmfW6QAAlkPgGbgmr0fuDJcOa7Sw9IgARIwPsI4KYXwUZKLcdMwoGBgSmpMO8Bga1bt8pHH3ZV0r//V1KiRHGZMHGC4EYVKrVq1ZYPPminZj7G+764sf/qq/6mQBU9ehia+8knH6v3a1HGWlpqdlAuI2IwGKRL1y6Cd4Obv/WmdOjQXp5+upK0btMmzWbRU/vJJ5/KI0WLCmx17tRJatWurXp2YQw97z179hKcZ40bvSrfDv1Wymo9s8izpxQpUkTad+go48aNlaeerCh9evcS83Mfw9uHanVn1XqWmzVtIpglGxN+Zc9+fwizuS84JpioDEOJT506KR9++JEsWbJEqlSuLO+++45okbaY/9e8eQt57rnnBW1v3eo9KVmihCnbYDAIJs96+umnpUP7dmqm9T27d4u/f4Aaao8HWpUrVVLfhcas2iiP44L6TUYsNvz9/QW9jeF1XxYEuu+3/UDweTFdDROHPfnkkyo4DgsL05NFbNhCZ8h777WSzZs2qQnHUAS9vp926yY//t//Sc2XasioUSMlOH8wskxSuUoVwTEIrxtuOt+RaUtZ6CUnNWrU0Ji/J4O1hyFoL3rm9b83lClVqpR8880gWbFihfKtZ88v1HvVOC+RT0lKwGAwJE1kCgmQQKYRsCmoxg8afrQyzUtWTAIuTuDSpYvy229TZN7cuWI+MQvS0RuwadNG9a4gmpGQkKCG9E2aOFH1tGBYqZ6OnrPJkycnSsewRfQ2LFiwQE3iAt0rV2LV0L5t27YJ7KMepFM8k8CFCxcEw09Tah0m+MGkTSnpeHseAsPffpua6F1ezDQ8fsJELZgpYsKDHsNOnTurGZLxvu/8BQulZMmSpnwEdj/++JOyU+tBD6K1tNTstGvXXrtuTDUFL5i5HUNesUZlur947xv71iRfPn/BLNtoBwTDkeGLNV3zNNgEC9Shp+Mc++nnX9TwZdgaNGiwyTfoIEhcGhGh2o01dHUbsINttAm6yYmuh/qt6RgMBi2Qb6lmEAf7/y1aLIuXLBVz/WLFi6tZppEPP0eMHCn5NA66bXMfWrR4WzCMvEKFioKe3y1btyn/12/YqPXq/5GIP7iBH2zu2LlLHnnkUfHLmVPrQb4fsCP/u+EjFB/UDd8Q9BoMBsWpV+8+Jr9hA8cFTK21E+fN5i1bZdz33yt7u/fsVe02GB4GSnFxcXJc6/GuU6eOmsTMmh2kYfZ5vEdt3m6kYwI3DHXHJGjYNxgM8vbbLQVtg/9Y4xvtOE+RDylQoIAsX7FSTXiHfV0MhpTLom4cfxwDlME5vH3HTkE7sY86un/+uWor2KDdaL+eDx0cHxwX+IYZ6Ht88YXiijxKUgK4N8crIElzmEICJJAZBGwKquEYJkPhUBOQoJBAYgL4tMV7774reJcR2z/++H+CwBlD+9q+31bOnj0rU36dIt8OHap6NI4cOSxr16yV3HnyyKdaT9dcLRCHfrdun8q6tWtVr8y4sWPl9KlTauhf+3YfyCmtl2Xrli3So8fnyvbp02dU2YiIpdpN13HVsxIdHZ3YMe55DAEMYS2q9SCm1CA8nMFw4JR0mEcCJJA8AUzO1Vzr8cdDTAyLxlDv2rVqC3qUky/lmBwMJ8ekXdf/+0+qVXvRMZXQqjkBt9vG9R6vnLid43SYBDyUgM1BNYYe4dMOHsqBzSKBdBNAD2HWbNkEMwp37NRJvvzyK9WrsHPnDvUOZqvWraW1JgcPHhA8mEKPSa/evdXwwYYNX5EdO7arCWquar0SZcuVU9+aHT9hgqA35vDhf6RAgYLSteuH8kXPnoIJk/CuHpyt+OST8tln3ZWEaL0L5j3kyKd4DgFce0uYDUW11rJ79+5ZS2YaCZCAjQTwCazQ0CIycsRwwTu9uO7imm4wPOw9ttFUhtVWrVopK1eulK++6q+GY2fYIA14EAE2hQRIwBUJ2BxUY/r+gwcPumIb6BMJZCqBChUqaEFvVxk6ZLDUC68r7du1U9+0xZDdM2dOC94NXLxksXrXEe+H4d258Lovy/DhwwWTIcF5DCv8qv/Xggl5XmvWVGrVfEn+/vtvrVf6huTKnUt9TgVPpX39/AQ9kihD8R4Cp06dkmLFinlPg9lSEsgEAhiqjaHkGJa8YuUqafvBB+oBaSa4IhhOvXrNGjVkPTPqZ50kYBcCNEICXkTA5qAaN3QYxsreEC86O9hUmwhg4p7QwqEyY+Yf6j0/9FxjhllM4uPvHyA9enwhvXr1FvRY49MkeA/6S633Ae8I4l05VIKJqDB8e/CQIepzIk899ZSg5zkkJEROnjghFy9elPPnz6nh4P7+/ihC8RIC//zzj+D66yXNZTNJgARIgARIwOkEWCEJZJSAzUE1KnryySdl06ZN2KSQAAk8IHD06BHp2fMLKVO6lDSoX0/qar3V+fMHyzPPVJXiJYrLM1Uqy7NVn5Fffv5ZvVPduHFj6de3r9R86SWZMeN3wX+XL1+W36dPU7Pdliv7hGBiwCpVqsjjjz8uNWvWkhrVX5TXmjWTV19tJOazw6IsxbMJbN68WapWrerZjWTrSIAESIAESOE8CesAABAASURBVIAEbCFAHRclkKagulq1arJ+/XoXbQrdIoHMIYBPjWAWWH3G0tat24jBYBDMdor3qzHTqT6TKWbrrFs3XDZqD6dWr1kja9etF/RYFyxYUMaMHWeaGXXCxEmCIeEYLo5PssCG+eywmFn1hx/Gq5lRMdsqtpGWOQRYq6MIYIQC3sMvaTbztKPqol0SIAESIAESIAESsB8B77KUpqAaN/llypSRLVu2eBcltpYESIAEMoFARESE6K8IZEL1rJIESIAESIAESIAEPJ+AHVqYpqAa9dWvX19WrVoleAcU+xQSIAESIAH7E8C71NevX5fy5cvb3zgtkgAJkAAJkAAJkAAJ2I1AmoNqX19fqVmzpsyaNSstTlCXBEiABEggDQTmzZsnTZs2TUMJqpIACZAACZAACZAACWQGgTQH1XDyueeeU5/18cxJy9BCCgmQAAlkHoHp06fLiy++KJj9PfO8YM0kQAIkQAIkQAIkQAK2EEhXUA3D7777rvrGLr6li31KJhBglSRAAh5HYOnSpYIJ7TAxpMc1jg0iARIgARIgARIgAQ8kkO6gGizat28v8+fPl6NHj2KXQgLJEmAGCZBA6gRWrlwp586dkzfeeCN1ZWqQAAmQAAmQAAmQAAm4BIEMBdX+/v6CwPrPP/+UvXv3ukSD6AQJZJAAi5NAphBYtGiRnD59Wtq0aZMp9bNSEiABEiABEiABEiCB9BHIUFCNKoOCguTjjz9WQ8ExbBFpFBIgAWcQYB2eQODmzZsyefJkwbp169ae0CS2gQRIgARIgARIgAS8ikCGg2rQypkzp3Tp0kVu3bolY8eOVb0tSKeQAAmQgCLAhVUCu3btkuHDh0u5cuU407dVQkxMjcClSxdTU2G+kwngAVlc3BUn18rqUiNw+tTJ1FSYTwIkQALpJmCXoFqv/dVXX5VXXnlF5syZIzNnzpTLly/rWVyTAAmQgFsQcIaThw8flh9++EEw0SNG+lSpUsUZ1bIODyQQHBziga1y7yZhosG8efO5dyM80Puijzzqga1ik0iABFyFgF2DajSqRIkS8sknn0iZMmVk6tSp8tNPP/F9a4ChkAAJeDWBa9euyfr161XP9ObNmwUPIVu2bCm5cuVKLxeWIwESIAESIAESIAEScAECdg+q9TY99dRT8umnn0rdunUlMjJShgwZonpmMBnP7t275dSpUxITEyNXr14V3GxSrpGDFnTwPOB54O7nQFxcnBqlg+veli1bBBM5Dhs2TCZNmiQ3btyQdu3aCd6dfuSRR/TLpRes2UQSIAESIAESIAES8FwCDguqdWS4cWzWrJn06tVL3n77bSlSpIicP39e9djgZvO3336TKVOmUMiA5wDPAY84B6ZNm6Y+Nbhjxw65fv26el8ao3c+++wzqVOnjuTLx2Gh+u+DS67dzKmLF867mcee7y7eqb5yJdbzG+pmLTx18l8385jukgAJuBMBhwfV5jACAgKkYsWKUr9+fcGwR3yOCxOcUbqoid7IgRx4Drj/OdC5c2f54IMP5K233pJatWrJY489JnjH0vxayG0SsAcB2AgpUBArigsRwN97vnz+LuQRXQGBRx4tjhWFBEiABBxCwKlBtUNaQKMkQAIkQAIkQAKuTIC+kQAJkAAJkIBHE2BQ7dGHl40jARIgARIgARKwnQA1SYAESIAESCDtBBhUp50ZS5AACZAACZCASxCIWLlWNm7bTXEhBus275BrV686/vxgDWkicO7s2TTpU5kESIAE0kKAQXVaaFGXBEiABEiABFyIwNF/o2TQiIkUF2Kwev1WyZ0njwudJZnviit4UKhwYVdwgz6QAAl4KAEG1R56YNksEiABEiABEiABEiCBNBGgMgmQAAmkiwCD6nRhYyESIAESIAESIAESIAF3IXDnzm13cdVGP6lGAiTgSgQYVLvS0aAvJEACJEACJJAGArdu3UqDNlWdReBGQoKzqmI9NhK4Gsf33G1EZX81WiQBLyDAoNoLDjKbSAIkQAIk4JkEsmXL5pkNc/NW5fD1dfMWeJ77/gEBntcotsjuBGiQBNJLgEF1esmxHAmQAAmQAAmQAAk4gUCC1vM964+ZgrUTqmMVJEACrk+AHroYAQbVLnZA6A4JkAAJeCqB48cjpV+f3mI0Gu3eRAQbgwcNlJ07diSy/dfCBQJJlOikHd2nNq3eFV3s7cud23xP1EmHM03V3E7huODvoHPHDqZzAucs0lYsX2aqw3wf59HIEd/JksWLpG+fXurvB+cRzinYgS4Kwo4tadCF6Da6f/apsplcGtI9Qa5d4/BvTziObIM7EvAOnxlUe8dxZitJgARIINMJHDxwQO5p/x+PjHSIL4GBQXLgwH6TbQTv+/fvEz8/P1OaMzd8fX2ld59+MnL0WGnQsKFMnjJVXm3U2K4uGLLwZ9yuQO1kzMfHx6olBMAL5s/Tzokx6nzAOVGpcmWrunrir5N/kRo1XpL6DRrKN4OGqPMZ5zTKdu/RQ9avW6d6sLdv36bZHStIQx2xsbFimYYAHXbxtxEVFSUTJv0oLVq0lD9mzlCBtWUadD1F+KqEpxxJtoMEHEggA6b5a5wBeCxKAiRAAiRgGwHczOOGvWnT1xIFvggy0NuGHjb0tEFvsNbjjP2JE8arXmaskfbPP3+Lros0y5oDAwMlPj5eYBN5CN7DwkphUwUd+vBZ1KFvo07UpffW6fuoB3YQfMyeNVPZ0LdRHvXDJ5TduGG9YFsvo5STWcAG6kI5rLEPsawDaaNGDlc9+/ApGXOShUF1cmgyNd1gMFitHwFw4yZNBQ9crCpYJOI8CAoKlEqVq5hyULbOy3VN+9jAeR+k6QUEBEjhwqFa4J1TEFRbpkEP+kZjjISFhSk/SpQsiSS5cOF8kjSc6yrTAxY5cvA9dw84jGwCCbgsAWcH1S4Lgo6RAAmQAAk4jsDZs1Hajb6flC1XTgW+RqNRBbrLIiJk0JChqteuktZjt3xZhISH11f7HTt1NjmEHt/HHntcxk+cpHrXkAEbWJtL9eo1BME0ggH00pUsGWaenWT7+PFjqndv+IhRyr/IyGPKPnzauWN7En09ISYmWvnZ76v+Mm/uHGne4m1p+0E7QW+8rmNtvWH9OtUz+P/snQeAFEX2/9+ihEUEdlFBQEWCegqe/kmnJ6CeBMOBiAHDCYgeQdSD80yIGSNiBPUMgKeAATAr4inBwwD+THieJFEBBWWXJEFB/vMpqbV3dmZ3dnd2dsJXedPdr6peVX2qerZfv+oeooxnhiKEHEfKhy5vTZ7169/f4MKxJPUJ1KyZbTk5ua4j3Jjh5oq/aTJ1ypSCJeE3Xn/dzvMkzzZt2uzyh38wxzl/uvc4ORRlLppv3bq1Ucvm5+U7+0Gba/PXFtEF07UvAiIgAiIQnUBCnWrukP7vf/+zt956y6aE/ng8/vjj9uijj0rEQHNAcyBt5sBjjz1mTzzxhD3//PM2d+5cW7ZsWfRv4AxKwdmc+dabNmjABfbeu+84x5e/CfV2Rtc8ii1bNpuPnHld27bt3C5ONNFdbCxevMjpwj/2btjQ8vLynH0icTm5xb/x97jOXW3kTTe4iDjtef/991wbh/3tYlu0aJFt3bo1vAp3nJtbz7UTB6l5iwNcdJC6qNtliPIR7B/95DhKVmvUuLGzGy0d/U9R2kdanERmSklgx44dtunHHyOWwkHOD0WJSeSm0ZCLLmHXySm9ermbSdxw4WYNS7yZXzjiLkPgIz90U2rkjTdYl65dQ056TkhyLTxfnTp1i+i8CeYq9v0x27o5dd2NJfbTUX74fnU6dkt9EgERSBICVSq6HatWrbJXXnnFbr31VnvggQfss88+c8uNWrVqZccdd5x1797devToIREDzQHNgbSYAyeddJIdffTRbhklvyGMY83335gxY2zOnDkuOlvR37vJZp+IGku/R999r3MacBj8s884rjgIvs1rQtFZIs3+OLh94fnnbPCFQ1wkufnOZd3BdPZxFJDnnpvqnF50XnB4cZwR9tGzXNZHqb/++qvQuLVw9nFsiI5Xr17daBN9yA85QzhFlCurYMv3j22NGtnOFPqy1FEt1D5nQB9mlhwQsrKyrOZuu0VsTMuWrWzypIkxfw8wlzlHgqsmmCc8Az3s0n9Y06a/Lt0mH3MoP+Rs+1UhDRo0cHM3qGO+07CcnFxbvHixawfzsFGjRla/foMiuho10mfJ9B577kXXJSIgAiJQIQQqzKn+/PPPbezYsfbMM8/YHnvsYcOGDXPSK3Qn9ogjjrADDuDOfkPbc889XTp5JHuIRWiuaB5oHqTyHNhrr72scSjCeMghh1inTp3srLPOsiuuuMJ69+7top533XWXTZw40bjhWCHf6klo1F/k+wt6nvnEsaWpLPUmKtyvz1/cm7vP6H2mTZr0pFsGy/JY8njBIWFZbHGRavIe1aGjtWjRwrzDgQ7nAMeBuoZfeQUqJ9RB3USoDzzwICMqjn10vB3Ztxnd2Pvvc2XK8xHs3/Tpr1rnLr9GGrEZrzqwJUlOAizlb9XqUBs04AI3x5kDPBIRrbXM20GDh9i0aVPt1Z1v//7uu+9Czu8iYy4zT1m9wfnE3EU36vbbrUPHji6AEa5bunSJ8aw+Tjjnw6BQOzjfOGeY6+G6aO2SXgREQAREoDCBuDvVy5cvd870+++/76JOQ4YMsXbt2lm1atUK16wjERABEcggAvXq1XOrc6688kpjpc6TTz7pbjoSzU53DDi3ffr2K+gmjgJLX7mIx8kgKoywj47IMcfk4W3Z6CnMFj1CHvKiR7B5+hm9nSOB/rTTe6N2jvVxO1/qhC3K8lw2tinDFh1RaY6DdZAfIz7PqNF3G/0gHzrqQdhHF95PyiLk8e1hn7YH6yQPNtD5OsiHDrukS9KHAPOKsUb8vGPu+HlKT4PHzIWbRt5i/u3fTZo0MT+HsME+efzcZX5THjvhOvRDh13qzhPfDl+e/JF06CUiIAIiIALFE4irUz19+nSbPHmyde3a1fr06WPc8Sy+eqWKgAiIQOYRwKkeNmyYi2jfcccd9sknn2QeBPU4LgS2bI78Equ4GJeRMhH45ZdfbP36dWUqG60QN1f8TaNoeaS3YhF88/VXxaYrUQREQATKQyAuTvW2bdvsn//8p1vaeOmll1qznT/PUJ6GqawIiIAIpDuBI444wi666CJ755137OWXX0737qp/FUCgRiX9BncFdCVtTPIzZ7Vr10mb/qRLR/bZd78k6oqaIgIikG4Eyu1Ur1+/3kaPHm2HH364e+lYugFSf0RABESgIgnsvvvuNmDAAPvpp5/cs9YVWZdsi4AIiIAIiECpCCizCIhATATK5VT/+OOPxhttTzzxRGvbtm1MFSqTCIiACIhAUQI9e/a03Nxc93NcRVOlEQEREAEREAERKI6A0kSgMgmUy6l++OGH7aSTTjLecluZnVDdIiACIpAOBLp162Z16tSx554RGD8xAAAQAElEQVR7Lh26oz4kgMDmzZsSUIuqKA0Bnqlet25taYoobwIIfL3sywTUoipEICYCypSGBMrsVPOTMCz55oU7achFXRIBERCBSiHw5z//2dauXWvvvvtupdSvSlOLQHZ2zdRqcAa0lmeq69SpmwE9Ta0u7ttk/9RqsForAklBQI2IlUCZnOp58+YZLyfr1KlTrPUonwiIgAiIQIwEzjnnHHvrrbcsLy8vxhLKlqkEjjmqnd1x/T8kScTg1O5dM3U6qt8iIAIiUHkEKrnmUjvV27dvtxkzZthpp51WyU1X9SIgAiKQngR23XVXI2I9derU9OygehU3Aocc1NwkyccgbgMsQyIgAiIgAilBoDROtesQP/vSoUMHyy7mZzyeeOIJO/744yUlMOD5SXFKjnnSp08fzdew+dq/f38xCWNSlvP122+/dd+dpf1o2bKl7bLLLvbf//63tEWVP4MI5K35IYN6mxpdZSXfhg0bUqOxGdTKb1euyKDeqqsiIAKJJlAqp3rz5s3uAg+nuqSGfv/991Z5khp189ykGCXHWDGfNRaFx0JMCvMo6/yAY1mla9eu9sYbb5S1uMplAIHcentkQC9Tq4usNOGn8lKr1enf2r0bNkr/TqqHIiAClUagVE71nDlz7Mgjj6y0xqZlxeqUCIiACEQh0LBhQ6tZs6YtW7YsSg6pRUAEREAEREAEREAEKptAqZzqDz74QE51ZY9YJdavqkVABBJPgBuZ77//fuIrVo0iIAIikEYEeCdQGnVHXREBEUgyAjE71d988401aNDAWNaUZH1Qc0QgnICORSBtCBx88MG2ePHitOmPOhJfAnc9MMH+OvQaSRIxuP72MbZly5b4DrSslZvAhvXrym1DBkRABEQgGoGYnWpelnPIIYdEsyO9CIhAmQiokAiUTKBRo0b21VdflZxROTKOQNWqVW35ylWSJGLAJKxRowYbSRIRqJuTm0StUVNEQATSjUDMTvWSJUusRYsWldb/sWPH2vz5853Mnj3bTjjhhEprSzJU3LZtW3vllVccD8+FLZyitY+0ESNGREt2+oEDB9ro0aPdfvCDstj3UpKdYNlM3w9nB0PGjjGMxAa2lImU5nXM/0cffdQfJmYbx1roOwxK6mccq0xpU3z38h2c0p1Q40VABERABERABEQgTQnE7FTzpuqcnJxKwYCjR6Rm0KBB1qZNG+vYsaNzKCulMUlS6bx589yNBXjwvOXzzz/v2AwePLjCWujreOSRR6xTp06u/gqrLI0MMyaME9z+97//uXHCKWYM06ibpepK69atrXr16nbAAQdUyDwqVWNSIPO+++5ry5cvT4GWqomJJrB9+7ZEV6n6YiDAz2rFkE1ZEkhgw4b1CaxNVYmACGQagZic6p9//tmqVatWaWz23HNPY4lbpAYQ1SPyh/ioFw4L0Wx077zzjuGUU7akvOQnD3kp8/TTTzvnHT1RNaJrpCW7wIE2I77d6Nq1a2c9evQw+hWNUSx944V1P/74o3GhT36YURdCPdimXraks6VO+LHvx4Y86KKxJu2xxx4zttghH7+Bzj5CXdSJ0AZ0qSS0mbYjMIENOsaIsfJ8YEcehD6nUh+jtfXQQw+1mTNnWl5enuFgk4++Iewj7MOD8YcF/fec0MGF+eDPcY7Jg1AWGwj76BDycIweG+F20SdYYqqufv36tnr16pjyKlNmEcjKiunPeGZBSYLe6v0zSTAIYU2oVrXyrmPDmqJDERCBNCQQ019jotR169attO7feOONtnHjRrv33nsLHGQag5N14IEHusgfkcDatWu7dC6UiWajmzBhgh111FEuGnbEEUfYNddc4/ITPeSiesiQITZjxgynI5IYjMDyYrYXXnjBpVF/t27dqDapBSekSZMm5qP6tLtfv35Gf31E+/TTT3c3C8IZxdox7wThXEcaA5xt6vX52P7www/OfN++fe3WW291THGGaBsJpWVNPynHGNPXVq1auTFGlwoCN+aan48LFiww2DDXWRHAWOFkE81mvHw/99hjj5TqZ6Sx4LyjH8yfTz/91Bg78n3yySfGihTSEZ/nkksuMX8eTpw40c466yyyW61atWz9+vXGef3ggw9aJE5wJhruObuCOz+i2d2ZnFQbbipyc7NyG6Xak5FAlSox/RlPxqarTSKQUALV9Zx7QnmrMhHINAIx/TXmLZbZ2dmVyoYLZhwOLqiJNtEYol0HHXRQwXPF7BPVJo1oFJGp888/33Jzc+377793jjlONBfs5MHZ40L1tdde49C4MP/uu+8KIrBff/2105HIxT/bZBccFJxVnDHa+uabbxo3G9gPl3BGnkt4Pn9MBBWm3bt3t5tuusmoI9oYUC83PCjLFocJ3vvss4/dcMMNbsywh+NEntKypp9Ec2nPAw88YNjFmcdWKgjcFi5c6G5u0N6XXnqJTUFU3h3s/MAxZExTsZ87u1Bowzz46aefXN9xrHGOuYHA+bdhwwYXufZ5KMi4ch4z1mw5n5lT3Ljx3MgXiVM4Z38eU18kuyWdA9RTWbJjx47Kqjr16lWLRSDNCHAd9vRTk/VW8TQbV3VHBEQgfQjE5FT/8ssvlgx3w30EGvw+UklEjyieFxxv0nDW0BGh4uKbMjjmRLyIeONQostUicaoOB5EUIkKkycYtY80BjhL1apVswEDBtjWrVsLbk6whBUbjA3CmGCvLEJ7sIH4aGVZ7CRzGZw/bmIwr+lnOrys6thjjzVugOEkc4Nlr732co404/DFF18YjjDR5bfffhuVuxnGeUz/EZiQzyXu/EBXWk58L4Tb5UbRTpNJt8nKykq6NpWmQfFwCj6YP99efOH50lRbrrzUd/PIGws5Mvn5+YaObbmM7yxc3g3fr+W1ofLxJcANsE2bfoxqdOnSJTZ44ADr1+cvTphn6N6Y8XpBmeAx587oO++wV1952a4efqUx9zgPKI8d8lIQO7HoyIt4G5f+faizGU2HPh3k+9Wr0qEb6oMIiECSEojJqU7Sttu3335rLVu2LLIcdu+99za/3JiIF5Ew3weiYSwJJ3qL48eySu8gEulq0KCBETX1+VNtSyQOB9NH3HBgWCIb3o/iGIXnDR7jdNx///1uyS2OTLQxIB9j8Kc//cmWLVvmTMCVl9153k5Zwke9evUKHC76gqNOEWwH+4kulYTIPY4jDGn3SSedxMZF/93Ozg+iqaymYKUFeZmfO5NSckMfOB+DziyPXeAsM2c5J1kCjqPNPv2mo54P+5EkGifmZ5MmTQpWALDCgfKx2iWvRARWrlxRAOGD+fMK9pNhhxf+JagdqiZGAllZWVaz5m4Rc+MAP//cNBt99z02bsK/nLRu0yZiXq8cP+4x69TpaDv+hBPtppG3GCsHEcpfetllNmf2bHfjZ96890N27zV01LF27drQ35TCOhx07OKYr1ixwh546GE788yz7anJk5xjHa4jb7rInnvVT5euqB8iIAJJSCAlnGqiqkS1vMCRyB3Cs6hEu0jzLzFiSSjONrojjjjCRbrat29vpKPr06ePEQWbN2+ee1aTC32vf/bZZ92yVOpIRYEJETiWCtMn+sDz1Gxx5Ogry+cjMSJPLPLKK68Yy5FZSs/S+UhjgB3qY6kuzhHHlOOZWNpA2xDGlrRIwviQhyW/bOkXy4bJS5849v3ENk4Zaakg3Nxh+befuzh+d9xxh2s6vJi/9Il9IlH084orrjBeEOcypegHN7kYN/rmu0Af2ScNPf3lRhDjj3ATBx7MASTSKhN4Ui6cU6TzgbpitUteScURePCBsS5S56NtXOjfNXqUjRh+lb37zjsuIkzkLRhJ4+V2HKMnMoeTcHMomswxemygnzB+nHGMoKMXPjKHfepBH94G8gWlefMWzmlBR13U36hRYw6dI+Pr9n0gj9dRHxnZ0r5gvUQlcbBID+5zLCkvgeQtjwPc4+SeViPG53uZo/Xq5VrrNm0LOkXZ4zp3KThmZ/PmzVYvlI8b1w0bNgo53jUNpzpcRz7y5+fnWfPmzV07mjZrhspWrfquiI757BL1IQIiIAIiUCyBKsWmJkkiF8ZEsrwElwzjXHk9L97iohxhHz0OHPm5MPc6HG0uwukeW47Jy5Zjrz/nnHPYdUIbEHeQZB8wCLaN/tIfhH3fXPpGH9FFYoSjQZ5hw4b5IgXb8DqoD7aUIY26EBhjm4LYOu644wrdpEBHG8iLYAddNNakkw8577zzLJiPfqBHfFuoN1klvJ9BbsH2ww+OXuf7iY7n0LFDnv79+ydrV6O2i/GkP8EMzCHfL/Skw4Z9hL7Sd8YZIY0y5CONPAjHpJM33B56hHxEr9lSlrzoEeyilySOwMBBg12krv/5F9hnCxa4ivPW5Fm/0Nz+Q+iG6FXDR7h0onRLlyxx6Z9++okNv/oaF5GbF4rMoSwuH2XfnjO7UBQO+9RD2UhtQO+lWbPmoahjtitPG4kQ1qyZ7ZI5btXqUNdGooM4TES127Vr73R/7t7DlfPRv2C9zoA+Mo4AcycnJ9f1293Q6fMX4yYQiqlTpribTNyAufH66wwHGOd306bNJBcRHN7Xp0+37j1ODs2zPAvPt27d2iI6byQ/L9/Z98ds1+avLaJDLxEBERABESiZQEo41SV3QzlEQAREoCgBHulgVQURboTHBnDsi+aUpjII+Aju/ffdU1B9o8aNjUgbCu90TJ3yLIdOcJKJxuHcshIGZXH5vC2cEx+ZQ0c9lI3UBvRBadq0ueHUL1262I7q0LEgCZuHtGzpjrFJm9jiDPkIOXki1esKxeFjSyhCGQczMhFHAryHZv36dREt4vgyJ0jkhs6Qiy5h18kpvXq5mzEs6x5x7XWhaHO24YDjiLsMgY/8/HwbeeMN1qVr11CenJDkups/gSxWp07dIjqfnpOb4+z7Y7Z1c+oW0aH3kurb5d98nepdUPtFQASSmICc6iQeHDVNBESgfASI6gdXRigaXT6e8Sy9dOkSYyk1DkTQsfB1EL3j+XrST+l1qlcbUV8OiAivWLHcPvrwQ/dTbOH5yBMuRLmJ7uH05uWtsa+//qrYNvjyLI+dPv1VF/XDofd67BCt5pj2cMzSXCLURNPfmDGdJAuvFyV580PRQvZXrPjtmW2OSyM1KvmXOUrT1kzJy4tda9euE7G7LVu2ssmTJrpHByJmCFNyo2bRokWhaPZvz/Izh3kGetil/7CmTX9duk2+NWvyQhHrfGMucsw7OMJ1fv7m5OTa4sWLXTu4YcS5Vr9+gyI65nNYk1LhMGIbG++zb0S9lCIgAiIQDwJyquNBUTZEQAREQARKJLB48SIbNOACt8T1448+CjnIy91+MFLtjeDIzpo106UHI9XLl3/jdKNuv916nNzTDjzoIIuUz9vxW5yP7Oyarv7hV17h1DgRK0KOOcttI7XBZQp94IiwpLtDx46ho9/+de7S1TnMlB875n63DJebBTxfPexvFxsR7kj1YoEI96OPDiXCEAAAEABJREFUPOz6QhvQETVHuKFA9B1bPPuNE0W6JPUJtG7TxnhkwJ8H3KxhLkTrGU7toMFDbNq0qfbqzrd/89OfnEvMMeYeqyK4SdO2bTtDx7nBXKVsuM7PKZxuHOlBofNx0qQn3QoM5nm4Llq7pI8XAdkRARFIFwJyqtNlJNUPERABEUhiAlzg+2efiSr3PKWXBY+J7nJRz5JY8rI/6s67CpbD4owgN428xenGPvhQyGltZtHyYQ8clPH72KZunn/Gqahbt26RNlDGC2URjo/r3MXVx/5pp/d29dJO3wfaSltwomkb9fiyvl7e+JybWw8TzpbPhw3K0U6EcpRBN3TYpe5lUq6QPtKCAGPM/EAYe+YRY80c8x0MHjOvmPf+7d+82JL5RnmEffIwbzhmXlEeW+E69H5O+Xb48uSPpEMvEQETAhEQgWIJyKkuFo8SRUAEREAE0oEAz6AS0SOyRySPKDfOTKr3bfPmTanehbRrP89U85KweHaMuXr6Gb11g6UcUL9a9mU5SqtoKhFQW0WgMgjIqa4M6qpTBERABEQgoQSI5BGRC4/kJbIROEZEoGlLvOplSXu8bMlOfAjwTDUvCYuPNVmJF4H9muwfL1OyIwLxIiA7aURATnUaDaa6klgCTz/9tPFGaYQ3TPOm6bK2YMSIETZ27NhCxdu2bet+joy0QgkpfMDPhM2ePbuA2yuvvGL0s6xdeuKJJyycO8dvvPGGUVdZ7aqcCIiACIiACIiACIiAJ6BtSQTkVJdESOkiEIXATz/9ZI888oi1adPGOb/HHntslJxlU8+bN885hun2E1C8ZGfQoEGO28aNG61bt25lAxSlFG/8Pu6449yYRMkidRQC27ZtM+bdxx9/bNu3bzeOo2SVWgREQAREQAREQASSj0AltUhOdSWBV7XpRWDvvfe2H374wXWKyCsRWCLYSDACTfQ0GKmNFIUmP3nI++ijjzrHmugrkXFvly31UCFpRMqpCz35SEM4Ru/tkT9ZhPZVr17dvv/+e9ck+ks7aS8SZMM+OoQ85HWFdn5gi77Sd9LgRhLliGZThrKko0fgjA5BzzH6TJUVK1bYyT2626CBA2zixCdtzpzZdunfh7mf3MlUJqnQb70ZPPlGaceOHbZhw/rka1iGt+i7b1dmOAF1XwREoCIJlMWprsj2yLYIpAyBatWq2fnnn++WMvM21nHjxrm2/+Mf/7Bly5a5SOw111xjBxxwgFuijOM3ZMgQmzFjhksjyt2pUyfnNLuCoQ+cwD322MM6duxYJNLaoEEDe+GFF1xZH+HFZvfu3V1eIuY417Vq1QpZMuvXr19BOyLZc5kq4YN+PPDAA4bgyBFZph/R2HDTAE6wpI8LFiywvn37Fmo5zOn76aefXkjPwb777mu33nqrER3Hiccewrh4m+TLdHn99dft6KOPsdtuv8OhOOSQQywvP1/OgaORvB88p93u/7UySfIwyMrKst13r528kyZDW9Zg74YZ2nN1WwREIBEEqiSiksqrQzWLQMURCC7/xtm9+uqrDccQp/all15yFRM9Xbhwoe25557WunVr+/nnn+21115zaTiTLIXG6UNx4IEH2hFHHGF33PGrU4MuKF9//bVRBt2nn37KpojNDz74wHC4Sfzkk0/s8MMPNxx1jpNF6DMOLg4ybSJCXBybQw891GAIS/J7tjjiHJ911llulUC0ZfI44ZRlWfOSJUsoYuE2PU+XmKEf2dk1HMetW7Y4Al9/9bVt37bNdt21qjvWR3ISGHL+WXbd5UMkScTg2ssuTM7JolaJgAiIgAhUGAE51RWGtpSGlT2lCeDM0oEmTZqwKZNUrVrViH7jgJfJQFghHHCc9FatWhnLn1kWHZal0g9x/Bs1amQNGzYsU1vgxY0KovtlMqBCBQROPPEk2759m/3978Ns2tSpduGFg23AgIEWzzdVF1SmHREQARFIMAG9IyLBwFWdCGQYATnVGTbg8eiubBQlQKQV7VNPPeUixSeddBKHbmk3y4x5bhjHG8fZv5hr4MCBxlJoItBkJqI6a9YsF+32UVj0xQlld9ttNxexJh/tIFLOvheWRJPPR8S9Phm2RIxZAv7iiy9aNDY43jD0NwU8WyLPrBZ45plnXFeIeLudGD6+/fZb4waI58yNhxiKpXWW3Xff3e4Ydact+Oy/9uFHH9u7771vHTt1Sus+p0PnNm7YkA7dSLs+bN26Ne36lOod2rhR50qqj6HaLwLJTEBOdTKPjtpWXgIVWp4oqX+muk+fPvbqq6+6NyePHz/eWrZs6Z61vuGGGwxHmagxTiDLxHEOeTkWZZ599ln3PLRvKEuYeTb43nvvdc9he320Lcuase/bQWTaL//GyaQehLbShmh2EqnnRgLPU9MuHFueRS+ODe1m+TcsfZnwJfLcOCBaDY+mTZuW2B04w8m3o8QCGZBh06ZN9v33qy0vb41t2vSj2+d4/Xq9cCmZh79W6GZIMrcvU9vG+xsyte/J2u+6dXOStWlqlwiIQBoQkFOdBoOoLlQOARw5ngtGcGZx/mgJjh0vBkOP4MChR8hDXvRsOUZ/44032uDBg9k18vu0/v37O6ebfOecc45L54M8iN/HHoJDjg4nFXvoENqKvrIlnA03GGgr7aKP9Jv2suUYPRLsS7AMTHw++kja/fffb3CjHIwoyz4ybNiwgufSyU9dCGlEr9lmqrDk++hQZPqUnj2t9xln2IknnODk6E4dbdQdd9j27dszFY36LQIiIAIiIAIiIALFEpBTXSweJYpAchNg+TKOKhFcBGc0PIob9x6kgUGW3nMDAmYIP4eGA54GXStzF+rWrWvnhW7izJ7ztv37zbdsytRp9vvDDrPHH/+Xzf9gvnuTfJmNq2CFEXj59Zk2Y+ZcSZIx0PO7FTbly2xYj0qUGZ0KioAIxEBATnUMkJRFBJKVAFFeorNEWxH20SVrexPdrmj1Ed3mBgTMkGA0O1qZdNev/v572/HLjoJuEpnesH697VZrN8sJOdybN28uSNNO8hBYsmy53fXABEkSMZj7/oe26667Js8kUUscgarVqrmtPkRABESgIgjIqa4IqrKZ8gQuu+wymzt3rhHFDBeencZ5TflOqgPJRKDS29KlSxf3lvgDD2hhB7Robsd362pdu3azLVu22m671bJYnlU3/ZdwAlWq6M94wqGrwpQkoOfcU3LY1GgRSBkC+mucMkOlhiaSwO23327PPfec8XbpYL3fh6J59913n3vOOajXvgikOgF+2uyFF1+0+R/8n8195137dMFn1u+88+x3v/udjbrzTqtZs+bOLmojAiIgAiIgAiIgAiIQJCCnOkhD+yIQIBDuWMuhDsDRbloS4DlQbiTt2PGL5efn2Zo1a1L7BWVpOUqFO6WfbirMIxmOduzY4d6gnwxtURt+I/D96tW/HWhPBERABOJMQE51nIHKXHoR8I718uXLTRHq9Bpb9aYwgSVLltifjj3GunXtYiedeKJ78/dfzjnb1q5dWzijjiqEQFmNaklrWclVXLmsrCyrWXO3iqtAlstEYM+99ipTORUSAREQgVgIyKmOhZLyZDQBHOuTTz5ZS74zehakf+dnz55tf/5zdxs/foKd9Oc/2yuvvma///1hxm+cp3/v1cNSEFDWSiCwZcsWe/qpyca2EqpXlSIgAiIgAiUQkFNdAiAli4AIiEAmENi27WerVauW7bLrrsaS4qpVdzV0W7bE563fOAPldQo+mD/fXnzh+YQNB/XdPPLGQo5Mfn6+oWObsIaoojISSM5iS5cuscEDB1i/Pn9xwjxD98aM1wsaHDzm3Bl95x326isv29XDrzTmHucB5bFDXgpiJxYdeRFv49K/D3U2o+nQS0RABERABIonIKe6eD5KFQEREIGMIPDHPx5lderWsX322ce++/Zb69K5s3tR3+67186I/hfXyZUrVxQkfzB/XsF+Muzop86SYRQKt+GXX36x9evXFVbuPMIBfv65aTb67nts3IR/OWndpo3ZzvRIm/HjHrNOnY6240840W4aeYtlZ2c7ofyll11mc2bPdjd+5s17P2T3XkNHHTy6Ea7DQacOHPMVK1bYAw89bGeeebY9NXmSc6zDdeRNF1n+zdfp0hX1QwREIAkJyKlOwkFRk0RABEQg0QQOPPDA0MX1WS5a/eBD/7TXpr9u111/Q4X+3u6DD4x1kTofbeNC/67Ro2zE8Kvs3XfecRFhIm/BSFpeXp5xjJ7IHE7CzaFoMsfosYF+wvhxLp/XwdNH5rBPPeQNbwP5gtK8eQvntKCjLupv1Kgxh86R8XX7PpDH66iPjGxpX7BeopI4WKQH9zkujeBglSa/8lY8AX7mrHbtOhErwgHucXJPq1GjRsT0cCVztF69XGvdpm1BEmWP69yl4Jgdbq7UC+XLycmxhg0bhZzumoZTHa4jH/nz8/OsefPmrh1NmzVDZatWfVdEx3x2iYGPVN1tvM++qdp0tVsERCAFCFSYU924cWOTFM+gYcOGYpQk82T33XfXWISNRc2aNcUkjElZvtNS4O+Aa+KUZ5+1uXP/4/azsrLs3/9+w87r19ddmDtlBXwMHDTYRer6n3+BfbZggashb02e9evf3/5wxBF21fARLp0o3dIlS1z6p59+YsOvvsZF5IjCoSwuH2XfnjO7UBQO+9RD2UhtQO+lWbPmVrNmtitPG3FiOSad41atDnVtJDqIw0RUu1279k735+49XDkf/QvWS3lJ5hFg7uTk5LqO+xs63ARCMXXKFHeTiRswN15/neEA4/xu2hT5EQwc3tenT7fuPU4OzbM8C8+3bt3aIjrqQfLz8p199r2szV9bROfTUnSrZouACIhAwghUiFPdoEEDu/XWWyUlMLjpppvEqARGiZpH55xzjsYibCzOPPNMMQljUpb5mLBv83JW1LJVK7v55pvt4Yf/aWefdabNmjnLxj7woO2xxx7ltBy9uI/g3n/fPQWZGoVuZDQMRdpQeKdj6pRnOXSCk0w0Duc2N7ewcxIpn7eFc+Ijc+ioB4OR2oA+KE2bNjec+qVLF9tRHToWJGHzkJYt3TE2aRNbnCEfISdPpHpdIX1kHAEcX+YEHeeGzpCLLmHXySm9ermbMSzrHnHtdaFoc7bhgOOIuwyBj/z8fBt54w3WpWvXUJ6ckOS6mz+BLFanTt0iOp+ek5vj7PtjtnVz6hbRoZckgoDqEAERSHUCFeJU/+EPf7A6depISmDAhZY4Jcc80VgUHQeWA2t+FuVSWiZ7pcjPuBx88ME2ZsxYe/GFF+2YY461u++5x/bee+8K+xu3dOkSYyk1DkTQsfAVEr1r1KiRczJO6XWqVxtRXw6ICK9Ysdw++vBDi5SPPOFClJvoHk5vXt4a+/rrr4ptgy/P8tjp0191UT8ceq/HDtFqjmkPxyzNJUJNNP2NGdNJsvB6UZI3PxQtZH/Fit+e2ea4NIKd0uRX3oonwDPVRIkj1dSyZRTYNykAABAASURBVCubPGmie3QgUnq4jhs1ixYtsuCz/MxhnoEeduk/rGnTX5duk2/NmrxQxDrfmIscE+AI1/n5m5OTa4sXL3bt4IYR51D9+g2K6JjP4W1K1eOvln2Zqk1PrnarNSIgAhEJVIhTHbEmKUVABERABJKOwDPPPGMjRlzt5JFHHrbGjRvZQw89aMOG/s3uHDXK1q9fH7c2L168yAYNuMAtcf34o49CDvJytx+MVPvKcGRnzZrp0oMR6OXLv3G6Ubffbj1O7mkHHnSQRcrn7fgtzkd2dk1X//Arr3BqnIgVIcec5baR2uAyhT5wRFjS3aFjx9DRb/86d+nqHGbKjx1zv1uGy80Cnq8e9reLjQh3pHqxQIT70RBvytIGdETNEW4oEKXHFs9+40SRHklwniLppas8AjxTXScUJY7UgtZt2lirVoe6ecjYc7OGuRApLzqc2kGDh9i0aVPNv/37u+++Czm/i4w5hg1WRXBzpW3bdk7HucFcpWy4zs8p5g2O9KDQ+Thp0pNuBQbzPFxHG9JF9muyf7p0Rf2IkYCyiUAiCcipTiRt1SUCIiACSUbggAMOMN787YXnM2++5Vb3puG2bdtatWrV4tJiLvD9s89Ep3ue0qvgmWmOie5yUc+SWPKyP+rOu1ykmnScEeSmkbc43dgHHwo5rc0sWj7s0XDK+H1sY4vnn3Eq6tatW6QNlPFCWYTj4zp3cfWxf9rpvV29tNP3ibbSFpxo2kY9vqyvd/Td91hubj1MOFs+HzYoRzsRylEG3dBhl7qXSblC+kgLAowx8wNh7JlHjDVzzHcweMy8Yt77t383adLEmG+UR9gnD/OGY+YV5bEVrkPv55Rvhy9P/kg69BIREIEKJSDjaUBATnUaDKK6IAIiIAJlJfD73//eunXrZl27drXOnTu7fX/8x6OOShuHjmdQiegR2SOSR5QbZ6as3FROBBJJgLl6+hm90+Z8TCQ71SUCIhBPArIVjYCc6mhkpBcBERCBDCLw0Ucf2cUXX2Q//vij6/WcOXPs738f5p65dIoU/yCSR0QuPJKXyG7hGBGBpi3xqnfr1i3xMiU7cSKwY8cO27hxQ5ysyUy8CHz37cp4mZIdERCBVCCQ4DbKqU4w8FSv7pNPPrG5c+emejfU/jQioDkZn8GcP3+eHXbYYbbbbrs5g7/73UHuJV4bNsTvmWpnWB9xJVC9eo242pOx8hPIysqyWrV2L78hWYgrgQZ7N4yrPRkTAREQgSCB8jjVQTuVss/FdLNmzaxhw4ZOLrnkt5+miLVBRGUot2rVqliLpHQ++up5sR0zZozrD9sZM2a4ff9B3qCOfZaFnnrqqdarVy8X0YIbz11iiy3HlCcvOi8co48k1EP9pDEe2Pbl2EdHGja83udH74V85CdPsC3R9L5cumx9P+Hk+xQ8R2BDHp8GQ1ghwTI+PVHbYDtoC/OButGHt4u0oI794JxctmyZMfbY8cKxn5feLnbYR2ACG/LzfQIz9EGhPHbIQ17KkE5eyoTrSUs1aRi64Jz7n7nGW4uJtH3++f9s+7ZttuuuVVOtK2qvCIiACIiACIiACCSUQEo71ZDq3bu3rVy50gnHXIizLSw6wgnAGeClRJ4X2wsvvDAmODgvDz74oD377LNOpkyZ4iJaN998syHYevTRR+3ee+8tsDdhwgQ3LqTxrGZBQmAHp2T58uUBjVm7du2MnxChnK8Hp+all15y+g8//NCmTZtmlA0WHD9+vA0cONDV2bdvX9cu0qPpSUsXYXwOPfRQq127dqEusaQXTrA89thjDRZk8Dr0r732mt12220GY9ISKTi3CxcudGNGW5B77rknpibQ5/A52aRJE5s3b16BPeZg39BcqF+/vusfjvH8+fNDUaRaBXV8/PHHdu2117oyzKu77rrL3TAqyBDaYV4zv2lf48aNDY6cU+SlDHrmHvpQ9pT8d0xofjRs1ND+0L69HXhACxt+1ZU2YMBA90KulOyQGi0CIiACAQLcJAwcalcEREAE4kog5Z3qII2TTjqp4BDnmugRwsU3CUEdF/PogoJTwUU3+YL6hO5XUGUs2cYZiNWJDjYD5wGHduzYsYWcEfIccMABhlPEPnLggQeyiUmwi6PSo0ePEvPjBDK+LE3FQerZs6fxzKcviK2NGzfakUce6VRE03HWv/zyS4ukZ6xdxjT54KbFkiVLrE2bNoV6dO6557qbHygZK7bIRx99ZGeccQa7hjN+yCGHFLlJ4RIr8IMx5eeauClT2moY72hz0tvyeZgL6Jg3ONxDhw7lsECYMzBAQZ7wGxPMlTp16jhO5Onfv7/hmLNPXtLZR4KMOU4lqVmzpo0cebN9uuAzmxe68TB7ztvWsVOnVOpCRrZ1288/Z2S/k73TW7duTfYmZlz7NmzQc+4ZN+jqsAgkkEDaONVcQBO14qLWO9FEj4h4cvHNhS8OJTqkVq1ahZyITZs22RVXXGE4eeRL4BgkpCoY4JQWV1mfPn3cMnpuRCD8fi35cUrZwoytF7awwqkm//XXX++WhaNH5+0RIWd80AflqquuMtq09957F6ipi2h4ixYtXFv8WGKvIFNoh3EObQr+UY5x9Qrayk0ExjWS3ufLlC38J06caB06dHBd/uKLL9zWf4Tz9PqK3HJThJsA3CiJVo+fQ8wvJJY56W1xI4l+4Sh7XUlb5h5lgm3iu2PdunUFRbGHM42CGwJ879A2zjFubqBPReFcuXPUKDvhhOPtlNBNq+P+dKydc/ZZtmbNmlTsTsa0+eQTj7Oxd1wjSSIGfXqfbNWrV8+YOZgqHa2bk5MqTVU7RUAEUpBAyjvVkydPds4XThjLW7mo5eJ25MiRBXqOuTBGiERzATxu3Di3HJQxI1p22mmn2VlnnVUQjUKfrhLkEIzYTwgs18YRhUlJDCiPY0x+lr/iKFMGZxsdwrh4PWkIqwFwXhgvjr3gsBBNpBzLvFmWTETTp5dxm9HFcKiJWCfz/KaN3Hzh3GTLMYNWljlJOcoHbyKgK0mYk9y8Ye6WlJd0nNAhQ4aYXzrOfMYGaakob735pv3f/31ggwYOsqOPOcauGn61+w7dfXe9cCmZx7PJvo1MknwMknnOqG0iIAIiIALxJ5DyTnXwmergxXDwYpxlsbxMyEeicdiGDx9ehCYX1EWUaaLggt/3zzuuMIqle0R9yUc0mK0XnHOWWPuls2w5Ru/zsCU66m1wTDrPnvobH0Qj2Q93SGhn+/btKWK03+3s/PB92XnolqXjkPlj2kpbWNIaSe/zJd82vi2CNcvrcfyCNzDCl+mH84xvKyJbY0x9vUSGeX6e57t9FDhyqV+1fj4xzr9qCn9yzqPhvGdbknBziDyRnudmHrL8m3QEptyIW7p0KYfm62Cesywch94lpNjHym9XOme6xQEHuJYfccQRllWlintxmVPoIykJbN68OSnblemN0rL85JsB+pmz5BsTtUgE0olAyjvVkQaDi3WWZAYvbrn45kKYC2T0b4aiMr4sF/EsK0Xnlxv7tHTZ8lwpjmxZ+ofDA1OWugZ5eMfGR5L91ut9XpbUBx1bxsBHo7nBgXPPTY7gTRHKYu+9994z8iNEHhk7nBpeDoUTQ39wiGgjtljyS1mW8bL8e//993cvoArXY4986SywYsyefPLJIiswWHLPuNB/OH/22WdF8pBWrJQzkWeZufERfjMlFrOMd6Q56cvGsrTc56V+VluEzz/0CPP5888/L3hcBG4sW2/SpIl988035h146uS7hLZ526m05e3fy7780nJzc23hF1/Yo48+Yt+uXKm3fyf5IFatWjXJW5iZzdtl110zs+NJ3GudK0k8OGqaCKQBgbR0qrk4xqFiSTjOHMtJuTBmGfLhhx/unAcufoPjR0Tz8ccfN5xxnLRgWjrs40SyDJ5l2DBB2Edi6R9MyRf8+SKOiYCy7Bt7bDnGqYAhOoR8lMfJQ49TjC6S4OAR+aMcLyMbPXq0c6qJguPIMKaM4eWXX+7GMWiDviCU5QYJDiXp6JBwPWnpLNxI4mYCvOg7wrnAOPioNbog50TyYJ5wzjFWtAOhLbxIjLSS2sKcIk9wTtI3dETAcbrZR4oT8rJagvoR5h/z0JehLbSJtpGOnro5p5iH1I+em1bMM9JTUbp262bDrx7hlnz/7W9D3Qv+rrn2Or39O8kHc1c5b0k5QllZWUnZrkxuVPXqNTK5++q7CIhABRNIaacaR4tlw5EYsYyTyCXCslIujLkQ5pjIEs9U41igJy8XyOyTl+NINlNdRx+DEWL20dEv2MCDfS9wCOo4ZnkuUWA4wYsxgKfnyjHlyYsOYR8dTh5bbnCw9UId1M8x5SPZI4082EMog46tt09f6BPpvn3kiaYnLd0ERjChX8F+wwQJcoEbOnjDnTKJFuYQbaIdSLAtwb74dtFm3z90HIfPSa8P5kPnhb4GvzewQd1efBuoH6EcZdCTh/zoEOpAhzD3YI6+HJLwojt27DB+VuzWW26xKc8+azwr3rpNG7vyyqusefPmCW+PKhQBERABERABERCBVCOQ0k51qsFOh/biXLBstyx9IULdunXrgp94KosNlRGBcALlmZPhtjLxeO7c/9iVV1xurAJhmfvw4VfZtm3bYkChLMlA4M4x4+zsAf+QJBmDs/56aVqMyay585JhmselDd9/vzoudmREBERABCIRkFMdiYp0FUIA54e3UFeIcRkVAREoE4FXXnnF/jZ0qJ3Ru7cNHTbU/YRWfn5emWwlbaE0bhg/3ZS/dr1JkovB2nUb0mJM0unU2XPPvdKpO+qLCIhAkhGQU51kA6LmiIAIiEAiCRCV3nVXvewqkcyLq0tpIiACIiACIiACqUdATnXqjZlaLAIiIAJxJfB/H3xgPJv+1ptv2ZoffjC2HM+eNcu2bNkS17pkLG0IqCMiIAIiIAIiIAI7CVSYU12vXj2TFM9gl112EaMkmSe8/V3ztfB8ZVmpmBRmUhYeO79rk3ZTt25de/XVV+yO22+zhx560DnRbDn+5z8fMv9G9aTtQIY3TL9THcsEUB4RMPvm66+EQQREQAQqjECFONW83blatWomKZ4BTrUYFc8oUXxwqhNVV6rUo/M4PnOT87zCvsHjYJi3fP87FKGOJE88OdHd+ItDNTJRQQSys7MryLLMVgoBVVphBPbZd78Ksy3DIiACIlAhTrWwioAIiIAIiIAIiIAIpC+BsvYsPz/fnnl6clmLq5wIiIAIJCUBOdVJOSxqlAiIgAikH4GlS5fYiOFXGRfV9I7tgw+MdUvOOY5VXnzheUPC82N/8MAB1q/PX5x8MH9+eJZijyk/Yfy4YvPEmkjdvh2X/n1oQZ9jLa98IpAKBDgPw+c5cx/x7Wcf4ZhzfuRNN9grL79sN4+80dauXeu22ODYv8PB2/XnDnrSycd3Bra8REoL0/ms2oqACIhAhRGQU11haGVYBERABFKHwMKFC81f+FZUqz9bsMBlrl1oAAAQAElEQVR2hP5fumRJuar4c/cehgSN4BA//9w0G333PTZuwr+ctG7TJpgl4ftDLrrEtePMM8+2t+fMjlg/7X5jxusR02JR6pnqWCgpT0UQwPHFrj/fRt15l+Xk5KCKKDi648c9apwPJ5x4ol01fITxTge22GjV6lDjOwLHe8WKFfbAQw+7vE9NnuT0pJMP48HvKsqEp0XSfbXsS4omuah5IiACqUpATnWqjpzaLQIiIAJxJDBr1kx79713bceOHXG0+pspLqi5UO7Zs5ctWPDpbwmhvQfG3u8iyz4ChZOJsxlKMr/PRfRdo0e5SPesmTOLRKrnzJ5tPU7uaTVq1KBYgWDHR6+9fZwB9ol8BSNlOOW+IHmIivlIGRf6lKEN6GkPfcIGx+T3ZcO3K1eusIYNG7mIvM+PLWyOHXO/PfnEv4zj8HKxHOuZ6lgoKU+8CTB3OZ87d+kas2nOA5zfps2aRSzDXM7JzbH8/Dxr3ry5O5d93tWrV9khLVu6cm3btjNsuYPQB/nD0yLp9muyfyi3/sWNgAyJgAgUIiCnuhAOHYiACIhAZhI4+OCDbfWq1bZ9+/YKAcBFMBfNXPwSXc3Pz3f1LF68yDp2PNpFdEnHCXYJET4oN3zENcZL9MKTa9bMDkXJcp0aBxVHF8e3adNmNvbBh1zUi0RfL/tEyJYsXmxc6BMBa968hVEHebZs2ezaNPjCIaEI/jyym2/riGuvs9mzZ9qyUOSrXbv2Ll945JwC9993j7tZwD5Rc6JnXbse7/I3DzkN+SHnAftnn/MXGzhoMNkkIpAyBOrVy3WOb37oXObmE8I+HfBzn/OQfXT5efnu/GI/KNyQIh/nHudrpHzffvttsEihfZz7QorQQSRdSK1/GUpA3RaBRBCQU50IyqpDBERABJKcwH//+1+bNGmiHfy7g+yAFs2dHPenY+3771fHpeU4lDPfetMGDbjA3nv3HfNLwJuHHFkcbSpp1KgRm6iC8xseifaZN23a7CJcHOOgsvSafS7yudinXpxidAjRLrb5IcfW188Wxx7dW2++5RziG6+/LuRMLyZrKHrWwsiTk5Nr2dk1rUko8oUjgP38kGPhMgU+aAMOOPUS1ebGAg4GDgTRaZyHQHbtikBKEVizJs+tvmDJN0u/27dvX9B+5j43qhD2SSAKzfnFflC4IUU+dDjYkfLtvffeJEeURhG+NyLpIhaWUgSSi4Bak8IE5FSn8OCp6SIgAiIQLwIXXPBXW7hocSF5499v2p577lXuKnAoiRyNvvteF6XF0fRLwPPy1rjoFXk+/fQTVxeOan4oqsUB5diWJC1btrLJoZsC2AnmfeH554xoMM9n4sAH09inLhx+9qmTY/bb/+EPrq1c7OOko4skOATDr77G3pgxPVKyEXmjXl8HDgY2EaLXEQuVQrl1y5ZS5FZWEYgPARxpLM14PfK8Jy1cuBk1a+bMghtq4ek8IoGOfIsXL3YOOzffcJD32qu+e66adL47uLnFPkJ+f375tEi6775dSXaJCIhAXAjISDgBOdXhRHQsAiIgAhlIYNOmTS4qTWTay5o1a+KyHJwILREqfyHOxTPO67p16xzp4Vde4SLYOJ84oVwwP/rIwy5SvGLFcpenpA8cVCLZRKSJBE+f/qphB2ebaDN6Isbhdo7q0NF4npwykyY+EYpAZztHODc319WPnmXk4eU4XrbsS+N57WF/uzhUpjmqiEIdtKdtu/bGFps+us3F/2uvveqeqSZKh1AfS9hZCs8z3OE3CoKVVA97hjyYpn0RqEgCffudZ9wIYz4jNWpkmz/HI9VLWr/+/Y1z27/9+3//+9ydQ5Tn3OAZbfI1CkWfOWcnTXrSOH84l31dfHfwPcG5gkRKi6RrsHfDSM2STgREIN0JJKh/cqoTBFrViIAIiEAyE3g+FNHtfcYZ5uXEE06wv5xztvEir/K2mwvgPn37FZipEXIEif42adLEvQGYZ56J3BL1JRP5vY7nnjnGafbpwX3yeyEdOwjlqIe8HCMsUeWCnXzoKccxepc++m7z7SQPOoS85KPN2PT7Bx30O/e8ts+DPS+UQTgmP+1p0KCB6y/5qRM9wj62qROhHMf0e+iwS91zq9iRiEAyEeBcYF4znxHmLu1j/iLsI+wj7DOnR95yq/m3fwfPIWxhk3zYwibnBucIetLRcW74POSLlBZJRxmJCIiACFQUgXg41RXVNtkVAREQARFIEIEzzzzL/v3mWwXywosvGU7vLrvskqAWqBoREIFMIICTfNrpvRPe1Yp6CWPCO6IKRUAEkpJAhjnVSTkGapQIiIAIJB0Blhzn5eXZzz//lHRtU4N+I/Dzzz//dqA9ERCBqAQ2rF8fNU0JIiACIlBeAnKqy0uwosrLrgiIgAgkkMDDD//TvfHbv/n7+G5drWvXbrbHHnsmsBWqqrQEqlatWtoiyi8CGUmgbk5ORvZbnRYBEUgMATnVieGc1rWocyIgAqlPIPzt35//7wvrd955lpWVlfqdUw9EQAREQAREQAREoAIJyKmuQLgynXQE1CAREIFiCGzdutXee+89e2PGDOOt2zt27Cgmt5KSgcD2bduSoRlqgwgkPYENG7T8O+kHSQ0UgRQmIKc6hQdPTU9nAuqbCCSWwIoVK6xXr1NszJj7bcYbM+zM3r3txhtviMtPaiW2J5lVW1aVKnb0Ue0kYlAhcyCdzqZqVaulU3fUFxEQgSQjIKc6yQZEzRGBlCOgBqcFgddff92OPfZYe/zxf9ltt91uTz/zrC1auNDy8takRf/StRMX//Ucu+yi/hIxqJA50OnItmlz6lSvUSNt+qKOiIAIJB8BOdXJNyZqkQiIQAURkNnoBLKza9jqVauNt36Ta9WqVbZ58xbLytKfCXhIREAEREAEREAERCAaAV0tRSMjvQiIgAhUHoGE13ziiSfZTz/9ZIcf9nv3FvD+5/WzgQMH2h577JHwtqjC2AmsW5sfe2blTAiBX375xX788ceE1KVKYifw/epVsWdWThEQAREoJYEKcar5YyL50f1RLY7Dxo0bS8xTXHmllcw4VkZr167VWIQuAoO8xCQ+82v79u2l/FpObPZbbrnZ5s79j+2+++42+q677KOPP7H33p9n8+Z/YMd17hxDY5SlMgnUqaufCapM/pHqrlKliu22226RkqSrRAJ77lW/EmtX1SIgAulOoEKcat4Yu379epMUz6BatWpilCTzZNu2bRqLsLHAGdQ5XPw5HAufZP8jws2TLVu2FjSzevXqlpOTY1lZafhTWgW91I4IiIAIiIAIiIAIxI9AhTjV8WueLImACIiACFQ0gSef+JeNGHF1Eblz1Ch3s6mi65f9ogRi1Tz/yr9NIgapPgdine/KJwIiIALJSkBOdbKOjNolAiIgAgki8LvfHWx//ONRRaRt27bGipoENUPVlIHAwiXL7KEJT1emqG7xL9cc+O8XS8ow80tf5Juvvyp9IZUQAREQgRgJyKmOEZSyiYAIiEC6Evh/rVtbt27dikjHTp2shn6GJqmHPTs7O6nbl1yNU2symcA+++6Xyd1X30VABCqYgJzqCgYs8yIgAiKQzATatGlrDRo0SOYmqm0ikHkE1GMREAEREIGUIiCnOqWGq/Ib+8knn9jcuXMrvyFqgQjsJKA5uRNEGTennXaaHXzwwWUsrWIiIAKZTkD9FwEREAERMEtap3rVqlXG83wNGzY0hH10ftDYR4ewP2bMGJePrc/jt1x0N2vWzKVj65JLLvFJMW/5qSHKUVfMhZIwI32AgRfPi+2MGTMKtZi8QR37LBE99dRTrVevXu4nqCiAPtxecXrSvFA2aAvOHHt77KMjP3m9nvaiCwr5yE8ePy9Ij6YnLZ3E9xNOwX5F0nsdrDg3OEeCZRK5z1jSDi/MO+pHH94X0oI69sPnJDpviy3H2EMojw4J6qkLHRLUU8ZLpDxBe+z7vNqKQKIIbN68OVFVqR4RSGkCXy37MqXbr8aLgAgkN4GkdKpxXE866SS7+eabbeXKlU7YR0caSJ999lmXPm/ePA5t4cKFtmjRIrvwwgvdcfhH7969nR3skcYFMttMEe9EHXDAAQUcYBGNVzgXHI0HH3zQ4I5MmTLF/Q4nzthtt91mH374obPr7UXTe7u+Pdhs3LixV7ttu3bt3FjSPl8P4/7SSy85PXVNmzbNqMMV2Pkxfvx4GzhwoGtH37593fwgKZqetHQRxufQQw+12rVrF+pSNP3HH39s1157rWMFy7vuuqvgJkkhAxV8gCPKuctYe7nnnntiqpW+MX+Yj4ifKxSeMGGC6xs2O3fujMr8OY/utddeM+Yt84p5hA4J6l2hnR/U9eabb7r5Rz5vk7ZyzHfP8uXLjXw7i2gjAgkhoGeqE4JZlaQYgS1bttjTT002tr7p+zXZ3++mwFZNFAERSDUCSelUc4F85JFHmr9wBSr7OEqkceE6cuRI69Onj5188sk2YMAAe+aZZ6xFixYxXdTinGMT4UKb6BSC3XAdF/3ogsKFOJFQygb1ybzPkm2cV+/0lqatOMA4tGPHjrVatWoVKvroo4/a5ZdfbvXr149J7zPttttuhhOETa8rbovjw7hRjrp69uxpc+bMKShCGzdu3GjMG5RE03FyvvzyS4ukZwzJly7C+bFkyRJr06ZNoS5F08MJJ5zM8Ax3xtFXtDCm69evL7j5UZr6GO9oczKaHZx35hDp9L19+/bGPPjoo4/sjDPOQG3oDznkkEI3bKhr4sSJ7iYE889ljPDB+UX5CElSxYHAgw+MtRdfeD4Oloqa+GD+fOvX5y9Obh55Y6EL8aK5o2uWLl1iE8aPK8jABT32vG22FdWHgkq1IwJpRoDzavDAAe785BzifEX3xozXC3oaPOa8G33nHfbqKy/b1cOvtPz8fOP7g7KX/n2oO6Yg5yI6hH102OaY+rCJzgt5SItkI6jz+TNmq46KgAg4AknpVAcvfl0rd34QZSUNR2H48OFGNOq5556zhx56yHgukGgRaTuzR9xwgUx0C1veifaRJi7SucjG8USH4ERy8e+Nbdq0ya644grDmSSf1yf7lr55hyJaW7lJwc0FL9yoIC9OKVtYsPUCS/bhSRm/jDianrwlCXVx44QbJNj0Y8S4B8syfsFjyjFeXkdbcXIYr0h6n09bc6sP4Fmcw1gRnLgpwk2A4uot7ZykncwVX47HAfx8pI+cB+ThPH/99dedU/3FF1+gKhDyFRyEdphboY0NGzbMPULCDTXKo+O7gXmPM92/f/8iN5fIIyk/AS6K8/LW2OLFi8rs8JbUiiEXXWLjJvzLrho+Im5vPK9Ro4azN/rue+2EE0909v/cvUdJTVG6CIjATgI4ts8/N81G332PO384R1uH3TzembVgM37cY9ap09F2/Akn2k0jb7GcnBwbOGiwK3/mmWfb23Nmu7ys8hhx7XVOz3mJMz5v3vuhuu61Sy+7zKgXHZn5DlqxYoU9ZJf6gAAAEABJREFU8NDDho2nJk9yznm4jryS5CWglolARRJISqe6Ijo8efJkd0GMs3bssce6KDgX2CNDEW+cN/Qcc7GMcOGMfty4ccYxbSKqhvN+1llnuYgWulQU+uP7F4zEc5MCB9QLfS2pf0SD4UkZv4wYRzaS3js3xdkkajpv3jy3dJdl3izRxXEprozSyk6A1RY4oZV9g4i5gQPMOceWY3pVljlJX5iPCHPzqquuwpT17dvXmJfUwQ2mli1bxuwEL1iwwK3IwCaPoiAYxZlmhQBz9Prrr49ppQzlJKUjsHTJEmvV6lDLza0X+m5YUVDYR59u3hldDkaZ/ve/z110ijQiTD5vpAhUgcHADmWISiHsk8SFNREpdGw55qKbOtBxEU6+4oQylCU/W46RZ56e7Ir5fbZ3jR5lI4ZfZfTLJUb42LplSwStVCKQHgTmzJ5tPU7uGfONLs6bevVyrXWbtkUAfPftSqdr2LCR24Z/8H6CeqGyOOHkyc6uaejIl5+fZ82bN3ftaNqsGarQteF3RXR8H7hEfYhA+QiodAoSSEqnmkgRF/rhPNGRFq4PHnMxzkV5w4YN3YvOcCAt9F/wmWouukMq9y940c7FMVEnH4nmApqIuMsY+KAdgcOU2IWbb7d3XOl7LI0n6ks+H7Fj3wvLhjt06OAOYXfQQQe5/Wh6lxjjB+1kiS7ZaT9bL74v/pg2Mub+mLbiQNWsWdPdTAnX++NM3vobKjwXXBkcGFM/jkSreRyAZ5qZOyW1h/EmD+PMNpowN31eXwfn9cyZM93z58yxAw88sFBx36agct999y24kYYj3ahR4YsybOPARyobtKP9shFYsOBTOyR0E6Rly1b2WegGB1ZwNBuFxoHIFdFlLn7nhaJMRJLGPviQNWmyvxHd7tr1eCMK5SNV/c+/oMAGdrzcf989bnkpznd+fr75CBT22EdHhOvMUKSLOtlyTHtw+NE1b96i4CLc2w3fUoay5GfLcXgef5y3Js/69e9vrYuJzFUPRcN9fm1FIN0I1KyZHYo057pucW5yM4pzH8XUKVPcOYvuxuuvc+defsj53bSp6Mv7KHPlFZcb3xH+fFq8eLFRzt9oi1aWuvLz8p199r2szV9bROfTtBWBzCGgnnoCSelU8zwsL5fyS39pLPvoSOM4mnBxy8U5F87zQhFPLpqj5eWinqXLOOI+DxfpRKQph56XE/k0LvZZEo2O9nh9KmzhBr+ytBumsPLROd9f9CzfZRkvOm5KwG7PPfd0z/aG68lPvliF6N97773noomMB8+1MibcKCEqjsNEf3AOsc2Y8+w49llCzvLv/fffPxTZWlnwM2Bejz3yZaoQoSZaG7zBlGgWPNfNjQ/aUtq6Ge9IczLcDo9pBG+2+HTOBfaZB3vvvbd7nINj5txnn33mHGjahZCHuUSaz0P97HthXvK9QJu8Ttv4EMgPObiffvqJu/jF8WWfaFB+6OIZR9vXwnHznZEkryOy7aNKRJu5+MaGTw9u/fJvnO+gLZZwYxfdli2bzdtjyzF63w62LCkN2g3fpwxl0bPlmP1I0qhx49BNwcI3cCLlk04E0pUADjLnGP3j3OQ8ZR85pVcvt3SbG1Qs4+bcy8nJNRxx0oOCI02+tm3buRUspGEP3chbbrXXp08PldstJNkkFZGc3BzDfjChbk7dIrpguvZFQASSjEAFNycpnWouYlmKzbJNLogRnF+iS6TFiwkOBRfLLP2mDiLcRLWIOB1++OHuwhpHOlgfkc/HH3/caA/OXDAtmffhFs4Uvkgs7YYV+cJ/vogltTgT8OOZ0osvvphsFkmP4wEznGKXKcIHjgsRb+zxMrLRo0c7p5roIA48Y8XYXH755W58giboC0JZ2uRvAqBDwvXBspm2T0TVP3cMF5jDPpEccEw5lxgr2oAw5kOHDnVvli+pLdHmJHMMWwg2fD76Rz/RU6efH/49DOip3885ynph/iDk4dxnfjOP/WMUzEu+N7wtX07b8hNg6TfPR3LxizRq1Dh0o2yFixARJQ7W4B3uoI59nsvMy8tzF+DBi3LSoom3hQNPRCsndLG+JhQ5pj2UYVujRnahdkSKZpE3KJFskI6eunAgcCTQSUQg0wmwOmXypIkxv0sBx5f363wwf14RdNu2bbNIzjHnHOXq1q1rnIf5oRt5K1eucA4zS8ExxPnP9wDnKOc+q2Tq129g4boaWjkCLokIZCSBeDrVcQWIE0ikmegjQvSZi3BfCRfK/gKWvCxhDab7fGxxyEaOHMluEaEc9hFfB7Y5JvLKM9XUg23yUhf75OW4iMEkVtD2IFP20dFk+kw/2fdC/4I6jlmeS7SX/sMBYR9eQXuR9KwCwDY3Ltgi1I9d8nPMWMEde2w5Ro/QRvSIbxdbypOOLdpAOm3yNqPpKZNuAiOYhPcrXA8zOHkJZx1evqKOGSPGKlI7wttMG2h3sH8ch89JdN4e+5RDmEv0kzTqpG70CPnQk04+dNSPsB9pDgV1lPV5yS+JHwG/9Ntb5CIbZ7pzl66G40v0+eaRN7qIbvPmLWzQgAuM5ZzLln3pi7i0FSuWu6Wi0SLVBZlDO02bNjNvC3tEt7i4PqP3mTZp0pPOzvTprxptOKpDR5s1a6bTTZr4hLsQD5mI+i+SDWxTgLrG3n8fuzHLzz//HHNeZRSBVCNAhJnHKzg3ONc571gREq0fOLWDBg+xadOmmn/797Jly4z3F1zQv5+NHXO/de9xsnPS+d7A5qjbb7cOHTu656U514f97WLzOm7I3TV6lDuvcaQHhb5f+A7gvOe8DddFa5f0IiAC6U8gaZ3qikUv62UlgMPBst2ylCey17p165iikGWxrzKZSaA8czIziaVWr/v07Wc4ub7VXGTzjDQXzzxLTfSaLcfoOeaZ6oMO+p174y8XvqSRhzSEfN4eW2wi7HshD3kRn4atUXfe5SLe2MNuUDdq9N1Ge70NvyXPaaf3dofsh9sgwS9F9TbIh446SI8mVatWjZYkvQikBYHguejPO74TjuvcpaB/wWPOnZtG3lLw9u8mTZqYP+fYks55hS3Ob74vKI8xzvWgDv3QYZc6h9u3w9sgfyQdeokIiEDmEZBTnexjnkbtw/k599xz06hH6ooIiIAIiIAIiECyEcBpPv2M3s4ZTra2qT0iIALpSUBOdXqOa6X0SpWKgAiIgAgklgDPiSa2RtUmAqlJYOOGDanZcLVaBEQgJQhUmFNdp04dkxTPoEqVKmJUOfOkCPfq1asX0WX6/K1WrZqYxGF+mv4TgQokwN+RCjQv0yKQNgSqVquWNn1RR0RABJKPQIU41bxFkaU3khpu6VE0Drvuumux6dHKSV8817Lw4a3uZSlX8WXi39dY2ywm8WFv+k8EKpCAnOoKhCvTaUWAm+dp1SF1RgREIKkIVIhTvcsuuxh/6CVViuXATBCj4hklio/mbNFxKDWTKkVtJGr8krkeOHKuS0RABERABERABERABNKTQJX07JZ6JQIiIALRCShFBNKFwNatW9OlK+qHCFQoge9Xr6pQ+zIuAiKQ2QTkVGf2+Kv3IiACyU1ArROBYgn85fTuNv7+myVikLJzoP85vYqd4/FK3HOv+vEyJTsiIAIiUISAnOoiSKQQAREQAREoPQGVqAwCe+1ZzyRikOpzoDLOHdUpAiIgAvEkIKc6njRlSwREQAREIPkJqIUiIAIiIAIiIAIiEEcCcqrjCFOmREAEREAERCCeBEqy9f3q1SVlUXqCCfz800+2ft26BNeq6koi8M3XX5WURekiIAIiUGYCcqrLjE4FRUAEREAERKByCey5116V24DfatfeTgJVq1Wz2nXq7DzSJlkI7LPvfsnSFLVDBEQgDQnIqU7DQVWXREAEREAEREAEohGQXgREQAREQATiS0BOdXx5ypoIiIAIiIAIJIzA/Y9MtJ7nXiRJVwYZ0K9b7vpnws4XVSQCIiACFUVATnVFkZVdERABERABEahgAps3b7atW3+SiEGlz4GyzsMKPkUKzH+17MuCfe2IgAiIQLwJyKmON1HZEwEREAEREIEEEcjOzk5QTapGBFKbwH5N9vcd0FYEREAE4k5ATnXckcqgCIiACIiACIiACIiACJSXgMqLgAikCgE51akyUmqnCIiACIiACIiACIiACCQjAbVJBDKcgJzqDJ8A6r4IiIAIiEDqEti6ZUvqNl4tF4EEEvju25UJrE1VJTMBtU0EKoKAnOqKoCqbIiACIiACIpAAAtVr1EhALapCBFKLwJbQzaann5psbH3LG+zd0O9qKwKpQkDtTCECcqpTaLDUVBEQARFIVQIPPjDW+vX5i5MXX3g+rt0I2mY/rsZ3GuPiHNv5+fnG9oP58w0pqS/hebDDxf60qVMsUtmlS5fYXaNHFXIGdjZBGxHISAKcE4MHDnDfHXyHcE6he2PG6wU8gsecY6PvvMNefeVlu3r4lebPWcpe+veh7piCnH/oEPbRYZtj6sMmOi/kIS2SjaDO59dWBDKLgHorp1pzQAREQAREoMIJ1KuXa6PvvtceeOhhW7FiRcGFbXkr5kK3UaNGNm7Cv5wMHDS4vCZLLE8drdu0KTEfGZo2a+b6y4U+xytXrrDc3FzreUov+3P3HqgKSdOmzWzosEutRigCjdMQfmFfKLMORCDNCTD/n39uWui74x53fnOel3TujR/3mHXqdLQdf8KJdtPIWywnJ8c4Zx95dJydeebZ9vac2Y4ab84fce11zi7nIufovHnvh+q61y697DKjXnRkxjHne4vvL2w8NXmS+w4L15FXIgIikOQEKqh5cqorCKzMioAIiIAIFCWAs9i8eXNbteo7u3nkjS765KM8XMB6HdHaCePHuYit1/l83qq/0O3cpatXuS16yo8YflVBNJkIE4ITTqZgXUSeg8fBKBX5KTfyxhts8+ZNFHURZiJa7iD0ESyLrZCq4B8X9Fy840yjXLpkieFoUx7bwbIc03ZsvPvOO/bkE/+yG6+/zvWBspFk288/R1JLJwJpQWDO7NnW4+Se7iZTLB3i/OEGXus2bYtk37Bxg9M1bNjIbcM/Nm/ebJTlnCVPdnbN0Dm/2WXLz88zvrf4/uL8Rcl3WLiO85k0iQiIQOYRqAinOvMoqsciIAIiIAIxEeCic/HixVa/fgO7avgIFyUiqoSz+dmCBdaq1aFO17x5C3dBy0VseL5gRVwEkyeoYz9vTZ7169/fObA+mkSUif38/Hyb8fp069r1eFcXUaxg3USpuJgnH/kphy1sYjtcKOttNQ/dMCC6FszTsmUrIw99z8vLMy7YfTrOdrt27V07iJZ5/WGHH25nn/MXI5LWupio+K5Vq/oi2opA2hGoWTM7FGnOdf3iZhM3uLghhWLqlCnuphw6bj7hFOeHnN9Nm351hMnjhTJDL7nYiET784nvIcr5m2jRymIjPy/ffR+x72Vt/toiOp+mrQiIQOYRqBCneuPGjZYaUrnt3Ld0i6IAABAASURBVLBhgzglyVxZu3atxiJsLPJDjofO4/J/R2zfvj3z/rJE6PGakJM77G8X26ABF1jbtu1CF8o57tlkLoinTnnWlcgPXRAf0rKl22dLhJcDfzHt86Hzgl2cVX/st40aN3bOKzZxdHG8EfbRbdmy2TncPj866uQYp5e6g5EodNgkPVxwjO+/7x53gf9kKLrMBXgwD5EtnHNuHLD0m3b4dJZ74wyER+F9urYikMkEcJA5N2HAza8hF13CrpNTevVyN6NYEs7NJ87ZnJxcwxF3GQIfONLk47uH7xOSsIdu5C232uvTp4fK7RaSbJKKSE5ujmE/mFA3p24RXTBd+yIgAplFoEKcahDiMEo2WHEMqlevXmx6obIhB1zHxfMsD59t27ZpLMLm2C+//CImYUzKMsf4PpSYW1bJM9VcxHKBS+TIPwt9Sq9THSKcSyK6HOCYchwpH+kIyzTZEnVmG00+/fQTt4wc55voVE7owhtnHCfXl6EuXzdOMsfVqlUzX5bjvLw1PnuRLRf79A2hf8EMtJML8tmzZxkOdjCNfSLUw6++xt6YMZ3DUgnfXaUqoMwikEIEWOUxedJEd/7G0mzOs0WLFtkH8+cVyb4x9H0eyTnGaadc3bp1je+F/NANZb4D0HHuYojvDL47+A7he4PvLlbbhOuCN8woJxEBEcgcAhXmVGcOQvU0nICORUAERKAkAjiXs2bNdNFdH4E+qkNH87pJE59wUaBI+YK2+/Y7zzm+RLwRH4XyeYgEN2/ewkXIg1HyM3qfaZMmPenqpwzPZeNAY2PsmPute4+TjbI8V0m54Vde4U0W2VJ2+vRXna1oEWecA5xyIt5BAywVZ/kpUfymTZsHk0LR/NwSn6nepYr+jBeCpoO0IsANKh4J4Rzk3OQ88ytKInUUp3bQ4CE2bdpU82//XrZsmXFeXjRksPlzG+fYv6th1O23W4eOHd1z20SyORe9jvOT9zPgYONIDxpwgfve4LsKhztcF6lN0omACGQGAf01zoxxVi8jE5BWBEQgQQROO713yEnMKaiNC9JRd95VsHyTi+egrtPRx7i3ZAd1kaLAXET7Z65JZ0knZdiSRoVEgklDqAcdeXz9Pq+3g5508pFGubEPPuSeAUePPewg7FNPpLKU90Je8pAXHceUxXHHNnWgwz51ko9jr6dMJMmSUx0Ji3RpRIDzhPMA8ecQ581xnbsU9DJ4zDl008hbCt7+3aRJE+Ocpjxb0jm/sIWO84/yGPPnnNeh92/j9+3wNsgfSYdeIgIikHkE5FRn3pirxylJQI0WgfQnwFJvolEIUWMiwOnfa/VQBEQg3gRwmk8/o7eLPsfbtuyJgAiIQCQCcqojUZFOBESg7ARUUgTKSMBHiYgeEUXiwriMpjKm2NatWzOmr+qoCJSHwPerV5enuMqKgAiIQLEE5FQXi0eJ8STw+OOP248//hhPk7IlAvbJJ5/Y3Llzy0RChUQg1QnwwstU74PaLwKJILDnXnslohrVIQIikKEEksqp5uJ4+PDhhYZizJgxhhRShh3MmDGjxDxhRXRYSgKMTbNmzaxhw4ZO2rZta6tWrXJyySWXFHKWyduvX78CHY50r1697IorrrAWLVoY40X1Xo9Nby+oQ085dOSnHDok0pwgH/lJ9/YoF01PWqYLHBm/yuRAGxgzL7496BnzYNtIC+rY79atm5166qnG2DPW5Efv7WEHHfOVeeH12EKPkMfrKYsuKMGywXqi6YNl47QvMyIgAiIgAiIgAiIgAklKIKmc6iRllPHNwsno37+/iwauXLnSkHnz5ln9+vWtpP9wcs4991wbOHCg3XrrrcZPXXTu3NkVu+qqq+zYY48tYq9du3YuH/VMmTLFdtttN+e8v/TSS07/4Ycf2rRp01yE0hna+TF+/HhXD+X69u1rN998s0uJpneJGfrhncH58+dbrVq1Ko0Cju3ChQvdHGDckHvuuSem9jAvH3zwQXv22Wed+LnCTZ3bbrvNmCfYu/DCCwvsnXbaaQV1+XrITz7ktddeM8rCp6BQaOfee++1Rx991JVt3LixMadCaoumJy1zRT0XAREQAREQAREQgcwikFJONVFsLniLiygRcSIaxUVxcfnJ5+34yBMX6eiZAlxoH3fccc6ZwzHk4r8km5RLN6HvEydOdA5FLE50eP9Zlovj7B1pnw7f9evXW9+Q8+t1xW3Jf9JJJzkHm3b07NnT5syZU1CEdm7cuNGOPPJIpyNyuXz5cvvyyy8tkp6xdBkz9AOG3BgZOnRopRFgTJkD/uZHaRrCeHOTZezYsUVuCuD8Xn755THd9KHOjz76yM444wx27dBDD7VDDjmk0A0b5kqdOnVcGpm4wcTNiGXLllkkPW0jnyQFCKRBE7ds2WwndukkSSIGxx/XwToffYTGJMYxqV07MTd2l3/zdRqc8eqCCIhAshJIKaca54hoEkJECWcveAGLU0zUC2cBpyFafvK9+eabLuqJLR95ogwXy9jEYcMh44J6yZIl7sKd9Gg2k3WAy9su+o4Nln6zjSQ4zizr9jcpWI6Ls0RexuOAAw5gt5DAFQVODOW4acExfIk8enuMFXrssPUSbpNyjKVPJ/rKuG7atMlFF8P1/ljbyiPAOdamTRt3oyRaK/r06eMeN2COIM8884zLynizwziz9cK5yz4RbPIzb3He0THnHnroIWcvqP/iiy9ILpDwuUW5devWFaTzPVC7dm13wy2SviCjdkQgjgSimbp0SH+7sP9ZkiRicNEF59jQQX01JqUYk2jzO576xvvsG09zsiUCIiAChQiklFPNBTRRInrARfFBBx3ErpOpU6caF9LBqFe0/ES4WI7MsmIKYxOHDJtcLHPBzsX5tdde66KhXFRzgU7eaDZJywQhkg8LWHlnhegwy7phiHDDA44l8ViwYEHBknLy4kDjsHBTBDss32Vlgq+HPJL0JMD5xooR5hZbjunphAkT3E0R5gPC8m30xQkrFFgdQX4eE7jrrrvc8/3cwOEmkdcPGzbMOcbF2VKaCIhAqQmogAiIgAiIgAhkHIGkc6q54PUX1KUZDSJGCA5xacoF8+JkE6WaPn26U3ft2tVdjM+cOdM6dOjgdJn2gZNL1Nlz5flUHOiOHTvGhAKe4VFmXxBnHPscs7SbbVBIa9++vVNhx+3s/Ai3yc0OHLKdyW7JN85VzZo1XWQyXO+Pta08AoypH0fOPZ6JjvWGDONNy/28ZN8LN3T8+crNn+DNN58HPcu8OT7wwAPZFIhvk1cwD1nm7Y+5ycY5EU3v82krAiKQ7ATUPhEQAREQARGID4Gkcqq5SPXRS7rHxSuRJn+BjC6a9OvXz3iOcvDgwc4RjpYPPQ4cUW3vvPMMpnfIuNAnOsZFPhfun3/+uXPQuAinbKYJY0LULxaukdgQHWQMw6PN6HF6GWPKceOCutj3Qpn33nvPPRtLml/uTxlsMi+IbrN0nPHihgxL0SnPEnKWf++///4u0hmuxx75JJVHgJsqzAFWP5S2FYw352pwZQo20LOknKXlHBOZxgFGz7EX5gN1c47vvffe7p0BpDHnPvvsM/f8NO1CyMP3AGnk4fuCOvbcc0+LpA+vizISEagoAqtXr6oo07JbRgI//fSTrVu7toyloxSTutwEvv5qWbltyIAIiIAIRCOQdE41F6wszcbJPfzww52jjAMWrQNBPS/Doiz5/QVwMN3vkw+Hyz+3i54ILFvKZmVlucg0F8dcPKNnn20mCmxwrD0vtnCBVUk8cF5Hjx5tvFjsisBPaqFnrBhjxhrBHuPGDQyOKUNZ8pJGndRNGW6goAvWz9vEEcryzLx3uNAh4fpgWe0nngDn1OOPP26MFWODMOa8PI20klrEvCQPz/DzYjq/bJyX33mbPNpx8cUXk839lBt1IMwHXnJGPXwfkAE99fs5hw4hD20ijTzoqDuannSJCCSKwF57lfwrDIlqi+r5lUC1atWsTt26vx5k4Geydnnf/Zoka9PULhEQgTQgkFRONTxxlIguEXVE/AUvaSNHjnQRJPa5oMWxYkseLnLRs0957ETLTz5+Tgf7CPvoEBy4N954o6Ae7AbTi7NJ+XQVOMDKC8f0FV7wYRw4RmA/bty4ghdQccyYhP+kFmMVbs/nRU8ZjrGJUCd6hLLo2FI/+7TFP4/NUmLfpmh6ymS6wJc5XVkcGCPGijFFgmPOeDO+wbYx1kEdxywZZ2UCdrCHsI895gPjjw3KoUOCetKwgz68ftpAOpxIIw950SHR9KRJREAEREAEkpqAGicCIiACcSOQdE513HomQ0lH4Nxzzy1wtJOucWpQyhLAsWUpecp2QA0XAREQAREQgWIJKFEERCDZCcipTvYRUvtEQAREQAREIAqBvLw1UVKkriwC27dvs40bNlRW9ao3CoHvvvs2SorUcSUgYyKQoQTkVGfowKvbIiACIiACqU8gN7de6ncizXqwyy67Wq3dd0+zXqV+dxo02Dv1O6EexJWAjIlAPAlUiaexoK26detaXUmxDHbZZZdi08WvbsL41KhRI2F11U2R84KX7aRKW5O5nab/REAEREAEREAERKDsBFQyBQhUiFNds2ZNw0mR1CiWA061GBXPKFF8NGeLjgMv/EoU/3SuJwX+DqiJKUxgx44dKdx6NV0EEkdg27ZtiatMNYlAxhLI3I5XiFNdpUoVy8rKkpTAgGmXlSVOWVmVz0BztugYiElRJllZpddx84xzXSICFUFg048/VoRZ2Swnga1bt5bTgorHm8CPGzfG26TsiYAIpDKBOLe9SpztyZwIiIAIiIAIiECCCOxWq1aCalI1pSFQvXr10mRX3gQQqFO3bgJqURUiIAKZSqAinepMZap+i4AIiIAIiIAIiIAIiIAIiIAIZAgBOdVuoPUhAiIgAiIgAqlPID8/3555enLqdyRFe7BlyxZ7+qnJxjZFu5CWzf5g/nxD0rJz6pQIiEBSEJBTnRTDUIpGKKsIiIAIiEBGEHjxheetX5+/OLn070MNhxnHAPEA2Ec4Jn3kTTfYKy+/bDePvNE5dt6GL08+SWwEli5dYoMHDnD8GQc4o3tjxusFBoLHONKj77zDXn3lZbt6+JVuvDx/7JCXgtjBXkk68koKE2COM5fhh8CXHNxIIo19JHgM7/vvu8cQn5886B98YCy7bqy8XZ8He+E6l1kfIiACIhCBgJzqCFCkig8BWREBERABESgbAX9hP27CvwwZdeddlpOTE9UYDt34cY/amWeebSeceKJdNXyEbd682VasWGEPPPSw0z81eVLU8kooTAAH+Pnnptnou+9x/BmD1m3aFM4UdjR+3GPWqdPRdvwJJ9pNI2+x7OxsJ5S99LLLbM7s2e5Gx7x574fs3mvoqGPt2rUWrmM8w8xn/CFO7gNj77fhV19TMCZ/7t6jWC6M4+zZM+38C/5qQy66xHx++E6f/mpB2bfnzHbnCOfK4sWLjHKRdAUFtCNwDxjaAAAQAElEQVQCIiACYQTkVIcB0WFGElCnRUAERCBpCOA84Ax37tI15jatXLnCWrU61Jo2a1ZQJj8/z5o3b+5+2tHrcSYKMmgnKoE5IQe4x8k9HbuomQIJ+fn5Vq9errVu07ZAy08FHte5S8ExO9zoqBfKxw2Shg0bhZzumoZTHa4jH/klvxHAye3a9fhiby79lvvXvaVLltiv45j9q2Ln54zXp4fOjRYh/r/qt2zZ7M4dxqx58xaWn5cfugFSVLezuDYiIAIiUISAnOoiSKQQgWQmoLaJgAhkAgGcLC7wcdZYgoqwT99ZxsrSV4R9dDgB4Y5YJB15JSUTqFkzO+S85bqMLBGGNcuFUUydMqVgSfiN11/nVgTkh25gbNq0meQiwo2M16dPt+49TrZI+datW2vRyhYxlsEKIv85ub+u1mAlB2PCFiRr1uTZsL9dXDAu7733Hmq3UsPtBD7yQzdAcKLbtP31BgjjQ/lAFvv5558tXBdM174IiIAIhBOQUx1ORMciIALxISArIiACZSbABT0X+0Q0Wfrdvn37AlssY2VJMcI+CTgbOB3se4mk82naFk8AJzc/5CiTa+CgwW7pMPvIKb16FSw/HnHtdS7amZOTazjipAclP+TAjbzxBuvStWvISc8JSdF8derUjVg2aEf79uvNi1AEGRYs4/bsOeYm1Oi77y0YF3++NGrUiORC8saM6XZc599WgXDzivLBTFWrVnUrD4I67YuACIhAcQTkVBdHR2kiIAIZQUCdFIFkIoAjTXtYoso2FsGpmzVzprHc1edHt3jxYsM5R4+DgQPh07WNTqBly1Y2edJExy56rt9SuKGxaNEi+2D+vAIl3HmOfdil/7CmTX9dlk8+bpjgbLNkn+MGDRq4qGhQ5+dAgTHt2CEtW9pz06aGov35MdPgHPh1HH9dRcCz0m+9+ZaLarPKYOZbbxrR7ho1st25w5jx6AWPS0TSxVyxMoqACGQcATnVGTfk6rAIiEAKE1DTM4RA337n2aefflKwnJUL/OIcLdL69e9vjz7ycMHbv3HYGoUidYMGXGCTJj1pR3XomCH0yt/N1m3auGfUYccyY15qhVMXzXKNGjVs0OAhNi3k9Pm3f3/33XfGS6/8smSW8LNEv23bds6pG3X77dahY0f33Ha4Llo9maznxsTJPU9x7BiTsWPut9aBZ9gjsWm9cxwfefif7u3fny1YYGMffMhFtIl0H33Mse7lZZwbnCOMN+cM51MkXaQ6pBMBERABCMiphoJEBERABEQgzgRkrjwEcNJ4gzdLvBGWu2IPJwFhH2EfYR+nY+Qttxa8/RsblKM8S8hxFMgniY2AZwc/xgKeMD4u8PKx4DF8eeu3f/t3kyZNDO6UR9gnD+PFMc4d5WlNJB16SWECnhP8PE9ynHZ6b4Mt+0jwmHHkMQmEfdIR2Pfp249dVxZ72PV5sBeuc5n1IQIiIAIRCMipjgBFKhEQAREQgQwikEZdxRHAoUijLqVUV3C8Tz+jt4s+p1TD07yxOONImndT3RMBEahEAnKqKxG+qhYBERABERCB0hBQXhEQAREQAREQgeQjIKc6+cZELRIBERABERCBVCeg9ouACIiACIhAxhCQU50xQ62OioAIiIAIiIAIFCUgjQiIgAiIgAiUj4Cc6vLxU2kREAEREAEREAERSAwB1SICIiACIpCUBORUJ+WwqFEiIAIiIAIiIAIikLoE1HIREAERyCQCMTnVVapUsV9++SWTuKivIiACIpBUBHbs2FFse7KysqykPMUaUKIIiIAIZCaBlOw11+Vcn6dk49VoEUhDAjE51fxExObNm9Ow++qSCIiACKQGgaysrGIbmp2dbfqeLhaREkWgEIGtW7fao488YiNGXF1IZs+aVShfaQ+eeeYZ++9//1ukGHpf1/XXXWszZ75l27dvL5JPChGITuC3FL7vuT7/TaM9ERCByiQQk1Ndt25dW7t2bWW2U3WLgAiIQMYS+Pnnn61q1arF9r927dr6ni6WkBJFoDCBXXfd1Vq2amV//ONRtuzLL61O7Tpuv1HjxoUz7jz6/vvVdkrPk23BggU7NZE38+fPs++++65IIvotoQAF9R3+//6f3Xffffb0008VySeFCMRCgEh1VlbxN1tjsVNheWRYBDKMQExONRdzP/30U4ahUXdFQAREIDkIrFq1yvbaa69iG0P66tWri82jRBEQgd8I7LLLLta+fXvr1q2bNWzUyP5f69Zuv1mzZpafn29Elp9//nnbuHGjK/TNN8vdjauPPvzQtmzZ4uStt960hx580DnasUSdDzjwQFdH9+497MILh9hHH33kbO/YscPZGPfYY/bVV1853YYNG2zu3P+4elCsWLHCcMyphzZNnTrFXnvttYL0devW2rx58+z999+3J594wrgJQDm+P9577z0XFafd//nP20Ze0iLZQS9JbgJck3NtntytTJ3WqaUiEA8CVWI1UjcUreaPTKz5lU8EREAERCA+BL7++mtrHCV65mtoFHIKVq5c6Q+1FQERKCOBNWvW2F8vON++/vore+/dd+2yy/5R4LgGTS5c+IXNmjnLau2+uw392yU2derUYHLE/R83/uicXSLZ/35jhjVu9GtU/NVXX7XLQ/X89PNPNmjgAMPxxWmaNHGSfRaKjON0P/bYo7bqu1W2adOmkEM+2P7v//7PWKo+bNhQ1z6cftoxffprtvTLpTZ40CCjL5999pmNGXO/sdx9w4b1dueoUUbeDSGn/cILBxexE7HhUiYVgW+++cb22WefpGqTGpMQAqokiQnE7FRz53bRokVJ3BU1TQREQATSkwDfvXwHl9S76tWrF0TVSsqrdBEQgcgEvvjif1a/fgMbMuQiu/yKK2xrKCr95ZdfhpyYxkaA4bDDDzeeZT300N/blVddZV26dLYTTzzJRZEjW/xNO3Hik9b7jDPs+G5drVq1anbBX//qIsjTX3vV+vY7z0455RQ78aST7K0333J1/PGoP9qs2bOMVSiLFi603x92mC384gv3UsLz+59vfzn3XMsL3QQgik0tpP/975caslf9+vbtt9+ijijF2YlYQMqkIcDfhKZNmyZNe9QQEShKIPM0MTvVBx98sHG3M/MQqcciIAIiULkEuGDeb7/9SmyEvqdLRKQMIlAigS1bttputXYzblIRLa6Rne0c3/CCEyaMt64hh3pUKPL79ttvhydHPMaJ/nfIYb7pppG2dt0647luIsjr128IOdL/tnvvvdc9j33gQQe58kcd1cE+//xzF5FuccABxoqUdevX24rly+2RRx8xnPRWrQ4NOeDVXf7SfMTLTmnqVN74EOBFeL/73e/iY0xWRCDTCcSp/zE71SwzYbnStm3b4lS1zIiACIiACJREgIun5s2bl5TNpf/+97+3Dz/80O3rQwREoGwEeD/BV8uWuejwd99965ZQ161b17KyqliVKrs4o7w8kGeXr7n2OrvtttvtuOOOc/pYPzp26mTr1q61jz760GrWrGmsRCHKfMMNN9oll/wtFPk+0ZnCiW7QoIHdfffd9qc//cmysrKMG2x77rWXDRo0yK4N1X9e//4hZ/vXZeSuUNhHndq17Zft280772zJUlo7lJFUPgGW9HMzZvfdd6/8xqgFIiACBQRidqop0bp1a5s7dy67pRHlFQEREAERKCMBvnPbtWsXU+m9997bPVv5ww8/xJRfmURABIoSIAJ4zDHHWqeOHazXKafYn//cPeS0NrKcnBxr2qyp/e2Si23t2nzr0aOHjbj6ajvm6KNt0qSJ5v9r/f9a21VXXuFePOZ14Vscoh4n97Qnn3zSCFb0O+88e/311+3AA1pYz5N7FFxrZWVlWefOXaxp0/2NiDR2WPbLy9WO79bNWrU8xEbdcUeoPWtJiii/P+wwa968hR15xB+sX98+ti4UISdjae1QRlL5BPibwAv2Kr8laoEIiECQQKmc6g4dOhR80QeNpM++eiICIiACyUOAF4/xUqImTZrE3Ci+p2fOnBlzfmUUAREwF20+9thjHYpddtnFBgwcaJ//7wv78KOP7eyzz3YRYvS3336HvfHvN23PPfeyLl262n9CgYa3Zs60WbPnOBsYOP2MM+zd9963li1bclggRLQvuOCvBcc9Qk75XXfd7ZaAE5GeMmWqLVy02Oa8/Z9Cke+OHTvav5540nDEKZyVlWV9+/azTz5d4Np45+jRRiSd+saMGesi30S/2UdHVPO66693eWfPedve/s9c17asrMh2qEOSnAT4Ga1PP/3U5FQn5/ioVZlNoFROdXZ2tvHM3pw5czKbWjL0Xm0QARFIewLTp08vdHEdS4dZUbR48WJTtDoWWsojAiIgAqlDgJ9QO/LII1OnwWqpCGQQgVI51XA58cQTDad68+bNHEpEoEQCyiACIlB6AgsWLHAvR+JGZmlL8z39wgsvlLaY8ouACIiACCQpAW6Ufvzxx3b00UcnaQvVLBHIbAKldqpZ/tS5c2d75plnMpucep+OBNQnEUgKAjxj+eKLL7qf1ylLg1q1auV+rue9994rS3GVEQEREAERSDICTz/9tJ188slJ1io1RwREwBMotVNNwbZt27pngGbNmsWhRAREIOEEVGE6E3jiiSfsmGOOsdzc3DJ384wzzrA333zTvv322zLbUEEREAEREIHKJ/DKK69Y48aNjZfoVX5r1AIREIFIBMrkVGPorLPOcj/dwgsTOJaIgAiIQEQCUpaKABFqXjr0hz/8oVTlwjNXrVrVzjzzTBs/frzxsrPwdB2LgAiIgAgkPwFWHH3zzTfWvXv35G+sWigCGUygzE41zC644AJ76aWX7LPPPuNQIgIiIAIpTaCyG89LaPi5m3gt8WvSpIkdf/zx9sADD7if2qrs/ql+ERABERCB2Al88MEH7ld3/vrX394aH3tp5RQBEUgkgSrlqWy33XazCy+80F5++WWbN29eeUyprAiIgAhkNIFp06ZZXl6enXPOObFwiDnPYYcdZvxU0N133603gsdMTRlFQAREoHIJ8FLgt99+24YMGeJ+0q1yW6PaRUAESiJQLqca47Vr17Zhw4a5peB62yxEJCIgAiIQO4ENGzbYQw895F4sxmM1sZeMPefhhx9up556qv3zn/803h4be8l45JQNERABERCB0hB49tlnbenSpXbJJZcYj/KUpqzyioAIVA6BcjvVNHvXXXc1lqZUr17dRo0aZUuWLEEtEQEREAERKIbAO++8Y/fdd58dccQRxs9gFZO13EnNmze3iy++2N5//3176qmnbOvWreW2mXYG1CEREAERqEQCX3zxhd16661Wr14969OnTyW2RFWLgAiUlkBcnGpfadeuXa137942ffp0mzBhgq1YscInaSsCIiACIrCTAC94HD16tC1fvtz+8Y9/2KGHHrozpWI3tWrVMt6Fsd9++9mdd95pb7zxhv3yyy8VW6msVwgBGRUBEUgfAvwt4KWSbTTW3QAABEJJREFUM2fOtH79+rlff0if3qknIpAZBOLqVIOMV/4PHjzY2rVrZ88//7zdf//9LjLy008/kSwRAREQgYwksGbNGufE3nLLLYZTffbZZ9tpp51WKUv7eLP4VVdd5Z7Tu+222+yZZ56xL7/8MiPHRZ2ucAKqQAREIAIBrotZOTRmzBjj8UlWLA0YMMDq168fIbdUIiACyU4g7k617zC/pYdzzUXjDz/8YERlkClTphhLHhcuXGgrV66077//3r08hzySH8QiNFc0DzQPUnkOrF692kWg+VWEWbNm2cSJE91yvsmTJxuPyAwdOtR4djoZLpz+9Kc/2ZVXXmkHHXSQ8VKcm2++2R577DH797//7X7VgdVGa9eutY0bN0rEIAPmgOa5zvX4zwHem8FNVW5czp8/3wWceHEk18RcA/fq1cu4Xj7wwAP9JbS2IiACKUigwpxqz4ILxxNOOMGuuOIKGzRokB1yyCHup12I1LD0kLtzRLQlz7svWnEQB82B1J4D/MwgS/gWL17sotBHHnmk+/7jlxI6dOhgNWrU8F+PSbNt1aqVnXvuuUb0ulu3bsYycd6NgXPNzQAe55FMcI81iYM4JMUcmKBxSJVxePzxx23q1Kn27rvvul94aNasmZ1//vnu7wLv0mjQoEHS/C1QQ0RABMpOoErZi5a+ZHZ2th0Uiogcc8wxxp05LuL69+9vEjHQHNAcSJc5cN5557mfxerRo4fhUDdp0qT0X5aVWKJhw4bWvn176969u3O0Bw4c6H46kZsCkgvF4kIx0HlQujkgXhe6d1mceeaZ1qVLF2vZsqW7cVmJX/OqWgREoAIIJNSproD2y6QIiIAIiIAIiIAIiIAIlJeAyouACIhAmQnIqS4zOhUUAREQAREQAREQAREQgUQTUH0iIALJRkBOdbKNiNojAiIgAiIgAiIgAiIgAulAQH0QgQwhIKc6QwZa3RQBERABERABERABERABEYhMQFoRKA8BOdXloaeyIiACIiACIiACIiACIiACIpA4AqopCQnIqU7CQVGTREAEREAEREAEREAEREAERCC1CWRO6+VUZ85Yq6ciIAIiIAIiIAIiIAIiIAIiIALhBMp5LKe6nABVXAREQAREQAREQAREQAREQAREIHMJJNKpzlzK6rkIiIAIiIAIiIAIiIAIiIAIiEBaEpBTHXFYpRQBERABERABERABERABERABERCBkgnIqS6ZUXLnUOtEQAREQAREQAREQAREQAREQAQqjYCc6kpDn3kVq8ciIAIiIAIiIAIiIAIiIAIikG4E5FSn24iqP/EgIBsiIAIiIAIiIAIiIAIiIAIiEBMBOdUxYVImEUhWAmqXCIiACIiACIiACIiACIhAZRKQU12Z9FW3CGQSAfVVBERABERABERABERABNKQgJzqNBxUdUkERKB8BFRaBERABERABERABERABGIl8P8BAAD//6SJvX0AAAAGSURBVAMArZD5rO5up3EAAAAASUVORK5CYII=&quot;"/>
    <we:property name="snapshotTimestamp" value="&quot;1787918603037&quot;"/>
    <we:property name="snapshotAltText" value="&quot;Assignment, Page 1&quot;"/>
  </we:properties>
  <we:bindings/>
  <we:snapshot xmlns:r="http://schemas.openxmlformats.org/officeDocument/2006/relationships" r:embed="rId1"/>
</we:webextension>
</file>

<file path=ppt/webextensions/webextension3.xml><?xml version="1.0" encoding="utf-8"?>
<we:webextension xmlns:we="http://schemas.microsoft.com/office/webextensions/webextension/2010/11" id="{00D3A519-27FF-40D4-B26F-E1B5457732C4}">
  <we:reference id="wa200003233" version="2.0.0.3" store="en-US" storeType="OMEX"/>
  <we:alternateReferences>
    <we:reference id="WA200003233" version="2.0.0.3" store="WA200003233" storeType="OMEX"/>
  </we:alternateReferences>
  <we:properties>
    <we:property name="artifactViewState" value="&quot;publicSnapshot&quot;"/>
    <we:property name="backgroundColor" value="&quot;#FFFFFF&quot;"/>
    <we:property name="bookmark" value="&quot;H4sIAAAAAAAAA8VVTXPaMBD9K4zOno6NMRBuwc2tzTDA5NJhOmtrTZQIyyPJJjTDf+9KgqRN0o9pS7n4Y3elfX5vn/zIuDCNhN01bJBN2FSp+w3o+17CIlaHGPYHmFzwmPcHvJ/Gw3GapZRVjRWqNmzyyCzoNdobYVqQbiMKflpFrNFoUHd4jduQo6sohBR2xyZWtxgxkHIGa7egAmko0KA2qgYpvmBYY0LpPmL40EilwXVdWLDoOndUTu+EMnnnQEFpRYcLLG2I8qrk42w0LsdxlmaYZZhmVGZCgQf/Zonb2rfPVW1B1NTGxUYcRhgPigKLQRknFR+hh1EJaQ8lxe7qodFEANGyaxx/l7yDukTO/CcQJwHxI/uIYFrtN7j6LrFQrS5xjpVP1dYTxgrSRtRrw/ZExkwrosrHL4kE4rA3DfneDcgWfdGt2uYaiSrOJvE+ekKUU2ittChBvgKVK9lu6r/FlLfGqg3q3tJ1/BmWU7OzVBbkkRvzBpQVRQzl5GHgnrVfBoSlZyS/BW3d2Bd3NDxOalqnNEc93Xm13wt9HLt+9ALyiZXer46TT8V338z2QegA8DTKrvaugKdVUlyUBWARD5MUYBgPz26MIP0cO6x/YYizD+H/9OYh/tme25pzbKhrb+7O8j/wZSM6ZZdQSDyzLV+p+0M/ztXW/EMvvlDSWdG78ZkMRk5d+w9UrTUNlDiDGj2EJuwj0NeRwFBzx7x/1u7+QZB3A/HhpJkw/5dmvknnfuYSf3fBAd5XAnFxBXEIAAA=&quot;"/>
    <we:property name="creatorSessionId" value="&quot;37357015-f6cd-43dd-b9b9-f5d8efa6aa87&quot;"/>
    <we:property name="creatorTenantId" value="&quot;aa0fb800-7011-42c3-bffb-1f3a9e9b2ed9&quot;"/>
    <we:property name="creatorUserId" value="&quot;1003200245A7A7A9&quot;"/>
    <we:property name="datasetId" value="&quot;a85d4ca9-4c1a-43dc-be16-18b7333ed1bb&quot;"/>
    <we:property name="embedUrl" value="&quot;/reportEmbed?reportId=2713a51e-c6c1-464a-a8d5-bdef182f38cf&amp;config=eyJjbHVzdGVyVXJsIjoiaHR0cHM6Ly9XQUJJLVNPVVRILUFGUklDQS1OT1JUSC1BLVBSSU1BUlktcmVkaXJlY3QuYW5hbHlzaXMud2luZG93cy5uZXQiLCJlbWJlZEZlYXR1cmVzIjp7InVzYWdlTWV0cmljc1ZOZXh0Ijp0cnVlfX0%3D&amp;disableSensitivityBanner=true&amp;storytellingChangeViewModeShortcutKeys=true&quot;"/>
    <we:property name="initialStateBookmark" value="&quot;H4sIAAAAAAAAA8VVTXPaMBD9K4zOno4pMVBu4HJKSRjD5NJhMmt5TZQIySPJJJThv3clQ9Kk+ZhpSznZXq133763z96yQthKwuYCVsgGbKT13QrMXavNIqb2scvL88kwO7++GE7GFNaVE1pZNtgyB2aJ7krYGqSvQMHvi4iBlFNY+qcSpMWIVWisViDFD2yS6ciZGncRw4dKagO+5MyBQ192Ten0TL3bnzrUEbgTa5whd020KHnRT3p93o+TToJJgp2E0myTEJC9muJLh/apVg6EojY+1iugh/FZnmN+xuN2WfQwwCiFdPuUfDN+qAxNRzNvKs/KsFiD4liwMIJB2yDesgmCrU0oMH52MNO14ZhhGY6UE25DdXJiXKilZTsiY2o0URXiQyKBOGyNmvPWFcgaQ9KNvk8NElUFG8S76BFRSqGlNoKD/A1UqmW9Un+LKa2t0ys0rbnv+B6WY7Mz1w7kgRv7CpQFRSydyf3CPWk/bxDywEh6A8b5nc5vaXm81PSeNgWa0Sao/VWYw9p9jl5APrLSu8Vh8yn59pfd3gvdADyOsoudTyg6ZTv/wnPAPO62OwDduHtyYzTSZ7hG9YEhTr6E/9Ob+/i1O7U1M6yoayvz3/I/8GUl1trNIZd4Yls+n+NNM2b63v5DI76Q0fswWPGJCUY2XYbpdO1sBRynoDBAqJo6AkMeqQuq8LSHe+Ov3wQZt2G9+cwMWPhFs9CEhBCe+Pdf8D9uFmAFdD8BMcr4YUMIAAA=&quot;"/>
    <we:property name="isFiltersActionButtonVisible" value="true"/>
    <we:property name="isFooterCollapsed" value="false"/>
    <we:property name="isVisualContainerHeaderHidden" value="false"/>
    <we:property name="pageDisplayName" value="&quot;Page 3&quot;"/>
    <we:property name="pageName" value="&quot;dfcd8578c80535e55e35&quot;"/>
    <we:property name="reportEmbeddedTime" value="&quot;2026-07-16T15:51:41.018Z&quot;"/>
    <we:property name="reportName" value="&quot;Assignment&quot;"/>
    <we:property name="reportState" value="&quot;CONNECTED&quot;"/>
    <we:property name="reportUrl" value="&quot;/links/Z5hzbPhkQI?ctid=aa0fb800-7011-42c3-bffb-1f3a9e9b2ed9&amp;experience=power-bi&quot;"/>
    <we:property name="snapshotLastRefreshTime" value="&quot;7/16/26, 4:17 PM&quot;"/>
    <we:property name="snapshot" value="&quot;data:image/png;base64,iVBORw0KGgoAAAANSUhEUgAAA9MAAAImCAYAAABQJdlbAAAQAElEQVR4AezdB4AURdrG8XcAYcksSSUo2QQmwCwg2XyKAUVPMQJmz894nhGzqKciRjBgQsUMGFAxCxjRUxEwECRnWJJ8/RT20DtsDjM9Pf87a6e7uqq66lc9S7/dPbMVNvI/BBBAAAEEEEAAAQQQQAABBBAolkAFS7v/0WEEEEAAAQQQQAABBBBAAAEEUitAMJ0Mf/aBAAIIIIAAAggggAACCCAQKQGC6UhNZ9kNhpYQQAABBBBAAAEEEEAAAQTyFyCYzt+GLeklQG8RQAABBBBAAAEEEEAAgaQJEEwnjZodIZAowDoCCCCAAAIIIIAAAgikqwDBdLrOHP1GIBUC7BMBBBBAAAEEEEAAAQScAMG0Y+AHAghEVYBxIYAAAggggAACCCBQHgIE0+WhSpsIIIBAyQWoiQACCCCAAAIIIJAGAgTTaTBJdBEBBBAItwC9QwABBBBAAAEEMk+AYDrz5pwRI4AAAggggAACCCCAAAIIlFKAYLqUgFRHAAEEEEAgGQLsAwEEEEAAAQTCJUAwHa75oDcIIIAAAghERYBxIIAAAgggEGkBgulITy+DQwABBBBAAIGiC1ASAQQQQACBogsQTBfdipIIIIAAAggggEC4BOgNAggggEDKBAimU0bPjhFAAAEEEEAAgcwTYMQIIIBAVAQIpqMyk4wDAQQQQAABBBBAoDwEaBMBBBDIU4BgOk8WMhFAAAEEEEAAAQQQSFcB+o0AAskQIJhOhjL7QAABBBBAAAEEEEAAgfwF2IJAGgoQTKfhpNFlBBBAAAEEEEAAAQQQSK0Ae0eAYJpjAAEEEEAAAQQQQAABBBCIvgAjLGMBgukyBqU5BBBAAAEEEEAAAQQQQACBshAIdxsE0+GeH3qHAAIIIIAAAggggAACCCAQQoE8g+kQ9pMuIYAAAggggAACCCCAAAIIIBAagagE06EBpSMIIIAAAggggAACCCCAAALRFyCYTtkcs2MEEEAAAQQQQAABBBBAAIF0FSCYTteZS0W/2ScCCCCAAAIIIIAAAggggIATIJh2DPyIqgDjQgABBBBAAAEEEEAAAQTKQ4BgujxUaROBkgtQEwEEEEAAAQQQQAABBNJAgGA6DSaJLiIQbgF6hwACCCCAAAIIIIBA5gkQTGfenDNiBBBAAAEEEEAAAQQQQACBUgoQTJcSkOoIIIBAMgTYBwIIIIAAAggggEC4BAimwzUf9AYBBBCIigDjQAABBBBAAAEEIi1AMB3p6WVwCCCAAAJFF6AkAggggAACCCBQdAGC6aJbURIBBBBAAIFwCdAbBBBAAAEEEEiZAMF0yujZMQIIIIAAApknwIgRQAABBBCIigDBdFRmknEggAACCCCAQHkI0CYCCCCAAAJ5ChBM58lCJgIIIIAAAgggkK4C9BsBBBBAIBkCBNPJUGYfCCCAAAIIIFBsgY0bN9oPP/xgr7/+ug0bNsxuvvlmu+mmm9zrLbfcYqQIGTCfHM8cA5E9BoK/u++//357+eWX7ZtvvrGcnJxi/7sQtgoE02GbEfqDAAIIIIBAhgtMmTLFHnvsMXdiqWC6SZMmduyxx9oVV1xhV155pXu9/PLLjYRBKo8B9s3xxzFQtGMg+Lv75JNPttatW9vvv/9u99xzjym4njhxYtr+q0cwnbZTR8cRQAABBBCIlsDnn3/u7jp///331q1bNxc0H3PMMbb77rtbvXr1ojVYRoNA8gXYIwIpF6hVq5btsssudvjhh9tll13mLpTOmTPHPXX07rvvprx/xe0AwXRxxSiPAAIIIIAAAmUq8Ouvv9pdd91lM2fOtHPPPdeOP/5423777ct0HzSGAALpKECfoy7QsGFDO+KII9zF0/Xr17sLqt9++23aDJtgOm2mio4igAACCCAQPYFx48bZ6NGjTXeg+/TpYzVr1ozeIBkRAghkjgAjLZFALBazXr162aBBg0yPfT///PMlaifZlQimky3O/hBAAAEEEEDACYwYMcJWrVplF110kTVt2tTl8QMBBBBAILkCYdpb7dq17fTTT7cGDRrY3XffbcuXLw9T97boC8H0FiRkIIAAAggggEB5C9x3333WsmVLO+qoo8p7V7SPAAIIIJBmAgcddJB1797d9G/FwoULE3sfmnWC6dBMBR1BAAEEEEAgMwT07a0dOnSwAw88MDMGzCgRQAABBIot0LZtW9PHfx566CFbsWJFsesno0LRg+lk9IZ9IIAAAggggECkBZ566in3Ta777LNPpMfJ4BBAAAEESi/Qpk0bO+yww+yRRx6xMP6vQhg7VVZ9oh0EEEAAAQQQCI/ABx98YJUrV7YuXbqEp1P0BAEEEEAg1ALt2rWzXXfd1UaNGhW6fhJMh2tK6A0CCCCAAAKRFJg7d6598skndtxxx0VyfMUd1IYNG0yfA1yzZk1xq6ZNeY1t/vx5tmDBAtOfvAlrx/1+qq9+0hfjhbW/yeiXxr948WLbuHFjrt3JKtnzqX1qXpK931wDZyXlAl27drUlS5bYlClTUt6XYAcIpoMaLJdAgCoIIIAAAggULvDyyy/zZWMBJv0d1R7du9kLIbzTEuhmiRYVON9x++22+2672v777Wf77buP7bP3XjZkyJ2Wk5NTojaLWym/YDCvdj7++GPXT/XVT+333MOuuupK923zedVJdl6yL76MHPmUdet6kE2ePCnXUGV1cO9e9uOPP+bKL48VBfIjR450x47mRcfRAfvvZ2++8cYWQX5J969jVRe19FrSNqiXPAH9CcXXXnsteTsswp4IpouARJGICTAcBBBAAIGkCvzwww9WpUoV23HHHZO63zDv7KMPP3RfqDPurXGhCdjKymvc2LH25JNP2DXXXmvfTfnePv9iol12+RW2zTbbuOOgrPZTUDsjvWDwggvOt9WrVxdULL6tVq1a9uhjw+3jTz5xaegDD9j4d9+10S+9FC+TyoVFixba8ccdawpmk9UPfeHTbbfe6u4GJmufwf0okL/LuwBzyimn2uQvv7IvJk6ygw8+2K677lr7/vvvg0VLvKyLAscde0xSLg6UuJNUjAtkZ2fbbrvtZu+//348L9ULBNOpngH2j0ARBCiCAAIIpLPAe++9Zz169EjnIZRp3/X47Ftvv2Wnn3GGzZ41y3766SfXvn/3UXdVXYb3I688/d3Vjz76yKZNm2ba7hVz/2lZd9kUQOpRyIkTJ8Yfr9adtynffWfvvP22zZo1c4s7e9qu8iqj+mpHea5h74fuEqrehA8+cI9te1n5/vfJp5/YbrvvbkcccaQLnnUCfOyxx9qJJ/azWCzm9i2DlStXur6oTT2+mdhgUcb564wZJguV9evrseCVK1ba2rVrbdGiRc5IeRqTjPxywddYLGbqZ4MGDU3poIO62qGHHmYTJkww1fXLavnzzz83OSX6FGVM+dVX+2pP7SbOkeyXLl3mjeMvW7Z0aZ4XX1RXj0GrfbWllFeenOSlMQSPM5VPTBUrVnSP1D733LNuzhK3++vqX17HhqxlHtyPlpX8uuqv+q2++nn+69gxY6158+bW/7TTrGbNmlanTh27+F+X2EknnWyL/v5TSWpL7uqD6vn7VLtaV1Ke3ity/f333z3HDcp2r8uWLbW//tpoaiOxjt5D48ePtyVLlrjy+qH9qKz2O2fOHAseu8qTrfalfap8MPn2idtVVk5632mfeh8GPeSjfnz77Te5jsVg25m03KtXL/eRobCMmWA6LDNBPxCIlgCjQQABBJzA7NmzTSfljRs3duv8MPvOC2pXr1plRx11tDXzgoX33hvvWHQCfeUVV9gdd9weD170OPg/jjwiHnC/5d3J7nTgAXZa/1NNj9sOGHC26SRdDfh3L7t362ZHH/UP63fiCXbTTYNt3rx5dlK/E+3oo4+yQYMG2kFduthFF10YD8r+/PNPO/aYPq68yuiR7EMO7h2/W6d+XefdZVa7Z5xxuh14wP42/LHH4n3UvoNJXxY09eefbfLkyXmWUdCgu8Z6bNdvs0f3bjZ50uZHiosyzt69etrBXj9P67/JQoGo+qG7t0OH3m9fevs/9ZR/egH1QndHV3d2ZaQyhSWNecHCBVa3bl33pXkqr/b16PPJJ/VzlkcfdZR3MWCWNrk74IWNqaD6CqbymyN5XX/9dd6+Ztqll/6f6a6722ngh46B/p5D8GMDekJAY54/f76bh5FPPWX777evO3Y0Bj3KPnz48EAruRf1nj3zrLPssUcfNR2HubduWpNTfsfGunXr7LLLLrUhd97pCisQ1bF90YUXxoPCJ5543AZ6x7AurLhCgR/LVyy3Fi1bWu3ateO5CqrPO/9869S5s8uThdxlpAzNr8asY0DrOrb7Hn+c6b2iY797t67uWJ/lXcRS2f9cfbVzPf20/u4YUR1ZnnH66e49NODss7z3S2fT8aht2o/216tnD+t6UBfT++GgLp3dvPi22te1114Tv5Cleqpf3Petgvtbb73Fvd/Uj2P69HEfmXj7rbfUZMYm/Xuy00472ZdffhkKA4LpUEwDnUAAgdQL0AMEECgPAd1l2Xvvvcuj6bRsc+PGjfb+++/Zbrvtbi29QKF79+7ucWLdfdKj8EcccYS706oAWAPU4+DNW7SwHXbYwXRH7N5777XDDj/cfvjfj/bMM8/at998Y2PHjlXReOrnBXv/+/En++rrb7yT/MusYcOGNuzBh+zrb761n6f+YnfffY998P779vXXX7k66o/aHjtunKne2QMGeHfr/nLb9OOLLz6311571e6+5x63XcHM8OGP2a+/ztDmLZLu6LZt184UoOy9V0e7+KKL7Buvnxp7sPAee+xpn3l3efUIb9u27eyhhx5yQZb6UpRxHnf88e4x8oleEN6sWTN75tlnXPNdu3a1/7v0Uttn333t1dded3ealffOu+PdsiuU8EN3FYc98IBdffW/XVIQ/uknn5g+oxmLxVy/1KfWrdu4R47fevsdy1mT4x5nDzaV35gUGBVUv169evnOUbVq1exOLyDdbrvtXJkzzzwruEu3rLvqPXv0NP9jA7rbqbuZe+21tykoVrD+uBe4nnPuufbTz1Pd8fOkF1xrfFbA//r0Ocbat29vd991lynITCxa0LGRlZVleu//PPVnd+FGx/SHEya4u90zZ850ppMmTnLvhWDAnLiP0qyPGTPGli5bZu+9/7479se/977dOPgmZ6InEO6+57/WtGlTe2n0y6ZjRPt69ZVXbNbsWaY51vtMx9l/vWNf71FtV2rfoYNNnDTZvv1uinXq1Mm+8I7jEY8/4WyHeFbvvvNO/GJUUY/nxPft9OnT7bVXX/Xmfojr+9fe+/f+oQ/YQd7xrT5kctKfVvziiy9CQUAwHYppoBMIIIBACQSogkAaCOjz0rvvvnsa9DQ5XdQdsQ+8E3uduOsOS8eOe7nPTstJPejQsaNeXMCh4OXjjz+yXj17mQIq1V3g3WVs2KChveOdrOuuW+MmTWzSpImuq3MSXwAAEABJREFUjv9jxx13ck8DVK9e3RTQKF/BigK6+fPnWZOmTaxGjRqWk7Ppm8S/+uor22777W2bbbZ19Tp16mz6DLHqKenzqbVq1Xb9fPvtt11dBZ8zZvyqzVsk3T186KGH7a233rbTTz/Du6v+o53Q93i7zru7rTuZfoX9vTvctWvXcY/w7rf/frY6Z7V79Lao49xpp52tUqVKVttrQw5//PGHC9r89ovz+tdff3kB/9f2yccfmwKhX375xR56+BFT0KR29DjwtGm/mALaj70y+qxts+2bmeZNFiqjlN+YilK/oDlS24UlBVmzvCBVQZgeQf5uynd28CGHuEfr5VTdC8oV9H366Se2dOlSU+CvuSqo3apVs+yii/9lGnvwrrdfp7Bjo0OHjjZn9mxTf/QIswLXnXfZ2SZO/MI9MaF2u3p3i/32yvpVx/nCBQtMx+2vM2a4Jw123nnnfHejCz5ff/2VZ7OHNfMu0MjtsEMPc8eV3m9+xV122cW9D7K8Cwa6cKT3T+vWrZ11s2bNTXfldfFA5Yt6PCe+b7OyqliFChXsgwkfmP+Ity5OqE9qN5PTtttu6y4uBn+fpMqDYDpV8uwXAQQQyEABhpxZArobpgAhFotl1sALGO03X39t872AWHfMdBf0kYcfdo+DvvLyyy6Q1F3kAw44wH1jsQIV3Q3THVY1qc+JKgh6/vnn7PbbbnXfjr10yRKrU6eONueb5nsBtB4h1mPVxx5zjJ1/3nmmdvOtkLDh119/tYULF9j9993n9vv4iBGmedXJfkLR+GosFjM9wq673K+/8abddvvt3gWAt23q1KnxMvktlHSc+bVXlHwFXQ8Me9DeHf+ed4f7OXfx4ocfvo9XXbBgobsz+/bbbzkD+SsQrF+vvgug4gXzWSisfmnnSLtt1aqV6SmG98aPty+/nOw+r65H7rVNx8j1199gi73j5fTTTrN999nbPfL9sXexRtsLSgoSBw4aZA8//JB99+23uYoWdmy0aNHCHZ8KpPWZ5W7duts/jvyHTfjgA/vll6nuEfqWLVvlajO48teGDe4R9WBecZYPP/xwO7FfPxt6//3Ws2cP06Pt/7r4Yhcc59WOHuOeO29erk0xL6CNxUr+O6ykx7OC8uuuv959XOH4446zvffqaAf37m0///0dC7k6mYErO+64o3eh7qeUj5xgOuVTQAcQQAABBEIsQNdKIaATbZ1Ml6KJSFXVneFXX33V3S3+3/9+cHdB9ZhsLBZzj1zr7l0sFjM9+v3tt9/YU08+6R6BbebdIRNEg4YN3Z21wTfd7II+BX5KV1xxpTbnm959913TFy+NGTvO3v9ggo164QX3mKtfoWaNmv5inq+tWrV2d2SfH/VCrv3ut9/+eZZftmyZu0Dgb4zFYratd9dbd9n0+LGfH3zdsH7Tl0Ipr6TjVN2ySLr73L17D3vm6We8iwgLXZMNGjSw2nXq2DnnnJvLQI/0Vq1a1ZVJ/JFrTIXUL2yOEtvOa113Sbt3727vvTfenn/uOdNj33r82y+7s3c39aWXRrtH9T/6+BNr5QXfOh797QW9HnXU0bb77rvbQw89mKtYq0KOjdq1a9u+++3nWY70Ap8freNee7kvp/tz7lzTZ7j1cQddQMrV6N8rW2+9tU337iYHvwBMd4f/efJJNirwJ+WCAfeyZctt9eqcv1sw22qrrexi7866vglcj2zffMutpjvzunsfLxRY0BMguuuZs3q1u7ilTWtyctyyniTRenFTaY5nPSXy9jvvmvqui1J/bfzL3akubh+iWF7/tszwjo9Uj61CqjvA/hFAAAEEEECgLAXC05a+fKxJkybh6VCKe/Lbb7+5x7d1Qq8g2E/PPPucu/umu4nqYrt2u1q9evXs3XffsUMOPdQ9eq385s2b26677mp3332Xa+d///uf+zyyHjXW9vySAgQ9Dqlvttaj43r8WoG7X36vvfey76dMsVdffcWmTZtm+vKuZV5A7G/XnXKt33/fvaZHVt984w3TFzepLb+M/6pHW0888QQ78YS+ps/sqrxeB9802Bo1amTbb7+9X9SefeYZe+utcfbNN9/YS6NfcsGdAtOSjjPe8N8LSxYvcf1VAD/XC950NzTHC4z+3pzvSywWs2OOPdYF0vp2ZhXUfHTp3MUee+xR9w3femT43/++yvR5c233U35jKqx+YXPkt6/9Bh8r9/P91wMOONCWeHef9Q3xBwU+W6t5Pe64Y12QrYBUQci8+fOtsAsp9vf/FKjrce9gcK5NBxxwgBV2bOjzrfrSvbreMa0LFfoM9w5tdnCO++63b7539nv3Pth92/3ll11mOtb1cYbzzzvXXRjaywvKtf8WLVqa2n7pxRdd/rAHhpru8mubjnndkT5n0EBXX8eA7urqoo6OM5VR0iPZv3vvTV3s0nq3bt3c9xaMGvW8ez/o/abHuIPHrsoVNZX0eFbQrznTe2TBgvn2y9Spttx7Xxb2aH5R+5Xu5fRvi36/pHocFVLdAfaPAAIIIIAAAtEUmO+drOuOXqGjy5ACE7/4wqpVq2pt27bNNWLdCdPnV3WXUMGeTpa7eXcY9QVlu+22W7ysApr/XHOtVa9WzX0j8dFH/cMFDgrE4oXyWDjooK627777uW/r3qtjBxs75k2vH9XiJbt27WYnnHCi+0zzUf840ip7d/PUB7+AHvO98cbBps9pH9Sls11++WXu86J53anTfF/j9bFCxYqmIEblL7zgfBdE33vf/RZst7Z3p1ffXt73+ONsu6ZNbeDAQS6wKuk4/f7qdd999nXf4q1vita3NuuR+euvv86WL1+mzYUmjblX717e3dMnXXAai8VMX7y255572tlnnekeGf76q6+sTp1sdyHEbzC/McViBdcvbI6ys+vaAV6gfPvtt5m+wdrfX+KrAtW9997H3f1t5d159rfrGOvQvr3dfPNNpm+V1hes6bPDZw8Y4Bcp9FUm+gy8glG/sPIKOzbaeIGzAkrdNdfcxmIx696jh7u4ouPebyvxVf2757+6gDPTjjzicDv5pJPc5/zvvfc+dzypfOfOne3kk//pvrW+V88ebrsuXGibPlu89z772MyZs9w3c+tY1BfpXXnlVdaiRQsVce3ssOOOduGFF8S/zVvvhzPOONNuGjzY9M3cy5cvt2u8Y7qw95lrMI8fGnNJ3retW7dxT4Rc8q9/2f7e3X297w4//Aj3J+fy2E3GZWmedYEw1QMnmE71DLB/BBBAAAEEIiqgk9Bg8BSlYZZkLP28YECPbOrx1WB9BaV3DhlijzzyqHsEXNvOPPMs02Od9evX12o8bbPNNvbkUyPdo7r65m0tN2vWzG3XtxO/8+74+LcSu0zvh+ZAjyOrvJLq6JuIu/5951JBxyX/93+uTX07cY8ePW3t2rUWvHunP0X04Ucfu28VVplLvbuFeQUXsVjMOnbsaM96d9u1L317uMrfddfdpkDb6078v4MPPtgmTf7S7feRRx/Ltb2447z11tvsiSeejF8kaNuunelRZnnIRWP1l+Md+HtB2+QRvMgRi8XsP/+5xvRoe506dVxJOd5+x52uvxqX5kePPsdiMbddPwoaU0H1ta2wObr2uuvcvnVsaF95pVgsZjffckuuY0nlNFdXeEHkV19/4+ZQc3P33ffkMlc5P2kfeXn1P+00+/yLibkuCBV2bOgYllXfvif4zZvu/uojB/pCsnhmHgu6A6268lafX33tNWu3667xksFjV9vvve8++/Szz+PvAdVXHW1TGzqG9bRHLLZpzuT+8MOPOBMdB2pYbeoz4jpuVeflV15137yvbXLUcSYfrStpWXnapnUdRzqe/PaUV9zjWXX0ftH7xu+HXq+86qr4Ma4ymZ70hXGpNiCYTvUMsH8EEEAAAQQiKqDHJnVXJqLDS7dh5dvfKd99Z336HG1PPvGEDR8+3G644XrTt4qX9LHWfHfEBgQQQCBiAgTTEZtQhoMAAggggAACCBRHoEXLlqZHgB98cJg99ugj7jFSPbqrO3TFaafsy9IiAgggkL9ALLbpCYP8S5T/FoLp8jdmDwgggAACCCCAQGgF9HiqHgHWY9F6DFaPkupPRZVXh7U/PRarx2PLax/Jbjc+pjPPSvau2R8CCKRQgGA6hfjsGgEEEEAAAQQQQACBVAqwbwQQKLkAwXTJ7aiJAAIIIIAAAggggAACyRVgbwiERoBgOjRTQUcQQAABBBBAAAEEEEAgegKMKKoCBNNRnVnGhQACCCCAAAIIIIAAAgiURIA6RRIgmC4SE4UQQAABBBBAAAEEEEAAAQTCKpCKfhFMp0KdfSKAAAIIIIAAAggggAACCKS1QCmD6bQeO51HAAEEEEAAAQScQE5Ojj3/3LOmV5fBDwQQQAABBAoRyLxguhAQNiOAAAIIIIBAegtMnz7NBg042/qfcrJLkydNMuW98/Zb8YEF1xVAD7nzdhvz5hv276uusMWLF7tyKnPXkDu2CLBfe/UV1+4l/7ooXraoea5hfiCAAAIIREKAYDoNppEuIoAAAggggEDRBBQAv/LyaBty9z02/PEnXWrfoUOBlUcMf8w6d+5iBx9yqN04+GbLzs42BcdD77t3i3oKtGfNmmUPPPiwnXBCP3vu2WdcQF2UvC0aIwMBBBBAIK0FCKbTevpC23k6hgACCCCAQEoEPpwwwY78x1GWlZVVpP0rOK5Xr66179AxV/nDjzjSrrr6GqtatVqu/MWLF1mrVq1c+y1atnTb5s79s0h5ugPuKvADAQQQQCASAgTTkZhGBlF6AVpAAAEEEIiCQLVqVb07y3XdUIY9MNQ9jq3HvJXx0osvunU9/n3Dddfa6tWrvbvKi2zVqtXaXKS0eNFiVy9YeMniJUXKC9ZJXP7rr79yZa1fvz7X+oYNG3Kt28aNudcLWEusW2jbBbSVuKks296YMKbC2k40S+xbcH3Ltgv2LU7biWUTfRPXE8sH+5m4nFg20SRxPXGcie0F1xPbTuxnadpOrFu6tnMf68VtOzjmxOVEr8LaTjRLbC+4XljbifsqVtuF/L5I9C5O24llE/u5YUPu907iOIMGicuJbSf2c0Pi77nEBkK4TjAdwkmhSwgUSYBCCCCAAAJbCCgw1t1jbRgwcJCde94FWnTp6D593GPfevz76muu9e46bwq8FYC7AkX4kV0329ULFq2TXadIecE6icu/zZhu69evi2dPnzY1vqyFGdN+0YtLq1evsj/++N0t68eihQts/vx5WnRp1sw/bMWK5W5ZP377dYYFT1Kn/7K5bZ0Iz5g+TcVcWrVqpc0MtL1gwXxb6CW30fuhtleuXOEtbfrvV6+u2ti0ZhZs+6+/Ntiv3rj8bStXrDDV99fnz5tnixYu9FfdfletWhVfD45ZmUETnYTLTPlKy5cvtzmzZ2nRpfnz5roLJW7F+/HH77/Zmpwcb2nTfzOmbR6zcqb98rNeXFq3bp39/tsMt6wfy5YttShb17EAABAASURBVDlzZmvRJT2JsHTJYresH2p77Zo1WnRpxvTNc6WMYL/Xrl1rf/z+q7JdWrpkic39c45b1o8/vf0sW7pUiy79/tuvtm7dWresH9Ombu6n1oNt5+SsztX2ksWLbZ7noHJKs2fNsuXLl2nRJR0XcnQr3o9gW96qBcex2puX4HGxaNFCWxA45mbPmpn7mPPmPb9jTgHVrzM2+69auTLXcbFwwQLvmFugLrg0848/bKVXxq14P3RMqQ1v0f0XPOa0z9+8fbsN3o8V3jGnvnmL7j/1WX13K96Pmd5xobF5i+6/Gd7x7Bb+/hE0kZXM/t7kLINty3rJ4kX+Zm8ufjPNiZ8RbEt5wblc5465zceFjgEdCyqnpGNEx4qWlX73+q1jSctKiW3PCByDa9eucX1ROSW1M/fPP7XokvajY9yteD907Ks/3qL7L/jeUMb0wHtH76k/vL4oX0m/e/Xe07KSfHIdc97cyFHblLbod+D3nLanQyKYTodZoo8IRESAYSCAAALlLdC2bTt79pmnvZPYzYFTQfusWrWqTZ061SZPmlhQsfi27Oy69ssvv7j2dVLZuHFj23rrbYqUV9Cj581btrJKlbaK76fNDjvFl7XQqs0OenFJj5433W57t6wfdevVtwYNGmrRpcZNmlqNGjXdsn608NquWLGiFl1qs+PmtmOxmLVq3cbl60e1atWtSdPttOhS/foNrJ6X3Ir3Q21Xr17DW9r0X0uvbiwW27Ti/Qy2XaFCRWvZqrWXu+m/6jVqmOpvWjNr0LCh1a1Xz181jalatWrx9eCYlRk0qVSpkslM+Uo1a9a0bRs11qJLDRpuHX9CQRnbbd/MqgQe/S+o7a222sqaNW+pai7VqlXbtt22kVvWD8137TrZWnRp+2bNrXKVKm5ZP1q32VEv8RTsd+XKlW37Zi3i22rXqWNbb7NtfH0bbz+1ateOrzdr3sK22qpyfD3oq8zgvrKyqtp22zdXtkt1srOtoefgVrwfjbxjtWbNWt7Spv+at2jpHXOVNq14P4P99Fa94yJwzHnzovlRvlLduvWsfuCYa9S4Se5jzpv3ivkccxUqVLCWrQLHXPXcx1y9+vW9Y66+duOSjsfqXhm34v3QMaU2vEX3X9BE+2zh7dtt8H7U8I459c1bdP+pz+q7W/F+NPWOi6re2LxF91/wvaCMoIk75jwz5SvJMti2rOt4vx+0TWk7r23NiZaVgnOl9WC/Nx1zm48LHQM6FlROSceIjhUtK22vY847lrSsFOyn1oP7qly5infMNVe2S2pn6222ccv6of3oGNeyUjPv2Fd/tKy0Zdubjwu9pzROlVPK9sav956WleQjJy0r6T0rRy0rJbad+L5UmbAngumwzxD9QwCBVAqwbwQQSDOB9h06WLt2u9rAs890j3SPGzfGdmnbNt9RZHkB1sBB59ro0S9Z4rd5Byst9u7yjXr+WS9Ay7bGXlAy0Gv/mWdG2gEHdipyXrA9lhFAAAEE0l+AYDr955ARIIAAAgEBFhFAQF8epke5la686upNXxbm3VHq3qNnHKdFYD3bu4Onb/EOfpu3Cipfj4or4J4ze3b8S8r89u+48y4XSKtsUfNUloQAAgggEA0BgulozCOjQAABBNJXgJ4jEAIBBczHHd/XBd55dWfnXXYxBeB5bSMPAQQQQCAzBQimM3PeGTUCCCCAQCkEqIoAAggggAACCBBMcwwggAACCCAQfQFGiAACCCCAAAJlLEAwXcagNIcAAggggAACZSFAGwgggAACCIRbgGA63PND7xBAAAEEEEAgXQToJwIIIIBARgkQTGfUdDNYBBBAAAEEEEBgswBLCCCAAAIlFyCYLrkdNRFAAAEEEEAAAQSSK8DeEEAAgdAIEEyHZiroCAIIIIAAAggggED0BBgRAghEVYBgOqozy7gQQAABBBBAAAEEECiJAHUQQKBIAgTTRWKiEAIIIIAAAggggAACCIRVgH4hkAoBgulUqLNPBBBAAAEEEEAAAQQQyGQBxh4BAYLpCEwiQ0AAAQQQQAABBBBAAAEEyleA1hMFCKYTRVhHAAEEEEAAAQQQQAABBBBIf4FyHgHBdDkD0zwCCCCAAAIIIIAAAggggED0BMojmI6eEiNCAAEEEEAAAQQQQAABBBBAICBAMO0w+IEAAggggAACCCCAAAIIIIBA0QUIpotuFa6S9AYBBBBAAAEEEEAAAQQQQCBlAgTTKaPPvB0zYgQQQAABBBBAIAoCkydNMqUojIUxIIBAyQUIpktuR83oCzBCBBBAAAEEEIi4wLAHhlr/U0526abBN1hOTo6Nev5ZW7x4cXzkwXUF0ffde48pvfbqK6686qkNtaVKaiMxT+1d8q+L3H5UT+X8NH36NBs04Gy3TfVUP5iXWN6vxysCCKRWgGA6tf7sHYEyFqA5BBBAAAEEECiqgILfjh33suGPP+nSlVddbVlZWflWV4A7YcL7dsaZZ9m5511ghx9xpH0/ZYq1a7erq1+1alVTmWCeGlMA/tGHE+yEE/rZAw8+bLNmzcoVrKvM0X36uDb8PsyZPdsG33xLvuVVh4QAAqkVIJhOrT97RwABBBBAAAEEEEiBgIJeBb/tO3Qo8t6nT5tmR/7jKC/grhqvk10329ROPMNbWLx4ke3Stq23ZKZgffbsWdaoUWO3XtQf+x9woGVnZxe1OOUQQCAFAgTTKUBnlwggkN4C9B4BBBBAIBoCjRtvCnAVWOsxa/8R64ULF9nFF57vHrvW49uff/65G7DuKLuFwI8WLVra6tWrXdm6deua1vMqp6B94sQvbODZZ7oAOxgoL1602EY+9aRrI/GR7rffGrdF+cDuWUQAgRQKEEynEJ9dI4AAAkkSYDcIIIAAAnkI+EGvAuAhd99jrVq1dqXq1atrQ+7+r3vsWo+A77333i7fD77dyt8//OBX5ZSlR7rzKhd8pHzKlO/c4+Aqr6RAW/WVFi1aFN+mOv52vZIQQCBcAgTT4ZoPeoMAAggg4AT4gQACCJSvgB67njVrZrG+lTs7u649+8zTlpOzOt65WbM2P8KtNvVIt8rpc9MqpMC5dZs23t3rVaZHwpWnO9i6G63lYNIXj+kut+orSNcj4vpcdrAMywggEB4BgunwzAU9QQABBBBIZwH6jgACaSWgLxobOOhce+aZke7xaj1+3bJlK1N+fgPRHWR92dgjDz8U/zbv4/ueEG9j3Lgx1qNnL9Pnpb/77lvXroLjHXfcyX3W+o7bbnN5CsDVlu486062Amc9Tq4+NG7c2H1WWmX0jeHKV1K5/PpFPgIIpEaAYDo17uwVAQQQQACBlAvQAQQyXUCfW77jzrvij3MrwJXJscf1dQGtlpWC67pTrG/yVtJysA3/m7gVkGtZj20PGDhITZgeJR867EG3Lz9Pr9qn2lFZJS2rgrZp3U8qp3wSAgiER4BgOjxzQU8QQAABBBBAoGABtiIQCgEFtkqh6AydQACBlAkQTKeMnh0jgAACCCCAQPQFGCECCCCAQFQFCKajOrOMCwEEEEAAAQQQKIkAdRBAAAEEiiRAMF0kJgohgAACCCCAAAIIhFWAfiGAAAKpECCYToU6+0QAAQQQQAABBBDIZAHGjgACERAgmI7AJDIEBBBAAAEEEEAg0wXWr/jNSLkNyvaYoDUEEEgUIJhOFGEdAQQQQAABBBBAIO0EVv76nM1+cx/S3war/3w/7eawzDtMgwiUswDBdDkD0zwCCCCAAAIIIIAAAgggUBQByqSXAMF0es0XvUUAAQQQQCCjBObMmWP333+fjRo1ylatWmULFizIqPEzWAQQQCDkAhndPYLpjJ5+Bo8AAggggEB4BX744Qfrd+IJ9t7492zSpIn2zddf26X/d4ktX748vJ2mZwgggAACIRcou+4RTJedJS0hgAACCCCAQBkKfPzxR3bcccfboHPOca22at3K1m/YYDk5q906PxBAAAEEEEilQNKC6VQOkn0jgAACCCCAQPoJNNq2kX3yycf2+++/2ZqcHHv33XfdILKyqrpXfiCAAAIIIJBKAYLp/PXZggACCCCAAAIpFOjVu7f16tXbnn3mWfvoo49szJgxdv1111vNmjVT2Ct2jQACCCCAwCYBgulNDhH5yTAQQAABBBCIjkClSpWs30kn2dhx42zS5C/t8cefsGbNmxv/QwABBBBAIAwCBNNhmIVM7gNjRwABBBBAIB+BadOm2dixY3OlCR98YDk5OfnUIBsBBBBAAIHkCRBMJ8+aPUVEgGEggAACCCRHYNbMmaYvIfPTU08+YUMfGGpr165NTgfYCwIIIIAAAgUIEEwXgMMmBCIiwDAQQACBtBTo1Lmz3XDDjfF01913W9WsqgTTaTmbdBoBBBCIngDBdPTmlBEhEAEBhoAAAgiYrVq1yubPnxdPU6dOteXLl0ODAAIIIIBAKAQIpkMxDXQCAQTSXoABIIBAmQu88srL1vf44+Np8I032vnnn2/169cv833RIAIIIIAAAsUVIJgurhjlEUAAgYgIMAwEwi5wwgkn2rvj34unN94cY3r0O+z9pn8IIIAAApkhQDCdGfPMKBFAAIEoCDCGDBf4888/7eST+rnHvjOcguEjgAACCIRAgGA6BJNAFxBAAAEEoirAuEoicNlll1qb1q22SAd16Ww1a9Wy6tVrlKRZ6iCAAAIIIFCmAgTTZcpJYwgggAACCKS5QAi6f+utt9nPU3/ZIv3vx59s6NAHrFq1aiHoJV1AAAEEEMh0AYLpTD8CGD8CCCCAAAIhFli/fr0tWLDAPdqtb/ZeuHChbdiwIVePWUEAAQQQQCAVAgTTqVBnnwgggAACCCBQqMC0adOsW9eDrHevnnbYoYfaoYcc4j4zvWTJkkLrhrwA3UMAAQQQiIAAwXQEJpEhIIAAAgggEEWBCRMm2OGHH2EjRjxuhx1+uL05ZqztttvuVrly5SgON+RjonsIIIAAAokCBNOJIqwjgAACCCCAQCgE1q9fZzVq1LCKlSrZmjVrbKutKpnycnJWh6J/dCLkAnQPAQQQKGcBgulyBqZ5BBBAAAEEECiZwP77H2C169S2pk2b2p9z5ljPHj1s7dq1VrNmrZI1SC0EQi5A9xBAIL0ECKbTa77oLQIIIIAAApEX+OWXX2zVqlW288472wknnOjuTg978CEbO+4tG3LX3ZaVlRV5AwaIQJoI0E0EMlqAYDqjp5/BI4AAAgggED6B55591vbeq6Od1v9UGzNmjAusK1WqZNnZ2VaxYsXwdZgeIYBAGgnQVQTKToBguuwsaQkBBBBAAAEEykDgqn//2yZN/tJO7X+avTx6tO2/377Wt+/x8cC6DHZBEwgggED6CNDT0AoQTId2augYAggggAACmStQpUoV69Spkz340EP22edf2JFHHmmXX3apHXH4YTZ//rzMhWHkCCCAQBoIZEoXCaYzZaYZJwIIIIAAAmkksH79evv666/tmv/8xw50VaLbAAAQAElEQVQ8YH976skn7Yorr7QXXnzJGjRomEYjoasIIIAAAmkgUKIuEkyXiI1KCCCAAAIIIFBeAnfdNcTa77mHXX/9dda2XTt76+137I03x1jfvidYnTp1ymu3tIsAAggggECxBFIbTBerqxRGAAEEEEAAgUwQ6NWrt30w4UN76aXRduyxxxJAZ8KkM0YEEEAgDQUIpos5aRRHAAEEEEAAgfIV0J/E4g50+RrTOgIIIIBA6QUIpktvGPYW6B8CCCCAAAIIIIAAAggggEAZCxBMlzEozZWFAG0ggAACCCCAAAIIZLrAO2+/ZdOnT8t0BsYfYgGC6RBPDl1LIwG6igACCCBQ5gLTpk2zsWPHbpEmTpxo+rbvMt8hDSKAQLkIKCAeNOBs63/KyS5NnjTJBckKlv0dqkxw/bVXX7GRTz1pN1x3ram81v36WlY9vSbmqazytD+1qXJ+GvbAULf/S/51kS1evNjPdu1rWzyDBQSKKEAwXUQoiiEQNQHGgwACCIRd4KeffrLrvRPpsWPetI8//sieevIJe+jBYXbD9dfbxRddaDk5OWEfAv1DIOMFFNC+8vJoG3L3PTb88Sddat+hQ4EuCohnzZpl/U462a6+5lpT+apVq7pltXH4EUe6+ol5+p0wceIX3r7+a5dceql9OGGCK+f/GDBwkNv/CSf0s48+3LRNQfQzTz9lassvxysCRRUgmC6qFOUQQCDVAuwfAQQyTGDZsqX2z3+eYnff81+74YYb7Y47h1itWrW91zttxYoVNmPGjAwTYbgIpJ+AAtoj/3GUZWVlFbnz06f/Ysf3PaHI5f2Cq1evtnr16lp2drY1atTYBcgKsP3twVdt17oC7EHnnqdFEgLFFiCYLjYZFRBAAIGiClAOAQRKKzB9xnT7888/bf78ee6xUAXRpW2T+gggkDyBatWqesFtXbdD3QXWI9i686yMl1580T12rTw9zq1gWMHvwoWLtDlX+uWXX9wj38HHt/PKmzp1qnuEe/bsWfbdt9+a2vQb0n61L9291t1uP59XBEoqQDBdUjnqIYAAAlEUYEwIhEjg0EMPs1gsZgf37mWdDjzQrvnPf+z888+36tWr27777WetW7cOUW/pCgII5CWwatVqL7jdFBzrLvC5510QL3Z0nz7usWs9uq3HufWote5g6+5yvNDfC6qrcoNvvsXeGjfOfcwjMU/1e/U62C6+8Hy747bbrHGTJu7u9N9NmAJotdGx416mwN7P5xWBkgpUKGlF6iGAAAIIIBAGAfoQXYGaNWvarbfeZl99/Y3978ef7O133rVOnTtb48aN7cwzz7JKlSpFd/CMDIGICLRt286efeZpF/wWdUhZWVXtuWefybP44sWLXICcFXhsPJjnB8ynn3Gm+10RLOc3mF0327Xhr/OKQEkFCKZLKkc9BBBAAAEESiZArSIKbNiwwd5//z277tpr7Oqr/+3SnXfcYcuWLStiCxRDAIFUCyi4bdduVxt49pnuke5x48bYLm3bFtgt/wvGRv79bd6fffqp3TT4Bldfd5wP7NTJBeeJeWpUd5z1KLf206NnL++u+GJX99dffzV9i7e2Db3/PjviyH+oOAmBUgkQTJeKj8oIIIAAAghkgkBqxjh2zBgbfOONtuOOO9n++x/gUseOHa1y5cqp6RB7RQCBEgkoONbj1UpXXnW1+zKyFi1aWvcePePtJa7rEW7/27z32XdfUz3VHzrsQVNZ3XFOzFNjqqdy2qYy+jIyLTdr1szuuPMu91i5XpWv8kpq75RT+2uRhECxBAimi8VFYQQQQAABBBBIlsC8+fPtuOOPt+P79rXevXu7pMe8dYJcaB8ogAACaS+gYFuBbtoPhAFEVoBgOrJTy8AQQAABBBBIb4H27fe0b7/51n7//Xf3bd76Ru+FCxeaHv9O75Hl3XtyEUAAAQTSS4BgOr3mi94igAACCCCQMQLff/+9/fDD99b/1FOsr3eHWumC88+zJUuWZIxByAdK9xBAAIGMFiCYzujpZ/AIIIAAAgiEV+CEE060d8e/lys9NfJpq1evXng7Tc9CLkD3EEAAgbITIJguO0taQgABBBBAAIEyEBg1apR3R/oHm/DBB+4bvP1v8tYr3+ZdBsA0kV4C9BYBBEIrQDAd2qmhYwgggAACCGSmQJs2bdzd58ZNmrhv8Pa/yVuvfJt3Zh4TjDq9BOgtApkiQDCdKTPNOBFAAAEEEEgTgd1228223npra9CggfXq1ct9i7e+zVvLyv/rr7/SZCR0E4HoCYyf8JlFMJV4TGvXrYveJDOiIgsQTBeZioIIIIAAAgggkEyB0aNfsqdHjrSNGzfaihUr7PrrrnWPfa9duzaZ3WBfCCAQEBjx7Mt2x/3DSX8bBGiSvMjuwiBAMB2GWaAPCCCAAAIIILCFwCGHHGrjxo21c84ZZEccfpjpse8nnnzK6tSps0VZMhBAAAEEQi4Qwe4RTEdwUhkSAggggAACURDQY973D33AKm+1lR166GF26qn9LSsrKwpDYwwIIIAAAmkgUFgXCaYLE2I7AggggAACCCRV4Oabb7JuXQ9y6R9HHmGTJ0+2Rx99xA7q0tlO6neiLVy4MKn9YWcIIIAAAgjkJRDCYDqvbpKHAAIIIIAAApkicM4559qzzz0XTy+NHm0fTJhger3nv/caj3lnypHAOBFAAIFwCxBMl8X80AYCCCCAAAIIlJlArVq1rEGDhvFUpUqWxWIVLDu7rvuTWRUrViyzfdEQAggggAACJRUgmC6pXJrXo/sIIIAAAgiEXWD58uV25plnWPduXe2YPkfbPnvvZSP//nbvZPY9JyfHnn/uWdNrMvfLvhBAAAEEwi1AMB3u+aF3mwVYQgABBBDIMIE33njdGm3byD797HN7/4MJ9tzzo2zMm2+U6jPTr736ivU/5WSXLvnXRbZ48WKbPGmSSz5vcF0B9JA7b3f7/fdVV7jywx4Y6uqrHZVVPb9dv8388pRPQgABBBCIhgDBdDTmkVGEUoBOIYAAAgiURmD16hyrWbOmVaiw6XRFj3evX7/eNm78q0TNKuBVxeGPP2lKd9x5l2VnZysr3zRi+GPWuXMXO/iQQ+3GwTe78vXq1bUhd//XtdG+QwcXYM+aNcseePBhO+GEfvbcs8/kmZfvTtiAAAIIIJCWApv+dUrLrtNpBBAocwEaRAABBEIk0LNnT/v444+s04EHuG/2Pv64Y617jx5Wv36DYvdSd6AV8Pbo2avIdVVHgXP7Dh0LrLN48SJr1aqV+7NdLVq2dGXnzv1zizzd5XYb+YEAAgggEAkBgulITCODQCBzBRg5AghEV6Bx48Y26oUX7bHhI+y662+wsePesjPOONNisViJBq3AOCsry9011uPYSosXL3Zt3XfvPfFHt7WszMVekLxq1WotxpMC4qlTp9rFF55vfv3Fixbb6tW5yy1ZvGSLvHgjeSysXLkiV+6K5ctzr6/Ivb561ar49g0bNti6devi6+pjfMVbWLkid9vLly3zcjf/tyKx7cBY9CSAkl86Jyf3OBP7mdh24riCfVOf1Xe/7dWrN49JeYn9StxX4rg2rF+vaqS/BTZu3Gjr1q79e822+Mz/ypUr49u0kOib6L86cFyoPCm3wLp1a23jX5ufmlkVeI+qZKLn8uW534erAvOhuVu7do2qubTWm0fluRXvx6pVhcxdwu+PYHm1o/a8Ztx/a9Zs3o8yVib8LkrsZ+JxEmz7L2/86wK/i9bk5KjJeEp8zya2lWgUrxjiBYLpEE8OXUMAgUgKMCgEECiGQKVKlWzrrbe2HXfc0T3yXYyqWxRduHCRCyj0aLce8d57773jZc497wL32LYe/9ayNujbw6tVq6rFeFIwfuVVV7uyg84511595WXLrpttVavmLlcnu84WefFG8lhYunSp6STX36RA3l/W69IlS/Tikk6Ely1b6pb1QyfhwZNUnfwGg94lSxarWDwlrudq2zuxXh5oW+0q+ZWXef0MniAvXbq5XypTUNvq0/JAIK92lVRPSW1rbFpWWvL3hQ4tKwVNZBXctwK9NYHgQ+UzPSlIWhEIjBS4rA4EeEu940KOvlPQV3lB/3VeoLgsYa5VhrRZYLkXwAa95bUuEFgGPVUruK4gNHg8r/KC5WWB94qCTL3PVU9pmfc+3LBh88WjxLkLruti2NIlS1XNpZVe0L4iEMiv8Pqd2Lb64wp7P4L99FYt+B7X+JYt3XxRQO9ntadySsu9/ei9qWWl4Bi1Huyn1hP3pbywJ4LpsM8Q/UMAAQRSLkAHEEiNwHLvJK+svs1bAbRG8fZb4/RSpKQAWXehJ0+amGd53ZGuW7euZWfXtV9++cUF6tOnTTPdUd966222yFMgnmdDXmajRo1z3XFvut32Xu7m/xo3aRpfqVy5sm29zbbx9Zq1almdwGe/9WfFsrI2B/fBuqpUYNtVqlhDr+8qp1S7Th1T0rKStlXx7u5rWamwths1bqJiLqlPDRo2dMv6oT7Xql1biy5pTBqbW/F+NGm6nfdz83/BfsdiMQu2rbmqVq365sIsuY8dZHvHpk9Rv0EDq1qtmr/q/GKxzU95BH1VKOi/1Va5jzltJ+UWqFu3nnfBr1Y8c5ttG9lWW20VXw96KjPore+F2Nb7HaB8perVa+T6OIvarl6jhja5pLYrVqzklvUj2Fbiui5IbtuokbJdquG1U7defbesH/Xq17dq1Te/d7b1+qH+aJtSYtvBcWh822yb+3dRtvc7UfWU6jdomOuiYvA9q+0Fta3t6ZAIptNhlugjAggggEDxBCgdCYGy/jbvU/ufZt999238cW4Fd36QnRdYlhc0Dhx0ro0e/VL827x//fVX93i3vsn7mWdG2gEHdvKC6WxTAD3w7DOtoLy89kEeAggggED6ChBMp+/c0XMEEEAAgQgJMJQtBcr627wVHPuPaOtx7sOPONLttH2HDqbkVrwfWlbyFl2grG/x9r/Nu1mzZqZHxFVfr34wrraKkqc2SQgggAAC0RAgmI7GPDIKBBBAAAEEki1Q7vsry2/zLk1nFYQfd3xf99hsadqhLgIIIIBAtAQIpqM1n4wGAQQQQACByAjo0elRZfht3maRoWEgCCCAAAIhECCYDsEk0AUEEEAAAQQQyFtAX56jv+G8yy67WJUqVfIuFOVcxoYAAgggEFoBgunQTg0dQwABBBBAIDMFZs2aZUccfrjttOMOdtVVV9q/vXTIwb2t04EH2LhxYzMTJY1GTVcRQACBTBEgmM6UmWacCCCAAAIIpInAm2++YZ27dLbvpnxvdevWtbnz5tl7739gwx580EaOHGlLl27+m6lpMiS6GW4BeocAAgiUSIBgukRsVEIAAQQQQACB8hLQ32zeY489TY9467VevXruy7+2337T315eu3ZNee2adhFIEwG6iQACYRAgmA7DLNAHBBBAAAEEEEAAAQSiLMDYEIigAMF0BCeVISGAAAIIE6wpbAAAEABJREFUIJDuAgPOPsvatG5leh390ktuef/99rPZs2al+9DoPwIIpIkA3USgMAGC6cKE2I4AAggggAACSRW46qp/28effJJneu75UVa3br2k9oedIYAAAmkiQDeTLEAwnWRwdocAAggggAACBQvUqlXLGjRomGfS56crVqxYcANsRQABBBBIE4H07ibBdHrPH71HAAEEEEAAAQQQQAABBBBIlkBgPwTTAQwWEUAAAQQQQAABBBBAAAEEECiKQLoE00UZC2UQQAABBBBAIGIC69evt4kTJ9o333xjGzZsMK1HbIgMBwEEEEAgTQUIpstt4mgYAQQQQAABBEojMGvWLPvHkUfYwAFn29NPj7QPP5xgl/zrYsvJySlNs9RFAAEEEECgTAQIpsuEMSKNMAwEEEAAAQRCJPDWW29Zly4H2a233e56tcsuu9iixYtt+fJlbp0fCCCAAAIIpFKAYDqV+uy71AI0gAACCCAQXYGqVbNswYIFtubvO9G///a7bVi/3ipV2iq6g2ZkCCCAAAJpI0AwnTZTRUcjIsAwEEAAAQSKKHDooYfZhg3r7V//uthGv/SSnXPOIDv77AGWnZ1dxBYohgACCCCAQPkJEEyXny0tIxARAYaBAAIIpEagZs2advsdd9qU73+wr77+xj77/Avr1LlzajrDXhFAAAEEEEgQIJhOAGEVAQQiIMAQEEAgEgKrVq2y+fPn2aJFC23VqpVuWevLlvGZ6UhMMINAAAEE0lyAYDrNJ5DuI4BANAQYBQIIbCmgR7u7eHeijz7qKOt7/PF26CGHuNSlcye74/bbbcOGDVtWIgcBBBBAAIEkCRBMJwma3SCAAAIRE2A4CJS7QJ06dey000+3CR9+ZO+Of89efGm07bb77vbEE0/apMmT7Ndffy33PrADBBBAAAEE8hOokN8G8hFAAAEEEIiWAKNJN4F58+fbxr82xrutO9HLly2z6jWqW7YXaK9evTq+jQUEEEAAAQSSLUAwnWxx9ocAAggggEBRBTK8XM+ePW3ChAm2Q5vW1qZ1Kzu4dy/r1au35eSsserVa1iLFi2M/yGAAAIIIJAqAYLpVMmzXwQQQAABBCIoUJZDaty4sb362ms2afKX9smnn9l3U763/qedZjvttJPdceedVq1atbLcHW0hgAACCCBQLAGC6WJxURgBBBBAAAEEkimwfv16W7t2rW3c+JctXrzIFi5cWNZfPJbM4bAvBBBAAIEICRBMR2gyGQoCCCCAAAJREpg2bZp163qQ9e7V0w479FD3Td4nn9TPlixZEqVhlmAsVEEAAQQQCIMAwXQYZoE+IIAAAggggMAWAvq89OGHH2EjRjxuhx1+uL05ZqztttvuVrly5S3KkhFyAbqHAAIIRFCAYDqCk8qQEEAAAQQQiILA+vXrrEaNGlaxUiVbs2aNbbVVJVNeTg7f4h2F+Q37GOgfAgggUJgAwXRhQmxHAAEEEEAAgZQI7L//AVa7Tm1r2rSp/TlnjvXs0cN9frpmzVop6Q87RSDkAnQPAQSSLEAwnWRwdocAAggggAACRRNo0KC+devW3d2dHvbgQzZ23Fs25K67LSsrq2gNUAoBBEIuQPcQSG8Bgun0nj96jwACCCCAQGQFXn/9DRs+/DH37d2VKlWy7Oxsq1ixYmTHy8AQQCANBOgiAgEBgukABosIIIAAAgggEB6Bhg0amILoChU4XQnPrNATBBBINwH6W34C/OtUfra0jAACCCCAAAKlENCfwBoxfLgd1KWz6U9kKZ3U70RbuHBhKVqlKgIIIIBAyAXSpnsE02kzVXQUAQQQQACBzBI46uijbfx779moF16wZ597zqV7/nuv1alTJ7MgGC0CCCCAQCgFNgfToewenUIAAQQQQACBTBWoVq2aNWjQ0KpUybIqXtJyvXr1+Ny08T8EEEAAgTAIpHUwHQZA+oAAAggggAAC5SOwfPlyGzjgbNt7r442ePCNNmHCBLv55pvcF5KVzx5pFQEEEEAAgaILEEwX3aosStIGAggggAACCBRR4I03XrfatevYnXcOcTXatGljP3z/vS1axGemHQg/EEAAAQRSKkAwnVL+dNg5fUQAAQQQQCA1AqtX51j9+vWtSlaW60BOTo5t3LjRYjFOXxwIPxBAAAEEUirAv0Yp5Wfn5SJAowgggAACkRDo2bOnffzxR3bZpf9nb40bZ8f0Odq6detu+tx0JAbIIBBAAAEE0lqAYDqtp4/OR0WAcSCAAAIIbCnQuHFje+HFl+y119+wRx8bbuPfe9/6n3aaxWKxLQuTgwACCCCAQJIFCKaTDM7uEIiIAMNAAAEEyl3gs08/tW++/toaNmxoe+65p9WqVavc98kOEEAAAQQQKKoAwXRRpSiHAAJpLkD3EUAg3QSqVqtmt91+m3XrepDdddcQmzNnTroNgf4igAACCERYgGA6wpPL0BBAIM0F6D4CGS6w22672bPPPuce827RoqX1P/VUO/20/rZs2bIMl2H4CCCAAAJhECCYDsMs0AcEEEAgIgIMA4GyFliwYIG9MGqUPTjsAatVq6Yd37evVfPuWJf1fmgPAQQQQACB4goQTBdXjPIIIIAAAlESYCwhFnjyiSfs6KP+YWvXrnVfQPb8qBesZ89eVqlSpRD3mq4hgAACCGSKAMF0psw040QAAQQQiIhA5gzjmGOPtffe/8DOHjDAtt12W/eZ6eGPPWZLlizJHARGigACCCAQWgGC6dBODR1DAAEEEEAgIgIlHEbVqlVt1apV9tJLL9qhhxxsfY4+yhYvWWxZWVklbJFqCCCAAAIIlJ0AwXTZWdISAggggAACCJSBwPr16+2jjz6yM888w7p362rffP2N1axVy24cfJNdfPG/khJMl8EwaAIBBBBAIOICBNMRn2CGhwACCCCAQLoJXHXVlXbOoIFeIN3dPv7kU7vu+utt++23T7dhJLu/7A8BBBBAIMkCBNNJBmd3CCCAAAIIIFCwwGDvDvRdd99jo18ebV06d7KbBg+22bNmFVyJrWkoQJcRQACB9BYgmE7v+aP3CCCAAAIIRE5A39bdtWtX9zemX3/jTfflY/PnL7AbvDvU9913r+Xk5ERuzAwoTQToJgIIIBAQIJgOYLCIAAIIIIAAAuESqFOnjvU/7TQbM3asDR8+3KpUqUIwHa4pojchF6B7CCBQfgIE0+VnS8sIIIAAAgggUEYCsVjMmjVvbmeeeZYpwC6jZmkGAQTCJ0CPEEgbAYLptJkqOooAAggggAACCCCAAALhE6BHmSpAMJ2pM8+4EUAAAQQQQAABBBBAIDMFGHWZCBBMlwkjjSCAAAIIIIAAAggggAACCJSXQBjbJZgO46zQJwQQQAABBBBAAAEEEEAAgVALFBJMh7rvdA4BBBBAAAEEEEAAAQQQQACBlAhEL5hOCSM7RQABBBBAAAEEEEAAAQQQyCQBgukQzDZdQAABBBBAAAEEEEAAAQQQSC8Bgun0mq+w9JZ+IIAAAggggAACCCCAAAIZLUAwndHTn0mDZ6wIIIAAAggggAACCCCAQNkJEEyXnSUtIVC2ArSGAAIIIIAAAggggAACoRUgmA7t1NAxBNJPgB4jgAACCCCAAAIIIJApAgTTmTLTjBMBBPISIA8BBBBAAAEEEEAAgRIJEEyXiI1KCCCAQKoE2C8CCCCAAAIIIIBAGAQIpsMwC/QBAQQQiLIAY0MAAQQQQAABBCIoQDAdwUllSAgggAACpROgNgIIIIAAAgggUJgAwXRhQmxHAAEEEEAg/AL0EAEEEEAAAQSSLEAwnWRwdocAAggggAACEiAhgAACCCCQ3gIE0+k9f/QeAQQQQAABBJIlwH4QQAABBBAICBBMBzBYRAABBBBAAAEEoiTAWBBAAAEEyk+AYLr8bGkZAQQQQAABBBBAoHgClEYAAQTSRoBgOm2mio4igAACCCCAAAIIhE+AHiGAQKYKEExn6swzbgQQQAABBBBAAIHMFGDUCCBQJgIE02XCSCMIIIAAAggggAACCCBQXgK0i0AYBQimwzgr9AkBBBBAAAEEEEAAAQTSWYC+Z4AAwXQGTDJDRAABBBBAAAEEEEAAAQQKFmBrcQUIposrRnkEEEAAAQQQQAABBBBAAIHUC6S4BwTTKZ4Ado8AAggggAACCCCAAAIIIJB+AiUJptNvlPQYAQQQQAABBBBAAAEEEEAAgTIUyJBgugzFaAoBBBBAAAEEEEAAAQQQQCDjBQimw3oI0C8EEEAAAQQQQAABBBBAAIHQChBMh3Zq0q9j9BgBBBBAAAEEEEAAAQQQyBQBgulMmWnGmZcAeQgggAACCCCAAAIIIIBAiQQIpkvERiUEUiXAfhFAAAEEwiqwePFiG/X8s2HtHv1CAAEEEChjAYLpMgalOQQQSBBgFQEEEEhDgddefcX6n3KyS5f86yJToDx50iRT8oejZSWta/vgG6+3N994w24afIPl5OSY34ZfX+VICCCAAALRESCYjs5cMhIEECgjAZpBAIHMFlAQLIHhjz9pSnfceZdlZ2crK8+kwHnE8EfthBP62SGHHmpXXnW1rV692mbNmmUPPPiwy3/u2WfyrEsmAggggED6ChBMp+/c0XMEEEDAF+AVAQTKSEB3mBUE9+jZq8gtzp49y9q129VatGwZr7N48SJr1aqVZWVlxfMVdMcLsIAAAgggkPYCBNNpP4UMAAEEEEhHAfqMQHgF6tWr64LgxYsXmx7RVtKyenzfvfe4R7/1CLiWlbd40WJ3J1rLfsorz9+W1+vCBfNzZc+bNzfX+vx58+LrG//6yxYtWhhf113wFStWxNeXLFls69eti68vmL+5rjLnJ7Qd3L5h/Xpb4o1b5ZRWrVppq1au1KJL2rZhw3q3rB/zE9qeN/dPZcfTgvmbx6U+qb6/UX1etWqVv2qLFy2yv/7aEF9P7Oe8xH4HzNatXWtrcnKsRsuTXKqy3fFWdfu+bll5WzU5Jr6s9UqN+uRar9jo6FzrlRpvLl+12QlWuelx8e1VtjvOlKd2lLYKlNV6xS3azr2vxLarBNrWfqo1PyG+r2DZTW0n9DNhX8FxrvOOgRUrlsc9ly1dasrzM4Jzo7xE3/mBY+4v75jT/Khcxz3aWo8u+1qPzvvYwd0PdKlbp72sV9f93bLyDjqgY3xZ6132b59r/aADOsTXe3c7wLoeuFd83bXtta96StqmMlpWCtbVekFtq0/qm8op9eiyj+u7lpW2aHv/zf3S9i4J6wcFxrWp7b1F4tLy5cssJ2e1W9aPRQsX2MaNG7Xo0ry5ud/T8xLeKwsXLHDl9GOtdzwvW7ZUiy4tX7bM1qxZ45b1I1hW6/O2aDv3vtQXlVNasybH1FctK+m4WBNs2+u38v00L6GfweNC41sU+F2Us3q1rVi++ZhbumSJaSx+WwsC71nlzUt4Tye+51Um7IlgOuwzRP8QQAABBMIhQC8yRmDhwkXeSXGOe7Rbj3jvvY0GANMAABAASURBVPfmE+Zzz7vAPfqtx7+1LJTsutlWtWpVLcZTXnnxjXksxGK5T8kqJK5XCGyPxaxCYN1btQr6YZv+p22xwPYKFSpu2uD/DJRVViwW04tLqhdYtVjM228gIxaLWUx5rrRZhcB+lKX6evVTrELMXzRtC5av4G1T8guobEFtb2ESC7Yds6ptLrS67W93qUa7G63mbje7ZeVV3en6+LLWK+9wTa71KgnrVXe6Nr699u63WPW2N8TXq7cdbLUDbWftfF18m9pObCtxvVqg/Ka2b4zXr9H2Rqu9+63x9axAP/JqO3EcWTtt7kv1FidZzPt/3NfzisVi/qpVqOjNbXzNbAvfCpu3x2Ixq/D3+nlnnmQDTj3ezvaSlpXOOKmPnXtGP9Oy0mkn/CO+rPX+CevB7ap35sl94uUHnHqc1/5x8XVtUxm1oxSsq/Ut2z4qXlf11DeVUzr7lONtYP++8e1nev1Wvp9OO3FzXeUl7uv0fpu3n3P6iXbWycdY5a22Mv1PfrFYTIsuxTyvWGzzuu/nNno/Etdj3vvBy3b/xWIxU3v29/9isZjFYrG/18wqVtw8N8qs4O1Lr36qEGhLebEKm8vHzPt/LLDulQ3WrxDYj+oGt2k9FovpxaVYLGbBfpq3HquwebuOsQpenv39v+CysnLV9TIS9+Vlhf6/zZKh7yodRAABBBBAAIHiCFC2+AL+Z6PffmtckStnZ9e1D95/36ZPmxavo7xffvnFBeXKb9y4sbvbHS+QsFC3Xr1cOfUbNMi1Xq9+/fh6LBazOnWy4+tZWVWtWvXq8fVatWp7J9ubA+jEths0aBgvq4V69TfvSyeztQNt6yJBtWrVVMyl2nXqmMq4Fe9HvXqb++Wt2hZtB7ZXrFjRatWurWIuVatW3TOp6pb1Q2OKxTafiAf7pe31E0zqBtquVGkrq1mrloq5VL16Da/tLLesH3USPvOe2Fb9BJPsupvno3Llylaz5ua2a9SoYZWrVDH/f9ne/PvLet2y7c2+2l4nUF5t16hZU9kuaXmrv4MzZdQN9EPrif1M3FewL1WqZFl1r6+qpySfSpUqadGlLdvO3c96CcdcbW/uXUXvxxbHRe06uY65YF2v+JbHReIx59VXOaWqVat5F6cCx5y3LdcxF6ir8g0S5i64bx1ztb36KqdUzTuWs7I2HxcaUywWPOZyH8/1E4+5wHzIUqZqV0nWMteyUnAutJ7YVuJcBudDx4COBdVT0rKOFS0rBY8hrRfWdrAvOnZ1DKueUk3v2Nb+tKwUPPa1ntjPxH3VCby3ZKv3nuopqe1KweM58J7V9sS26iXMrcqEPRFMh32G6B8CCCCAAAKZIxCKkZ7a/zT77rtv449zZ3nBanbghDGxk9rW//TT7dFHHo5/m7eCDQXQA88+0555ZqQdcGCnxGqsI4AAAgikuQDBdJpPIN1HAAEEEEAAgbIVyPLuXOkbufUot9LhRxzpdtC+QwdTciveDy2379DBWzJr0aKlDb75lvi3easN1VN9PSqugNsV5AcCCCCAQGQECKYjM5UMBAEEEEAAAQRSKaCA+djj+qayC0XbN6UQQAABBMpEgGC6TBhpBAEEEEAAAQQQQKC8BIrT7rAHhsYf0ddyceqWtuz06dNs0ICz3f71qvXStpku9TXWq6+60vxvvtefgnv+uWfd9waUZgyTJ01ynvoG/eA365emTeoiUFYCBNNlJUk7CCCAAAIIIIAAAikXqFevrg25+7/uW9f12XUFeWXdqXfefssS21UQ+ewzT7vH/Yc//qQNHfage/y/KPtWW2qzKGXDXKZxkyb26isvl1kX5TJhwvv2wIMPu/kszkcm5Kn6ZdYZGkIgDwGC6TxQyEIAAQQQQAABBBBIbwHdGdXf4M7Oruvuluqupu5uvvbqK+5uqe5aPz5iuLvredPgG1ye6mhZ5bRdAsE7o6qr9ZFPPWk3XHetaVlllD76cIL16nWw+5NqWvdTMKjzlxXk6c610jfffG1D77/P1Kb2GeyDtqusAvW7htxhuvOrPO1X41HSNu1LfVO//TyV8ev4ZVQu/1T6La1atXKNqM9u4e8f2r/6pf6pnxqjf9da/dS4VdT30bLShxMm2JH/OCrXN7MH6waX1Y7a13707fry9OcouH9t17rKy0eemvOPP/rQHQt+X9S28tWmn6e+a1n52q4+kjJbgGA6s+ef0SOAAAIIIIAAApES0N8Jv/jC8+3iCy+wnr16ueB28qSJNuicc93dzZyc1bZkyRJbtGih1a1b1+W1a7erfT9liksKiPXFcQoMFRTqi+a0rrvds2bNsl3atrV+J51sV19zrWmbj6e74Nl1s/3VAl/159IuufRSd/d6t912d31TmwMGDnJ9UH+0T5VRQGne/xYtXGT61vjTz9j0DfFX/fs/1rlzF/cn2RQcalyqo3FqvF4V08WEq67+jzPQejLSEUf+w94aN87t29+f+qN+qX/qp/qlNHv2LO8ixmo3DxrDokWLrFGjxn41q1atqtf3uvH1LRYCGdOn/+KeSNDd685duuSaI13oOOGEfm6u9ap1VVUfhtx9j7f/evbdd9+5O+DKV190PCQeC9qmpC8o1JcMapmU2QIE05k9/4weAQQQQAABBBCIlEC9vx/zPviQQ1xgqsHpb37rLqXuMr43/j0vmF7sAij/T5b5AZyCu/vuvcfdodSdzcWLFrvHuXX38mIvQF/kBeBqL6+kwGyxVz6vbYl52q8eCdddzsRtixcvcgG78tUvBelr1qwxPUKtdQXsCrb1hXdaV59VR+PS+DROjVf1VS7ZQZ/61bhxY/vh+ynqgkvqj/ql/qmf6m/btu1szuzZLujWRQ1dYNCffA72d9Wq1aayrpFCfnTv0csG33i96e5xYlEF8C1atnTZetW6Vnwf9bdjx73cHXB5a5+zvUA/8VhQHZXTa0kT9aIlQDAdrflkNAgggAACCCCAAAKeQI+evUx3khcvXmwKkHQnWXdG9VnmZs2ae0HcqnigNnHiF16NTf+de94F7g6myuoutO6y6s+eDbn7vy4A31Rqy58q+/Lol7w2F+faGAyy1R9tVMCou5sKzPS4sfL8pPK6K6p1BXRar1KlilYLTHvvs0+837rDXWDhct4o+y+++Ny7+7/I7SnRX39KThcFxox5021XgDtlynfWosWmx8RdpvdDAbcuOiQ+Uq072HJR0rJX1LuDnW26K619TZ8+TVnxpKcVFKwrQ69ZWVW1WGgKHgvBpxAKrRitAoymAAGC6QJw2IQAAggggAACCCCQngJZWVmmYPW5Z58xPXqszyXrzmjw865D77vX3YXWCBUsKQgcN26My9NnaxWs6a6l7korLfr7zrQ+h607rcFAWAHiP4462lRO+9HdbAV1CrIffeRh1+asWTO1K3f3VGWeeWakKZBUe2PHjjHdqVYfvvvuW1defVbfXaUCfmjfururNpWC/SqgWrltkn2nTl28YHqh24fGoLGob76/7qrXq1cvPn7ZyMJV+PuH5kR3jweefabzSJyTq664/O+S5uzUvoJ4tS1Tf46O73uCyVrbNb8yjlfMZ0FlVFZ1tF9dlMmnKNmhE0hehyokb1fsCQEEEEAAAQQQQACB8hU49ri+7i6l9qJgTHdp9eix7lrqbrPuCCvYq1q1ml119TXubq7KqLzytV3lVF71Dj/iSFdGedqmMmpX63q1wP+0rnwl3QFXkKukZeWpvtb9Nv19aD9aVj/UvsqpvPK0TcnfpvqnnNrf7VX7U1ta0avqKClfSXnaloykfnXv0TO+K+1f49B41H+NRX3z85R/0cWXmOppu/L1Gm/g7wWNQfWU1IbK+Hly9V30qjJqR21r/1rXq+qortaD29WOdqNXldOybNUntaGyqqO6aiNYTmVJCJRZMA0lAggggAACCCCAAAIIIIAAApkikMnBdKbMMeNEAAEEEEAAAQQQCAjorqPuZOpuYyCbRQQQQKBYAgTTxeJKdWH2jwACCCCAAAIIIIAAAgggEAYBgukwzEKU+8DYEEAAAQQQQAABBBBAAIEIChBMR3BSGVLpBKiNAAIIIIAAAggggAACCBQmQDBdmBDbEQi/AD1EAAEEEEAAAQQQQACBJAsQTCcZnN0hgIAESAggkAkClSpVsvXr12fCUBkjAiUSmDNnjg0ZcqddffW/7blnn7WcnJwStZPqSqNGjXJj0Dj8pLxU94v9R1tg48aNKR8gwXTKp4AOIIBAWgjQSQQQKLZA9erVbcWKFcWuRwUEMkHgzz//tHPOGWQVYhWsZ89eNn78eLvl5pttw4YNxR7+ww8/ZJdddmmx65VVhTZt2tj++x9gOatXu6Rl5ZVV+7SDQF4CsVgsr+yk5hFMJ5WbnSGAAALJE2BPCKRaoG7durZo0aJUd4P9IxBKgR9++MGaNmli551/vh144IF24+AbbZtttrGVK1fatGnT7JtvvnH9Xrp0iX388Ufxu9a//fabPThsmI0ZM8aWLFni8n///XebPWuWq6dKeiLkg/fftyeeeNxUXnkK0idPmmT/+9//XP6UKVNs2bJl9tJLL9rYsWNdOyqnNH/+PBv51FP2yScfx4P7uXPn2ueff25vvvGGvfLKK7kulO22227Wu3dva7PDDi5puUWLFq6+f7d9lte/SZMm2tq1a039+Pbbb2z4Y4+Z+uHfYVQftU/tW31QX0gI5CWg90m1atXy2pTUPILppHKzMwQQQACBAgTYFDEBBQazZ8+O2KgYDgJlJ5BVtapVrFjRNdigQUMbMHCg1apVy7tL/a49/fRIl//HHzPtzjvusOXLl7mgeuCAs61GzZouUB016vl4sOsKez8UmN52661e/adtzZo1NuDss2zq1Klu+Z7/3mPX/OdqF9Cef9651ufoo9wFr2efecbuvvsu0/8U9J5+2umm9+7jIx63W2+5xdTm999/b+d6d9LVlgJ35al8fmmrrbayp5580r78crKr/9hjj9rcP+e6j36oH9dee63poyCX/t8l9sUXX7hmHnxwmP33nnu8sS63f558suu328APBBIEdHxuu+22CbnJXyWYTr45e0QAAQQQiIwAAylIYLvttrNff/21oCJsQwCBYggsWbzE6tTJtn322ceuuOJKO/PMs0wfp9B7rVHjxtayZUt3t/qnn3+ySy+7zG3v0bOnffTRR24vNb0g/D/XXGtnnHGmHXfc8Xbc8ce75fPOO8+mT5tuq1atssmTJ9n2229vp5x6qp3qpe+/n+LaVANdu3WzCy680AYOGmRqS3n5paysLOvUubONf3e8zZs3z6b+/LPttvvurniN6tXtumuvs5P/+U874ogjTXeply5d6u58Dxp0jh3dp4+1a9fO9cVV4AcCCQK//fab6bhPyE76aoWk75EdIoAAAggggEDqBJK4Z52Qz5w5M4l7ZFcIpK+AHnFevHix6TW/UXTr3t0OPeww+79L/mUHdels119/3Rbl169GwkQjAAAQAElEQVRf5+4E16pV0zWjoFd5biXwo2KlTXfElVXFC3y3qryVFk2Pc8+c+Yfde+9/7c0xb9qee7aP3z13BYrx44ADDrTffv/NJnzwgbVu08YaewG/qscqVDAlLfv9WLt2jS1csMBefvllt2/1qdG2jVSEhMAWAj/99JO1bt16i/xkZ1RI9g7ZHwIIIIAAAghkjkCjRo3s119/LdWAqYxAFAUaNmxo036Z5t4femR6jBe46tFr3R3eeuutbeWKle6R6KVLl9jadescwZ9z5th+++1rL41+2e4fOtTmzJ7tHt+uVGlTIKxC1avXsK0qVXKfRdbnlb///nsrTlC6yy67uLvfl156mbv7rTvUevRcbRc36TFcfXfC3XffbZ07d7FYbNMXRq1bu870BWz6bLfuiCvgr1WrtjVr1ty6excMbrjhRtMd6v3237+4u6R8BgjouF6+fLnVq1cv5aMlmE75FNABBBBAAAEEoiuw55572qRJk6I7wLxHRi4ChQooaD26z9F2jJd2aNPahj3wgF1x5VXu8emDDupqa7w7te3a7mJXXH65bVi/3nTH+rsp37nPErdp3coGnH229elzjOlLmPbYYw8b/+67pm/11roew7763/+2PXbfzfRt4XrcutAO/V1gr732tuYtmtteHTvYPnvvZY89+qjpS8P+3lysF30e/JCDD7HmzZuZ+uhX3rBhvV1/3bWm8S1YuMAOPfQwq1Klig0YMMBuv/120/jOPON0++GH7/0qvCIQF5g4caLp35Z4RgoXCKZTiM+uEUAAAQQQiLrArrvuaj///LO7wxb1sab3+Oh9sgVisZideGI/mzT5S/t56i/2+htv2s477+y6oTu1Dz/8iP3vx59swocf2Zix42ybbba1ww8/wj786GNXXvW69+jhyu++++42cdJk9xlpZXTo0NE++vgTV3/IXXe5AF1B9v33D7W2bduqiCurz1xrRXnapjKVvLva//nPNa7ut99NcZ+9rly5snXt2tVuvfU2Fc83qT2lYIGfp/5se++9j+uDn68vXhv6wDC3D41T49W2tu3a2Xvvv+/GJ49dd91N2SQEcgl8/PHHtu++++bKS9UKwXSq5NkvAggggAACGSKgk553vbtmGTJchpksAfYTeoGbbxrs/pTW0X36hL6vdDA9BL7++mtr3rx5roszqew5wXQq9dk3AggggAACGSBw0EEH2Zdffpnr79JmwLAZIgJbCGRaxkUX/8teePEl8794TOOvWrWq3XHHnbbTTjtplYRAsQTGjBljPXv2LFad8ixMMF2eurSNAAIIIIAAAk5AJz+jR492y/xAAIG0EShVR7Oysrb4JvBYLGYKqPV56lI1TuWMExg3bpzpIw3Z2dmhGTvBdGimgo4ggAACCCAQXYH27du7P9fz+eefR3eQjAwBBEIgQBeiKDB9+nT3DfUHH3xwqIZHMB2q6aAzCCCAAAIIRFfgxBNPtPHjx9vvv/8e3UEyMgQQQKC4ApQvUEB/Lu65554z/RtSYMEUbCSYTgE6u0QAAQQQQCATBfQtwSeffLI99dRTtnDhwkwkYMwIIIBAJASSNYiNGzfaww8/bIcccohtu+22ydptkfdDMF1kKgoigAACCCCAQGkFmjRpYsccc4w99NBDNm/evNI2R30EEEAAgYgKrFu3zu677z7ba6+9bLfdSv1n0spFiWC6XFhpFAEEEEAAAQTyE2jTpo0dd9xx9sgjj9iPP/6YXzHyEUAAAQQyVGDu3Ll25513ur8nrT+vGFaG8g2mwzpq+oUAAggggAACKRVo2bKlnX322aY/c/LWW2+ltC/sHAEEEEAgPAKfffaZPfbYY3bsscdahw4dwtOxPHpCMJ2AwioCCCCAAAIIJEegXr16dtFFF9natWvdHYipU6cmZ8fsBQEEEEAgdAJz5sxxn4+eNm2a/d///Z/pomvoOpnQIYLpBJA0XKXLCCCAAAIIpLXAYYcdZn379rX33nvPfZaaR7/TejrpPAIIIFAsAf2FB30x5TPPPGOdOnWyfv36mb6wsliNpKgwwXSK4DN7t4weAQQQQACB3AKNGze2s846y3r27GkTJ060m2++2d544w2bMWNG7oKsIYAAAgikvcDs2bPt7bfftjvuuMN93GePPfawiy++2HbYYYe0GhvBdFpNF51NmQA7RgABBBBIikCzZs1Mfz7r0ksvtW222cY++ugjF1jfdtttNmLECBs9erQ78Ro3bpyRMOAY4BjgGAj/MTB27Fh75ZVX7Mknn7S77rrLbrrpJlNe9erVbcCAAe77M3bZZZek/BtT1jshmC5rUdpDICQCdAMBBBBIZ4GKFSta+/btXWB9xRVXuDsWvXr1sp122skaNWpkDRs2JGHAMcAxwDGQBseALozqrzgcdNBBNnDgQLvyyivttNNOs/32289q1KiRzv9UGcF0Wk8fnUcgUgIMBgEEEMhXQJ+f23bbbW3HHXe03XbbzfRIIGkPHPbAgPcBx0DYj4Hdd9/dXQht0qSJZWVl5ft7Ph03EEyn46zRZwQQCIkA3UAAAQQQQAABBBDIVAGC6UydecaNAAKZKcCoEUAAAQQQQAABBMpEgGC6TBhpBAEEEECgvARoFwEEEEAAAQQQCKMAwXQYZ4U+IYAAAgikswB9RwABBBBAAIEMECCYzoBJZogIIIAAAggULMBWBBBAAAEEECiuAMF0ccUojwACCCCAAAKpF6AHCCCAAAIIpFiAYDrFE8DuEUAAAQQQQCAzBBglAggggEC0BAimozWfjAYBBBBAAAEEECgrAdpBAAEEEChAgGC6ABw2IYAAAggggED4BNauXWs5OTkkDPI4BjgueG9wDITtGFizZk34/iEpox4RTJcRJM0ggAACCCCAQNkKrFy50iZNmmTPP/+8DRkyxG666Sa7+eab7b777rNhw4aRMIjGMcA8Mo8RPwbuv/9+u+WWW9zv8FtvvdWeeuop++STT2zRokVl+49GClojmE4BOrtEAAEEEEAAgfwFPv/8c7v33nvdCfaCBQtszz33tHPOOceuvPJKu+KKK+ziiy+2Cy+8kIQBx0CKjoEL2S/HXjGOAf3Ovvzyy93v8EsuucQOPPBA91TJM888Y7fffru9//77tm7duvz/UQjxFoLpEE8OXUMAAQQQQCCTBN577z1352Lu3Ll2wgkn2L/+9S/r3bu3tWrVyqpUqZJJFIwVAQTKVoDWQiJQsWJF23777a1r167uIumgQYNsw4YNdscdd9hrr71m69evD0lPi9YNgumiOVEKAQQQQAABBMpJ4IcffnCPb69evdp09+KII46w+vXrl9PeaBYBBBBIB4HM6GP16tWtW7du7qmjOnXq2G233WafffZZ2gyeYDptpoqOIoAAAgggED2Bl19+2T744AM788wz7ZBDDrEKFTg1id4sMyIEEMgIgVIOUo9/6zHwGTNm2OOPP25//fVXKVss/+r8i1X+xuwBAQQQQAABBBIE9CjfAw88YFlZWTZw4EDuRCf4sIoAAghkokDlypXdx3x22GEH05eVzZs3r1wZSts4wXRpBamPAAIIIIAAAsUS0OPcd999t3Xo0MF9JrpYlSmMAAIIIBB5gX322ceOPfZYe+SRR2zWrFmhHW8KgunQWtAxBBBAAAEEEChngY0bN9rQoUOte/fu1rFjx3LeG80jgAACCKSrgL588uSTT3aPfOsvO4RxHATTRZkVyiCAAAIIIIBAmQg89thjtv/++9vuu+9eJu3RCAIIIIBAdAWaNm3q7lA/+uijoRwkwXQop6X0naIFBBBAAAEEwiYwbtw499loPb4Xtr7RHwQQQACBcAq0bt3aDjjgABs5cmToOkgwHbopydgOMXAEEEAAgQgL/PHHH/bdd9/ZkUceGeFRMjQEEEAAgfIQ0BNN+nvUkydPLo/mS9wmwXSJ6aiIAAIIIIAAAkUVeOWVV+zoo48usPinn35qpOQYvPfee1iH9HjTRyF4H5T/++D111/nPZCi98D8+fML/Lcgv419+vQxPeGU3/ZU5BNMp0KdfSKQKgH2iwACCKRA4Ntvv7Xs7Gxr0aKFFfS/8847z0jJMfjPf/6DdUiPt48++oi5ScLc6E/z8fsmOb9vEp0L+negoG3Vq1e3vfbay956662CiiV1G8F0UrnZGQIIFFeA8gggkP4C48ePtx49eqT/QBgBAggggEBKBfSXICZNmpTSPgR3TjAd1GAZAQQQKL0ALSCAQEDg999/txo1aljDhg0DuSwigAACCCBQMoFdd93VPv/885JVLuNaBNNlDEpzCCCAQPoJ0GMEyk/giy++cI/lld8eaBkBBBBAIJME9Kh3WO5OE0xn0pHHWBFAAIGoCDCOtBH4+eefTXcR0qbDdBQBBBBAINQCetJpxYoVtmbNmpT3k2A65VNABxBAAAEEMkEgE8eob2ytV69eJg6dMSOAAAIIlKPAjjvuaD/99FM57qFoTRNMF82JUggggAACCGSaQKnH++uvv1rz5s1L3U55NPD888+bHhNU0nJJ9jFgwAB76qmnclU95JBD7M033zS95tpQjJWhQ4fG+6b+KSmvGE2kZdGrr756i3GXdG4EoLnRHGnZT1rXn52SqVImuHbs2NEdkxqvn2QgC9+lOK+qJ9vEOporv30tJ24vynpebeu4KGl7Rdln2MporL7jhAkTSvW7pDRjC0s/8htDy5YtbcaMGfltTlo+wXTSqNkRAggggAACmSUwe/Zsa9y4cRIHXfRdLV++3PTnoTp06GBr1641ncQXvXb+Jf1AWq/5lyp4y6BBg0z90ufNX3nlFbesvIJrpf/WG264wY1VY9bYZXDcccflOTBdrNDJvgLFPAsUkKlAUm1r/ps1a5ayYKWALpbppokTJ7oxDhw40KZPn+6O+3333deGDRuW534UKJfk/VBe7ykdF/kdB3kOIM0zg45Tpkyxww47rNxGVND7qDj90EUpXfQot47m0bD+bdG/MXlsSmoWwXRSudkZAggggAACmSOwYMECa9CgQagHrGCscuXKpm8dV0d1QpjXXSEFbn6+llU2mJSnpPb0qpNUBSWPPfaYu9savMOkQEUBndp7zNuucsG2EpfVpgJM1dM2vaqOXrUvBe5qS8varqRl5Wk/Kqe8dE3+WDQeLcvj3HPPtRYtWth///tfdyFE+dqupDks6lj1uUt9HEFGslJ9taV9BM3Vpp/ve/tzqrLapjlRfW1XnuooyFBfdDyojPKVVEZl1Ya+TEllkp3UP/VBSf1QH9VfPT57xhlnmJaDLuqz+l5YP1Um+J7SuLUPJS379bWsPCUt+/n+q/KU1AfZKl+veb2n/LFoDrVdfVc/1Ge1r9fq1auribRLc+bMcX2WhcaiMcpE41OeTJTvz6EK+x7Kl4XyVEd1lSePk046yRLfRyqXX0rsh9rRfpR0DB955JGm/qi+XrVd+9N+lVfWKTs725YuXVrWzRa7PYLpYpNRcqp/0gAAEABJREFUAQEEEEAAAQSKIqA7GzVr1ixK0aSXUb+uv/56e+CBB0xBv04uFUzojp3uWOrO5dtvv22nnnqq6WRRHVSekpb9PC3rxPG7776zxLtnCij0Z8FUx7/DpBPggw8+2B5//HF3F1bbVU7t5Jd0Z1Enpv4XubVp08Y++ugjV3ybbbaxV1991bWlDPVLSWPSfnVXT/vUtrJKyWxHY9H+NBYlLffu3dvuu+8+d5f1/PPPd3dYZa/tjzzyiO2www4qlm/SHMvz8ssvtxEjRrhyXbt2NVmpjZkzZ1r79u3dRRDfXG2OHz/e+vfvbwoQVO7pp5+27t27u/qax2XLlrl5UICuProNefxIbGPPPffMo1T5ZuV3rOsJiB9//NHkqGXdvZaXxrto0SLnkl/P8npP5TV/ylNSO2pXSct+npaL854KjkXHg94TakNzqD6rfZVZuXKlskOffEcdo+qsjkvZ5PWeDh53/u8rjbVdu3amJxE09ipVqrgnExLnUnUT30fan5/y6oe2Jb7X1D89SaKLT9qWX19Vt6zTX3/9VdZNFru9CsWuQQUEEEAAAQQQQKAIAuvWrTOdyBWhaNKLKND3g2btXHdvtttuO9PJtwJr5U2ePFkvLjhTsOxWvB9a3nbbbb0lM31uTye5OqF0GYEfenxcAZiy/Ls6ulOvb6D129Z2lVOZgpLK169f30488URr0qSJaV3ldUddJ8la9vulvulOkU7GdcFA6+kaUKvvGpfGp6Rl5Wk5mDR/Gq/uqNatW9cSxhssGg+G//zzTxccak4UgMlKbXTq1Mk9USFj31wXPPx13YFTOe1Lc6HGFUC//vrrWnQXZ9xCPj/UZrANredTtNyy8zvWE90UmOmOp8arO9ayyq9Teb2nNFeaM7+OlpWnpOXEfK0X9z0VHIsuPOlih9rR+0IXONR3BXjKS4fkO+qChh5l1pzIK/E9rQs8weNOx6fGt88++1jTpk3dhUKNfeeddzYZFWcu1U5e/VB+Ye+1vPparVo1VY1kIpiO5LQyKAQQQAABBFIvsHHjxtR3ohg9UGCqQEwnnaqmO1t61TfG6k6PlpW07AfH06ZNU5Z7JNYtFPJDjxTrAoPftu58KlArpJr7AindMdWdUAXvChpUR3ePdLKtZb9f6pvuFOmulJLG45dXuXRKGovG5fdZy8rz1/Wqx0hzcnLcXWEFILqIo/zCki5kyEdzrsDav7iiPF0c0UUVXeiQuQI/Gcped+BURkl34grajx8oK5jRvKtsYhs33nijshNS+a7md6xrjME99+nTx2655RZnq89bB7cVZVlzpTnzy2pZeUpaTszXenHfU4ljCbaru+uaJwWe+nNKaj9dki4G6MKbnnKQV+J7Wr+XdEzp2NKY/N8pn332mf3xxx/xO9N6skBtlXQuVdfvR1Hea3n1ddWqVepimadYLFbmbRa3QYLp4opRHgEEEEAAAQTSXkBBqH8nslmzZjZ8+HAXsOqulp+vk9Dbb7/dPf6rAesuj5KCIQVbylPSCbuCJgVfOmlXXn5JwYra0F1NverOkwK2/MoH8/U3u3Xi7N8B1TY9qqnPDastratfSuqP8pR0J0nb0jFpLOq3xqHk28ta+Rp7q1atXLCn7bpzr/yiJAUJs2bNsiOOOMIUWOvupdrQnVhdgFAbepxe5v5dPx0nOi5UTkl1VC6vNHbsWNP8qFywX4lt9OvXL6/q5Zonv7yOde1UQZqOTx03CqL890Nhf+auZs2a5pf131P5zV9++dq/UvA91ahRI2XlmzQW/eUAf99+QQV+GqP8dcFq3rx5/qa0edXHEDp37my6CJffe1rHlsbYo0cP97EFeejijz7Conyt64JbXnOpbcLQ+0heWs4r+f3I77327bffukfJ9Xi+5ja/vubVdrrnEUyn+wzSfwQQQAABBBAotoDuKOqOlZICJwW5akQngspTCuYHy+tEX2UVjOlLfLSs7SqvLwPSsk5StU1ltF3t+vW0rPaVdIKrR1FVJjGpvMr6+XrENvgYuvJ1F0jBndrSfpWnpGXlKakd5aVL0piDfc5vLMrX2C+55BLTo9kaq171CLXmM+jvj13zcfHFF/urpv2oHeWrLb8NzZ8KKV93pv11tat5Vjkl9VV5asMvozb9fL9ssF8q7+erjZEjR2pX5Z6032A/1UftX0n90XZ1ws/XOJS0Xalbt27uwpJMZKuywaS2VU4p2F4wX+35dfLKD7at7WpHTwz4+9OryqgN9dNvT6/arz4nrAsYel+onD+nakt1ElMY108//XR3YU990zGl409j0Rg0RiWNV9v1+8N/ckDHmMorXzYqpyRDza3qaF3Jn0uVVbty0j607qe8+pHfe0111YbaUn29aj9K2q/yopoqRHVgjAsBBBBAAAEEEAijgO7e6I6Rkk78daeyoH7qrpJOkv07TwWVZRsCmSbgvz/0ftLdWH2OWMFkRB0YVsgECKZDNiF0BwEEEEAAAQSiLRC8a+PfNSpoxLqrpHLBO08qr7tBulOnZVJ0BfRZ3549e7rHaHUcBNMBBxwQ3YEXcWT++0N3QZX0/ipi1bQupnFrrLrQFu6BRLt3BNPRnl9GhwACCCCAAAIIIJDGArrTqs91X3fdde4zyfpssNJVV11lwS/bSuMh0nUEwiVQjN4QTBcDi6IIIIAAAggggAACCCRTQN+EfOmll9rnn39u/jfk67Oy+ny+HmtOZl/YFwII5BYISzCdu1esIYAAAggggAACCCCAgBMIBtSrV682AmnHwg8EUi5AMF3iKaAiAggggAACCCCAAALJEfAD6tNOO824I50cc/aCQGECBNOFCUVpO2NBAAEEEEAAAQQQSFsBBdRTp05N2/7TcQSiJkAwHbUZjdh4GA4CCCCAAAIIIIAAAgggEEYBgukwzgp9SmcB+o4AAggggAACCCCAAAIZIEAwnQGTzBARKFiArQgggEA4BO655x4jJcdg8ODBWIf0eOvUqRNzk4S5ufbaa3FOgnNev9PD8S9O2fSCYLpsHGkFAQSSKcC+EEAgkgItWrQwUvkbtG/f3lq3bo11SI+33r17MzdJmJumTZvinATnvH6nZ2VlRebfMILpyEwlA0EAgTAL0DcEEEAgLAKxWMxisVhYukM/EgS22mqrhBxWy0OgQgXCoPJwLUqb1apVK0qxtCjDUZQW00QnEUAAgaQLsEMEEEAAAQQQQACBAgQIpgvAYRMCCCCAQDoJ0FcEEEAAAQQQQCB5AgTTybNmTwgggAACCOQWYA0BBBBAAAEE0laAYDptp46OI4AAAgggkHwB9ogAAggggAACmwQIpjc58BMBBBBAAAEEoinAqBBAAAEEECgXAYLpcmGlUQQQQAABBBBAoKQC1Pv222/tiSeeAAIBBBAItQDBdKinh84hgAACCCCAwP3332+NGjWKp5YtW5qCrVTKrFy50vr06RPvU7B/6m8q+5aSfXs71biDDsF5mjt3rvPSq1c0/p/msX///iZPP1Pt9O7d2y6//HLn+/bbb/ubTPU7duzo8rWv4Da/kOqrjMr6ecHXCy64IF5fy8Ftqqt2lRK3qa8ak7YV1H5B5dQn1VUbaktlg/tnObeA75U4FyqlPDkqad6UF0zKwzgoUvByftY6RuUoZ6Xge07LylPSsr8HLev3Y/B97W+L2ivBdNRmlPEggAACCCAQIQGdMI8fP96mTp1qs2fPdmnYsGEuqErlMKtXr24vvvii68/YsWNt5513tq+++sqtn3POOansWkr2XVbzpABoxIgR9vjjj9stt9xispW1BqWT/X79+tmjjz7qnHU89OjRQ5viSWVGePXjGQkLOsmfOXOmO550TGlZeSqmV/9Y87epP9qmdi+++GIbPXq02/epp55qgwYNynURoLByCixU56abbnJt6Dg+/fTTU34sq99hTLI/7LDDrGfPnlt0T9uUqWNA7zvNueZPeZorXbDQtubNmyuLVIiAPPOz1nvwk08+cceslq+44gp3MVPOOoblr6Rl5ek4f/31123o0KHmv3cL2X1abyaYTuvpo/MIIIAAAghEV0AneBqdgtbgSZkCKCVt012T7t2721VXXeXuNvon1ArudLdESSfWOslTeb3qjoleta6ksn497VPrSqqr5G9T2aImtaO6Srqro376dbVNyV/XNv/urPql8dx6661uPMFyfvmwvfp9LGieitJnjV3BrE7Et956a1dl1113tf32288tv/DCC3bZZZeZ8lxGHj8UqB5zzDFWu3btPLaa/fzzz9a1a1d3kq9jSsvKU2Htd8CAAfFtWlZ/FBxojnbZZZf4vrWPpUuX2rRp01Q1ngoqp7K1atWKj0fj2m677VxgEm+g4IWM2qqLUhMnTnTvg+DANR+TJk0yXYhQvo4VXdzQ/Pnrqnf++edrlVQEgfysVfXSSy81GWtZv8u23357dwFI79cdd9zRbatRo4Y1adJERUwXNhSY+3VcZoR/VIjw2BgaAggggAACCKSpgE6YFcjopKywIcyYMcOdcOtOlIJsBXe646i7i8pTgKU7gmqzsLa0fdSoUab9qm7wToy2FSUp+NYJpe7WqA3dzdRdTZ18FqW+gjTVU9JJblHqpKqMTIs6T4X1UYGoTsjzOgnXfhRAffnll26udZFCF0WU77crdy0ffPDBeskztWnTxtRf1VPSsvK0vGzZMhcY+BXVD83FihUrXBCucv42BQ8K2BPnVIF5fuVUVsG0gni1o1eNV3W0Hs1U9qPSfCTOlcz1ntc8lv0eadEXkL2WdUFL748ff/zRBdZ+vi4Y6feWfg+rXCYkgulMmGXGiAACCCCAQBoKKPDQCZvfdQXJCqKUtOzn61FO3SnUugIWBa/XXHONu8OoPN0BVFs60dN6YenYY481/2RQJ43777+/ffjhh4VVc9t1Mq/HHRXA+31XG7qrqWDRFSrkh4I0/65bIUVDsVm2/ljVIc2N5khJy8pT+v33322PPfaIB8Pars9GKzDS9oKCSp2sT5kyxT1qqpN1JQWiumihurLV3fwrr7xSq/kmzavuOLdu3dqUtKw8tf/HH3/kqqcxaS6Umdg3PxDWtmAqqFziNtVTEKhXUtEF9B7XRY5gDc2VjsNgXomXqZingH636aKknuaQt5KW9Z5W6tKliz333HPWt29f09NAen8nXvDKs+E0zySYTvMJpPsIIIAAAghEVUBBlk6c/fHpLq2CKD3S7efl9aoASCd6/jYFPjrRDrblbyvKa3EDHu0ruH/tQ23kFUxpW7qnos6THmn279ZrHpV0519eMpCRXvNLmtfgRQY9PaA7y/Pnz7e77rrLhgwZkuvOcl7t6PF9PQ6sfStpWXm609y0adNcVXS8+EFbYt8UWOhOaK4K3kpB5RK3ecXdHW+9koouoPeWjoVgDc2VjsNgXiYtl/dYdbGqc+fOpouU+j1sf/9Py3of+UnH+COPPGK6mKg8XfDS563/Lh7JF4LpSE4rg+uQ6eEAABAASURBVEIAAQQQQCC9BRQA666Hgp3ijkQBkE6u/XoKfHSirZNwP684rwqCdZJY1DraV3D/qlfcNlQnHVJp5ilxfJqf77//3j02mrgtr2DXL/PZZ5/ZuHHjTHe5dTdMrz/88IP7bLKCAL+c5kTtBwNyLStv3rx5ljhvKq+gTftWG5pDvSrpTraOM/VZ68FUUDkF4DoeVV6vWi/OsaV6JDPZa358C5krcNPx6OfxWjYCeg/pYtUHH3wQ/86AxJZVRh/D0BNCeh/57wtd8NLcJJY3s8hkEUxHZioZCAIIIIAAAtES0ImZ7mrozmFRR6aTOD1Sfd1118W/aVlt6ARPX57jB0Y6+VOb+pytPiOtZT8pgA9uV309qu1vL+hVJ/O6CKDHjf2TfbWlgM1vQ8GT7qgqmFJSX9W/gtoN87aSzFNe45GP5k6PkipYVRnZyV+uHTp0MFnJTEmP08v68MMPz/X4t+5269vVVU9tqh0l/9gIPrKvZQXMDRs2ND3yrTbVtpKWlad9a4yaQ/VHbenL0NRXta9jyH+ctaBy+riB6qpfwVc/X3mkwgU0j0cddZT7VneV1vtMH+3QhRGtk8pOQO8DBdIXXXRR/GMzia0Hy2hu9KSJ5kTl9LtUv++0nP4p7xEQTOftQi4CCCCAAAIIpFhAJ2b6Vl51Q3cc/aRA9NRTT1V2numee+5x3yyrz8SqjoKiJ554wp0MKjBSgHTKKae4z+7qZE+fkQ421KlTJxe0qa7K6k8xqS/BMgUt69FH9U+fI1QbOskfOXJk/BFkP3hS/xSMHXnkkaYT0ILaDPM22ZRknvIakz93Ckovv/xy943NugiisnLV3Ue5KSmQVp62FZR0MUYBr8ro8VMdP5oXJS37x4Y+O53YvvJUT2PUN4nrrrdfT21pWzAVVE7Hnh6T1TGlNnTBJVP+fFDQqCyW9f7SXX056n2mudF7qSzapo3NArqope8q8I97eSvpPeWX0vcW6EKX76/jWknlVMZ/D2k5iinUwXQUwRkTAggggAACCBRPQAGWPn/np+CfYNIJ3DvvvBMPVP2Wg3WC5bVdJ3d+WyqnpDxtU1Jgqzoqoy8t0z6Un1/S9sQ+KMhTfSUFmgqy/PoKqoLt//Of/7Thw4e7YF/l1Jba9Muny6scNV4/aYwaq/qvcWldr1r3k8bpj93PUzu6u3zLLbdYop22+e3L2K8TfFWbMtS+dNdM25SnV/VH/fDb0LLytE2poPZ1jORVT/nBdrSeVzm1r37omNL2xLFpO2lLAc2z5iW4RXMmczkqyTy4Xcuafx0HMtc6qXCBRGsZ6jiVcTAF50N1lPzWg3WC5fztUXslmC7bGaU1BBBAAAEEEEAAgVIKKADSRYZSNmMKXPVov07wS9sW9RFAAIFEAYLpRJGMW2fACCCAAAIIIIBANAUUlA8ePDiag2NUCCCQcgGC6ZRPAR0otgAVEEAAAQQQKCcBPa6YCY8mlhMfzSKAAAIZJUAwnVHTzWBTJcB+EUAAAQQQQAABBBBAIFoCBNPRmk9Gg0BZCdAOAgggkHSBbbbZxkjlb1ClShXTn4LCuvytS2Jcs2ZN3gdJ+F3QoEEDnJPgnNd7IOn/uJTjDgmmyxGXphFAIJkC7AsBBNJdIBaLWSxGisXK10DHSYUKFbAuZ+dYrGTzWLlyZeamhHaxWMnMYzHqxWLJM6hYsaJ+DUUiVYjEKBgEAgggkI4C9BkBBBBAAAEEEEAgbQUIptN26ug4AgggkHwB9ogAAggggAACCCCwSYBgepMDPxFAAAEEoinAqBBAAAEEEEAAgXIRIJguF1YaRQABBBBAoKQC1EMAAQQQQACBdBAgmE6HWaKPCCCAAAIIhFmAviGAAAIIIJCBAgTTGTjpDBkBBBBAAIFMF2D8CCCAAAIIlFaAYLq0gtRHAAEEEEAAAQTKX4A9IIAAAgiETIBgOmQTQncQQAABBBBAAIFoCDAKBBBAINoCBNPRnl9GhwACCCCAAAIIIFBUAcohgAACxRAgmC4GFkURQAABBBBAAAEEEAiTAH1BAIHUCRBMp86ePSOAAAIIIIAAAgggkGkCjBeByAgQTEdmKhkIAggggAACCCCAAAIIlL0ALSKQtwDBdN4u5CKAAAIIIIAAAggggAAC6SlAr5MiQDCdFGZ2ggACCCCAAAIIIIAAAgggkJ9AOuYTTKfjrNFnBBBAAAEEEEAAAQQQQACBVAoYwXRK+dk5AggggAACCCCAAAIIIIBAOgqkXzCdjsr0GQEEEEAAAQQQQAABBBBAIFICBNNJmE52gQACCCCAAAIIIIAAAgggEC0BgulozWdZjYZ2EEAAAQQQQAABBBBAAAEEChAgmC4Ah03pJEBfEUAAAQQQQAABBBBAAIHkCRBMJ8+aPSGQW4A1BBBAAAEEEEAAAQQQSFsBgum0nTo6jkDyBdgjAgggUJ4CK1euNFJyDFasWIF1SI+3JUuWMDdJmJvly5fjnATnvH6nb9iwoTz/KUlq2wTTSeVmZwggkGQBdocAAmkksGzZMiOVv0GlSpVMwTTW5W9dEmMFGiWpR53izefq1av5fZOi37lp9M9SoV0lmC6UiAIIIIBAMgXYFwIIIIAAAggggEA6CBBMp8Ms0UcEEEAgzAL0DQEEEEAAAQQQyEABgukMnHSGjAACCGS6AONHAAEEEEAAAQRKK0AwXVpB6iOAAAIIIFD+AuwBAQQQQAABBEImQDAdsgmhOwgggAACCERDgFEggAACCCAQbQGC6WjPL6NDAAEEEEAgYwTuv/9+69Onj/tzNyUaNJVCI/Dtt9/aE088EZr+0BEEEEAgLwGC6bxUyEMAAQQQQACBlAu8/fbb1qhRo3hq2bKlKcjKr2PnnHOOvfjii1a9evX8ihSaf8EFF5iC8kILBgro76gqiA/21V8ubluBZou0GKZCGqs/br0G52vu3LnuQodeg33WfPbv3z/XBRC107t3b7v88svd3Os48OuofseOHV2+9hHcljgPasevF3zVHKuukpaD21RH+UqJ29RXjUnb1Af1JVjXXy6onOqortpQWyrr1+O16AIFzXXQWM5KweOk6HvJjJKykVFi0nshUUDvCf2uk7+2BetqWXlKWg6WU15UE8F0VGeWcSGAAAIIIBABgWOPPdZmz57t0rBhw+z00083nSyHaWgK3hXEq59jx461nXfe2b766ivXZwX4YeprefVFJ9njx4+3qVOnunHLQvOVx1wV2AWdwI8YMcIef/xxu+WWW0ye8lUltdWvXz979NFH4/vo0aOHNrlg/J///KcNGDAgvi0ve7U/c+ZM10/1Vcs68VcjevXH4G9TeW3Tvi+++GIbPXq0a//UU0+1QYMGuf1qu58KKqcARHVuuukm14Z8wng8+2MJ8+sI7xhp0qSJc9R7TfMSvDCx3Xbbxd+DOhb94yTMY0pV32QjIz/pPaffYcccc0yuLsn39ddfj+fpWNcxLH8lLStPx7nKDR06tFQXNuM7CvkCwXTIJ4juIYAAAggggMAmgf3228/atm3rgmmdtHXv3t1uvfVWd5dSQY+SgjqdzOmuiIIj+/t/OhH074BqWXcF/TsxKufXGTVqlA0ePNh091D7UHW165dV+8orTgrW1361f7++tin569rm91P7TxyjXy5Mr37/dUHBD3zVP52kK2m5KEnjVTCrE/Gtt97aVdl1111N866VF154wS677DJTntaD6ZNPPrGuXbtaQfvTHE+aNMmuueYad5Kvvir41v7Ull61rnwlLas/K1eudE9E7LLLLvF9K9BYunSpTZs2TVXjSfOXXzmVrVWrVnw8GpeCPtWJN8BCkQR+/vlnO+yww1xZHSsy1/GjDL3KuUaNGlolFVNAF6v0PpOrX1XvnbvuusvOOussP8v9Ht5xxx1N5WStixvaqAsdmhvlaz3qiWA66jPM+BBAAAEEEIiogIIZ/25K8C6kAiEFVgqO/KF/+OGH1qFDBxdEff311/E7jI97d0CvvPJKW7FihXtEXHfCr7rqKps4caI7SVSgrYBKdyq1L/P+5weP3mKh/6m+Ti5150b1dQdNdzh1wl9oZa9AfmP0NoXiP51ky0cnz6XtkIJKnZDndRKu/SgQ/vLLL93FE13c0AUT5Wu/mmvNoS5WaFvwYoi255e0r2XLltn8+fNNr1r3y2pZ/mpXwVubNm38TabgoXbt2i6giGd6CwWV05wryNPx6RV1x6LGqzpaL9MU8cY0F5pzDVOu33//vXu/al1pwoQJ1rp1a3esFOf9qrqZnPQe1PtAF3qCDvodpt+fe+65Zzxb748ff/zRvQf0HtEGXTDS77mCLmqpXJQSwXSUZpOxIIAAAgggEGEBndDpRE8Bk4apYEaPyWo5MR144IEuOFKwpaRATHkqp8eB/bubetXdQeUnJtXTo4u6Q+kHQAoaixr8+PX1WK9OPNW+9qe7aDpp1XphqaAxFlY3WdsVIPrj0z4VvCigVdKy8pR+//1322OPPVyAo21K+my05lTbC3LVyfqUKVPcY706WVdSIKpjQs56XPuLL75wd5C1TY9hy13t+klzqL7qzpufp2XtX2388ccffrZ71Zjkr5XEvqkt7V/bgqmgconbVE9BoV5JZsUx0MUz2ekYUuA3ZMiQ+FMDeo/5QZ0uYukY0UWt4rSfqWX1flDQrOPbN5CdLpjpPeXn6VXvD1201HtaqUuXLvbcc89Z37593ZM9mpvgBS/ViWIimI7irDImBBBAAAEEIiKgx651UqakEzp9w3PwRC+/YfoBt06q9QiwgiidZKu87mTpzqXa1Emggjzl55dOOeWUeACoZQVuCr7yKx/M13510hnMUxCQV2AVLJNOywpGZer3WYGOAlrd4ffz9KqLFgputM1P+nymjLRdLnrNLymwDV480YUNHROrVq1yVYIXPXThRHcrg/1SIQXYmj/NvZ+0fx1TTZs2VZF4Ul3dmVZGYt80/2pH24KpoHKJ21QvSseBxpOMJHsFadqXjiNdmLruuuvy/OJAvfc05/5dbNUpwxSppnS865jWRxj8gSlPFxTz+/yz/17XPCjpGH/kkUdM5lrXBSf9/vXbi+IrwXQUZ5UxIYAAAgggEBEBPXatkzKlxM/kFjREBUe6w6LHu3UircBL5XVyGPwSKwV3CvK0La+kQEsBn/bvp+L0IzHQ1D4UQOmkU8vpnuSsu1MyLu1YFPjkFQCrXT1WnRjsKl+pWrVqppN2LReW1F/Nnz+XalfHidpInCsdKwrgVUbtat70qqQ75Qq01WetB1NB5RSsKBhUeb1qPSrHgsaUjKQLZLL3gz7NqS6k6MKKTBP7EJyPxG2Zt57/iHVRQu+j4DGt7yn49NNP40+U6GKi1nUXWu8PvzXV1dM/mhO9j/w29Hs36v4E0/5RwCsCCCCAAAIIREpAdyd1gq2Tu+BdaQ3SP9nTSWB+d6Z1kq5AS3e98jpJVzsFJdVXoKnPZPsnntqfAka/PwovegmnAAAQAElEQVSk1Ee1r6R9qb8FtRu2bTqB1t2nknw5W3AsMtEj8PrGawWr2iYvtS3L4FzISnfM5KttOmkPOutxVbXlz7PaSkxqW59hV//VhgIytam2lbSsPG1TGc2b6qgdBRlqX33WY7C6U6o6BZXT48iqq/EEX/185ZEKF9BTJ7rI4c+FauhijgJBzZWeXvG36X2nx7x1fKgcKX8BGSY6Jd551ndM7Lvvvvb+++/HP6Ou415fTnbRRRe5PF2AlLv2pDb1O07LJU4hr0gwHfIJonsIIIAAAgggUDIBnXSrpk7u/KBKwc9RRx0Vv9OigCl4Z1qPEevzl3oMXCeEOpnUSbr/ZUZ6NFjBk9otSlJ9fdZQj5OrrtofOXKkO+lUfT+QUvvq25FHHmnqr7alS5KtvrBN/dUY/aSLBBq78oua7rnnHneXWUHp5Zdf7v4Umj+PsvTnQl4KpJWntvWFR9qX76w8taVXBfn+nOnV71/iXKiNxPaVpzY0Rn3DsT7jrfoamx5l1bZgKqicAj19k7gCdLWh4D+/x2eDbbKcW0COcpOfHJVUwp/v5cuXmz9POh40T/48qhxpSwH9rtPFIh2/W24tOEcXK3ShS7+/VFLzouTPS9Tt8wqm5UBCAAEEEEAAAQRSKqCTMP8EObEjOul755134l86pO0KrILlddKtR3qDeX45/zFfbVdSe9qmE0I9Rqrg0M9Tfb+8XtUvlc0rqb765ddVGfVL9ZSC7Wqb30dt03715WjDhw933/SsNtSW2lTZsKdEJ7lqfOq3xqJ1vWrdTxqbP14/T+3o0Xr9nelEL22TlZJc/Tp61brylVROebprplftR6+aO21XSmxb21VP25TUnvL8FKyrsfhjU37iuuorBfPVjvqheda2vPavMqTCBXQcyU+OSpo3v5bmTXl+0vz423jNW0CeRfldI8vEY1reSn7Lasufm+C8+Nuj9hqRYDpq08J4EEAAAQQQQACBzBVQ0KkLC6UVUOCqzzzrBL+0bVEfAQQQSBQgmE4USdY6+0EAAQQQQAABBBAoVwEF5YMHDy7XfdA4AghkrgDBdObOfbFHTgUEEEAAAQQQQAABBBBAAIFNAgTTmxz4GU0BRoUAAggggAACCCCAAAIIlIsAwXS5sNIoAiUVoB4CCCCAAAIIIIAAAgikgwDBdDrMEn1EIMwC9A0BBBAoI4E6depYHVK5G1SqVMn9+S2s65S7dZ0SHM+VK1cOZb9KMpYw19GfoAtz/6LctzL6JyMUzRBMh2Ia6AQCCCRTgH0hgEA4BbKysoxU/gYVKlSwatWqYR3S401/cov3Qfm/D3TRAufyd87LOJz/ApWsVwTTJXOjFgIIIJBMAfaFQEYIxGIxi8VIsVj5G+iAisXKfz+xGPuIxYpnoIsdsVjx6sRilI/FimeAc/G8YrGyK1+xYkX9CopEIpiOxDQyCAQQQCBsAvQHAQQQQAABBBCItgDBdLTnl9EhgAACCBRVgHIIIIAAAggggEAxBAimi4FFUQQQQAABBMIkQF8QQAABBBBAIHUCBNOps2fPCCCAAAIIZJoA40UAAQQQQCAyAgTTkZlKBoIAAggggAACZS9AiwgggAACCOQtQDCdtwu5CCCAAAIIIIBAegrQawQQQACBpAgQTCeFmZ0ggAACCCCAAAII5CdAPgIIIJCOAgTT6Thr9BkBBBBAAAEEEEAglQLsGwEEEDCCaQ4CBBBAAAEEEEAAAQQiL8AAEUCgrAUIpstalPYQQAABBBBAAAEEEECg9AK0gEDIBQimQz5BdA8BBBBAAAEEEEAAAQTSQ4BeZpYAwXRmzTejRQABBBBAAAEEEEAAAQR8AV5LIUAwXQo8qiKAAAIIIIAAAggggAACCCRTIDz7IpgOz1zQEwQQQAABBBBAAAEEEEAAgTQRKHIwnSbjoZsIIIAAAggggAACCCCAAAIIlLtAlIPpcsdjBwgggAACCCCAAAIIIIAAApkpQDAdqnmnMwgggAACCCCAAAIIIIAAAukgQDCdDrMU5j7SNwQQQAABBBBAAAEEEEAgAwUIpjNw0jN9yIwfAQQQQAABBBBAAAEEECitAMF0aQWpj0D5C7AHBBBAAAEEEEAAAQQQCJkAwXTIJoTuIBANAUaBAAIIFF9gw4YNRkqOwfr167EO6fG2du1a5iYJc4Nzcn7X5Pc7vfj/QoSzBsF0OOeFXiGAQLIF2B8CCKRcYN68eUYqfwMF0gsWLMA6pMfb8uXLmZskzM2SJUtwToJzXr/TU/6PTRl2gGC6DDFpCgEEEEimAPtCAAEEEEAAAQQQSJ0AwXTq7NkzAgggkGkCjBcBBBBAAAEEEIiMAMF0ZKaSgSCAAAIIlL0ALSKAAAIIIIAAAnkLEEzn7UIuAggggAAC6SlArxFAAAEEEEAgKQIE00lhZicIIIAAAgggkJ8A+QgggAACCKSjAMF0Os4afUYAAQQQQACBAgVWrlxp/fv3t2+//daVu//++61Pnz6mfJeRx4+5c+dax44d7e23385jq5m2q425c+fmub2omRdccIGpP0Utn4nlNG9PPPFEJg6dMSOAQBoJEEyn0WTRVQQQQAABBDJJQEGtAs+yGPM555xjL774olWvXj3f5rbeemubOHGi9ejRI98y6buh/HuuCwSNGjUyP7Vs2TJ+MSO/CxEKmnXRI3iRQ+307t3bLr/8cteWjgP1XmXVpt++n69tSqrnb8vvuFE/dMHEL6dXv52Ctqn94P7VhsorPzEVVE51VFf71VhUNrE+68UT0FzrIpeOISUtyzeYZC774rWcOaWD751Eq0RTlfVl9N7xnbUczNc8qK6fF9VXgumozizjQgABBBBAAAEEkiSggGb8+PE2depUmz17tkvDhg1zd/OL0wWdqI8YMcIef/xxu+WWW2zs2LHxCyBa/uSTT1zbWr7iiiviwbpO5P39qw8zZ87M9+7/dtttZ1999ZVrR30NXjzJb5sCsYsvvthGjx7t6p166qk2aNCgLZ50KKicAgvVuemmm1wb8jn99NOLbVQcz6iX1cWI119/PT5MXSzTRTPNq5+OPfZY03zpYlm8IAtxAR2zOjZ9L1npOFWeCo3w3o9NmjRxx6zeN3oPyF31dAwrT0nLylM9zcnQoUPj7121E9VEMB3VmWVcCCCAAAIIREhAJ2ndu3c3PfqrO3q6G6IALjhEBWLKV7rvvvuCm1xgpfI6CVQ7as8voHpKytM2lfG3qY7aUxo3bpyf7QIg3XlRHT9TZRXUaV35usOjekpqX/lRTP7YFMQomPHHqCBVyV8v7FVmCoh1Iu4HPrvuuqvtt99+ruqll15qfr6Oge23397NgzaqzoABA9zJu/qgZbWlE3tt95P2UatWLatRo4afFX8taJuOiV122cXUH1U45phjbOnSpTZt2jStxlNB5VRW+/bHo1cF76oTb4CFIgtobu+66y4766yz8q0j22XLlrlgOt9CGb5B7ym9t3yGAw880B3bK1ascFk///yzHXbYYW5ZZfU+0HtFaccdd3TvSb2fFHCrkIJvlVdZrUc9EUxHfYYZHwIIIIAAAhERUPDyyiuvuLuRuhOiu5R+8KpXBU+6K6k7LDq5mzBhwhYjVxBWu3Zt14Y26oR80qRJphNIrQeTHySqPaXJkyfb77//HiyS77JO4v07kLqLOnz48Pg+862UhhvkJ3edPJe2+zLTCXlRTsL9E30Ft+qDAqZgPS3rePHLBfum46J169buEXJ/jv3t+W1TQNGmTRu/mAvGdRwpoIhnegsFlVNZBdMK9r2iLvDXeFVH6ylKabtbBW0dOnSwPffcM98xPProo3biiSc663wLsSGXgI5TBcx6D2mDjntdrNKytn3//fcugNb2H3/80V3Q8t9numCk35XFuYimdtM5EUyn8+zRdwQQQAABBDJIQMHLNddc406MdSKnO3sKRBRM6RFD3Y30AxU9qtipU6ctdLS9a9eupnraqJM/vSrI1qufdNKoxxn1GK6fd+WVV5ruJPrrBb3qZFJJZdR2u3bttBjJpABR8+EPTgGq7sYradnP14WIPfbYwwWx2qakz0YrEFYZf060XFDSfOsxVM2j9qsT+T/++CNXFeXreMmV6a0o+Nac64RfF2QUkOlCjLfJ3XXOb1ti33QcKRBWvWAqqFziNtVToKJXUnEEzH1JoC7i6H2eX01dnFHgpznPrwz5uQVkpo9PBH/v6fsmdJzq/arfuUOGDHHvFb3H9B7Ue1qpS5cu9txzz1nfvn3dFzmqvJ7e0fs1916itUYwHa35ZDQIIIAAAghkjIBO8PzBJgZ0fn5er7oLrbvROskr6M6VgjGdMObVRmF5alsnkjqh1F1Q3fEsrE66blcwrIsPfv918q1g9aqrrvKz3KsuRCiA1TY/6a695k4FgvOp9bySTvY7d+5suqii/Zj3Pz2F0LRpU29p83/qj+5Mb87Zcklzq6cH/LtuwRKJ2xL7pvnV57KDdbRcULnEbSqfV4CtfFL+AppbXTwr7DO5H374oR111FHuLmr+rSVpSxrsRhe+rrvuOvvggw9csKwu6zjX7zEt6z2r9991XhmVVZ7eg8r3k47xRx55xPS+Up4uOOkJIpWNaiKYjurMMi4EEEAAAQQySCAxoMvrbqXPoTvFWtZJngKi/O5cKRjTibvKKmlZeVouKOkE9J///KfpTrlOKPXoeV53yQtqI1226Q6t7k7lFZAWdwwKYHUnUc551dWJvD4jGzzZ98slzr/a0MUQBdp+mbxeCwpmE7cF13V86VhQnxPbLaicjjcdH6qjV60rANE6qWgCL7zwgn366aemu6G6WHXKKae4dd0Z1byrFdnqgpkunGmdVLCAHxwHv/dANfSkho5zfUeA1vV+1+81PRUgY+Up6b0pb5XTe9F/X+jjH8H3g8pGLRFMR21GGQ8CCCCAAAIZJqATPAV0ulvln+DphHvGjBl5Sqi8Pmv59NNPm/8FOokFdTKozw3qzrW/Tcs6sdS6H6TpJFLrelR41KhRWrTEQEsnpN99953bFsUfOoHWhQl9AVtpxqeLGjLXI9wyVFvyVduaVwXSF110kXvMX9v8pPnUCb4//yqrZeVpm19Or/oCO7WpZQVeesxbJ/xaL2ibxqhA36+r40t9VZ8197p7p/0WVE6PyGo/Gk/w1c9XHqlwgcS7oY8//rjtu+++9v7778fvQus9p5b8C2daJuUtoGNagXBej8zLTxelVMavrQtnuuPsv7d03PvvTf3e1JMmem+pvMom8WKRdpn0RDCddHJ2iAACCCCAAAJlLaATbJ3g6ZFq3a1SMFbQ3WDdsdKj1126dMm3K3pUUXcO1Z5S+/bt45+Z1omkgjXdFdM2nTTqT/CoMZ1QXnbZZabPA2ub/qSSvnla26KYNN6JEye6oWm8ftLdq7xO0F3BfH7cc889pnlUUKq/M63PbuqEXvM5ZcqUuKm/Dz+A1+fTVU/zr6SLK8rTblRGAa+WWSab9gAADdxJREFUly9fHm9DdzY1x365grZpjME51dhUV20GU0HldMzo8XQdN+q/PoNf2KPKwbZZLrqAHvFWUCfzotfKzJIKfPWXCvS+0XHpJ71n5KdjVMeqny8lvU/1qjRixAjTxUldWNK6yiqpvNb995eWo5hKF0xHUYQxIYAAAggggEAoBHQS5p+0KUh555134p/lUwcVQCtpWUll9Vi1kgIffYO2f4KnctquckrK190r7UPrSon70ImkHntUe0p6dFvrKqfyqqt8JbWtpLzEbeq36mmf2qZy6o+Wo5Q0Lln4SWOWocYoM63rVet+konmyS+nfLWjz1LfcsstpiBddZS07Lftv6qs6ihp2c/3fXXXTNu0H70q3y+jV3++Ctum7SqrOkoai99n5Seuq4xSMF9tqB867rRN49G4lE8quUCiv1rSPOt40DKpYAH56XhMTMpXTR2jOlb97YmuslZSWaVg+cSy2h61lHHBdNQmkPEggAACCCCAAAJRE1DQqYsXpR2XAlc9kq8T/NK2RX0EEEAgUYBgOlEkfOv0CAEEEEAAAQQQQKAEAgrKBw8eXIKaVEEAAQQKFyCYLtyIEsUWoAICCCCAAAIIIIAAAgggEG0Bgulozy+jK6oA5RBAAAEEEEAAAQQQQACBYggQTBcDi6IIhEmAviCAAAJRE6hYsaKRyt8gFovhHOJjzbz/8T4o//cBxqkz9g7xyPxXITIjYSAIIBB2AfqHAAIIFCjQsGFDI5W/QeXKla1+/fpYh/R4q127NnOThLmpV68ezklwzut3eoH/EKTZRoLpNJswuosAAskUYF8IIIBANAVisVg0BxaBUVWqVCkCo2AICOQvoKcC8t+aXlsIptNrvugtAgggULAAWxFAAAEEEEAAAQSSIkAwnRRmdoIAAgggkJ8A+QgggAACCCCAQDoKEEyn46zRZwQQQACBVAqwbwQQQAABBBBAwAimOQgQQAABBBCIvAADRAABBBBAAIGyFiCYLmtR2kMAAQQQQACB0gvQAgIIIIAAAiEXIJgO+QTRPQQQQAABBBBIDwF6iQACCCCQWQIE05k134wWAQQQQAABBBDwBXhFAAEEECiFAMF0KfCoigACCCCAAAIIIJBMAfaFAAIIhEeAYDo8c0FPEEAAAQQQQAABBKImwHgQQCCyAgTTkZ1aBoYAAggggAACCCCAQPEFqIEAAkUTIJgumhOlEEAAAQQQQAABBBBAIJwC9AqBlAgQTKeEnZ0igAACCCCAAAIIIIBA5gow8igIEExHYRYZAwIIIIAAAggggAACCCBQngK0vYUAwfQWJGQggAACCCCAAAIIIIAAAgiku0B5959guryFaR8BBBBAAAEEEEAAAQQQQCByAuUQTEfOiAEhgAACCCCAAAIIIIAAAgggkEuAYFocJAQQQAABBBBAAAEEEEAAAQSKIUAwXQysMBWlLwgggAACCCCAAAIIIIAAAqkTIJhOnX2m7ZnxIoAAAggggAACCCCAAAKRESCYjsxUMpCyF6BFBBBAAAEEEEAAAQQQQCBvAYLpvF3IRSA9Beg1AggggAACCCCAAAIIJEWAYDopzOwEAQTyEyAfAQQQQAABBBBAAIF0FCCYTsdZo88IIJBKAfaNAAIIIIAAAggggIARTHMQIIAAApEXYIAIIIAAAggggAACZS1AMF3WorSHAAIIIFB6AVpAAAEEEEAAAQRCLkAwHfIJonsIIIAAAukhQC+3FKhUqZKtW7duyw3kIIAAAgggUEqBjRs3lrKF0lcnmC69IS0ggAACCCCQjgLl3ucaNWrYypUry30/7AABBBBAIPMEYrFYygdNMJ3yKaADCCCAAAIIRFMgOzvbFi5cWIaDoykEEEAAAQTMXaitXr16yikIplM+BXQAAQQQQACBaApsu+22NmfOnGgOrqijohwCCCCAQJkLzJ4927beeusyb7e4DRJMF1eM8ggggAACCCBQJIHtttvOfvvttyKVpVB4BOgJAgggEHaBX3/91Zo1a5bybhJMp3wK6AACCCCAAALRFFAw/ccff0RzcIwqTAL0BQEEMkzg559/ttatW6d81ATTKZ8COoAAAggggEB0BRo1amQzZsyI7gAZGQIlEqASAgiUVCAnJ8eWL19udevWLWkTZVaPYLrMKGkIAQQQQAABBBIF2rdvb5MmTUrMZh0BBNJNgP4iEBKBiRMnmv5tCUN3CKbDMAv0AQEEEEAAgYgKtGvXzn755Rf+3nRE55dhIRBmAfoWTYGPP/7Y9t1331AMjmA6FNNAJxBAAAEEEIiugE563n333egOkJEhgAACZSNAK4UIfPXVV9a8eXOrUaNGISWTs5lgOjnO7AUBBBBAAIGMFejSpYvpBEifcctYBAaOAAIIRFIguYMaO3as9ezZM7k7LWBvBNMF4LAJAQQQQAABBMpGQCc/o0ePLpvGaAUBBBBAIOMEFEjvsccelp2dXbqxl2FtgukyxKQpBBBAAAEEEMhbQF8WE4vF7PPPP8+7ALkIIIAAAgjkIzBt2jT74YcfrHfv3vmUSE12soLp1IyOvSKAAAIIIIBAaAROOOEEe++99+y3334LTZ/oCAIIIIBAuAVWrlxpzz//vJ144omh6yjBdL5TwgYEEEAAAQQQKEuBSpUq2cknn2wjR460BQsWlGXTtIUAAgggEEGBjRs32kMPPWSHHnqobbPNNqEbIcF06KakFB2iKgIIIIAAAiEXaNy4sR133HH28MMP259//hny3tI9BBBAAIFUCaxdu9buvfde22+//WzXXXdNVTcK3C/BdIE8bCxvAdpHAAEEEMg8gVatWlnfvn3tsccesx9//DHzABgxAggggECBAnPmzLE777zT9t9/f9t7770LLJvKjQTTqdRn3+koQJ8RQAABBMpAoHnz5jZw4EAbN26cS2XQJE0ggAACCERA4LPPPrMRI0a4i6768sowD4lgOsyzQ98QKBMBGkEAAQTCKaA/b3LBBRfYunXr7I477rCff/45nB2lVwgggAAC5S4wa9Yse/DBB23GjBl26aWXmi66lvtOS7kDgulSAlIdAQTKQYAmEUAgowQOO+ww9y2tEyZMsGHDhvHod0bNPoNFAIFMF9BfeHjyySdt1KhRdtBBB5n+8kPFihXTgoVgOi2miU4igEDYBegfAgiUTqBRo0Z2xhln2MEHH2yTJk2ym2++2V577TWbPn166RqmNgIIIIBA6ARmzpxpb731lt12223uoz56nPvCCy+0Nm3ahK6vBXWIYLogHbYhgAAC0RVgZAiEUmD77be3k046yS677DLTN39/+umnLrC+9dZbbfjw4fbSSy/Zm2++aWPHjiVhwDHAMcAxkAbHwJgxY2z06NH2xBNP2JAhQ+ymm26yt99+22rWrGnnnHOOnXXWWbbzzjuH8t+kwjpFMF2YENsRQAABBEIiQDcySaBChQq25557Wr9+/eyKK66wSy65xN21btu2rTVp0sS22WYbEgYcAxwDHANpcAzoyaOddtrJunXr5oLnK6+80vr372/77ruvVa9ePa3/aSOYTuvpo/MIIIAAAqEWoHNlJqDPzymA1iOAu+66q+2+++4kDDgGOAY4BtLgGNhtt91sxx13dE8bValSpcz+XQhDQwTTYZgF+oAAAggggEBIBOgGAggggAACCBRNgGC6aE6UQgABBBBAAIFwCtArBBBAAAEEUiJAMJ0S9v9nv85xEAaCIADy/1cjEhJkmZX3mKMCJAT2bk9N1C4lQIAAAQIECBAgQIAAgcwCynTm7e3M7i4CBAgQIECAAAECBAgQ+Aoo018KX6oJmIcAAQIECBAgQIAAAQKrBJTpVbLOJTAu4A0CBAgQIECAAAECBJIIKNNJFiUmgZgCUhEgQIAAAQIECBDoKaBM99y7qQn0FTA5AQIECBAgQIAAgQkCyvQEREcQIEBgpYCzCRAgQIAAAQIE4gko0/F2IhEBAgSyC8hPgAABAgQIECgvoEyXX7EBCRAgQOBewBMECBAgQIAAgTEBZXrMy9MECBAgQCCGgBQECBAgQIDAUQFl+ii/ywkQIECAQB8BkxIgQIAAgUoCynSlbZqFAAECBAgQmCngLAIECBAgcCmgTF/S+IMAAQIECBAgkE1AXgIECBDYJaBM75J2DwECBAgQIECAwK+AXwgQIJBUQJlOujixCRAgQIAAAQIEzgi4lQABAh8BZfqj4EOAAAECBAgQIECgroDJCBBYIKBML0B1JAECBAgQIECAAAECTwS8SyC+gDIdf0cSEiBAgAABAgQIECAQXUC+dgLKdLuVG5gAAQIECBAgQIAAAQKvF4NnAsr0Mz9vEyBAgAABAgQIECBAgMAegVC3KNOh1iEMAQIECBAgQIAAAQIECGQQ+K9MZ5hERgIECBAgQIAAAQIECBAgsEmgbJne5OcaAgQIECBAgAABAgQIEGgooEzHWbokBAgQIECAAAECBAgQIJBEQJlOsqiYMaUiQIAAAQIECBAgQIBATwFluufe+05tcgIECBAgQIAAAQIECEwQUKYnIDqCwEoBZxMgQIAAAQIECBAgEE9AmY63E4kIZBeQnwABAgQIECBAgEB5AWW6/IoNSIDAvYAnCBAgQIAAAQIECIwJKNNjXp4mQIBADAEpCBAgQIAAAQIEjgoo00f5XU6AAIE+AiYlQIAAAQIECFQSUKYrbdMsBAgQIDBTwFkECBAgQIAAgUsBZfqSxh8ECBAgQCCbgLwECBAgQIDALoE3AAAA///n/10kAAAABklEQVQDANt46mNt/0eaAAAAAElFTkSuQmCC&quot;"/>
    <we:property name="snapshotTimestamp" value="&quot;1787918654299&quot;"/>
    <we:property name="snapshotAltText" value="&quot;Assignment, Page 3&quot;"/>
  </we:properties>
  <we:bindings/>
  <we:snapshot xmlns:r="http://schemas.openxmlformats.org/officeDocument/2006/relationships" r:embed="rId1"/>
</we:webextension>
</file>

<file path=ppt/webextensions/webextension4.xml><?xml version="1.0" encoding="utf-8"?>
<we:webextension xmlns:we="http://schemas.microsoft.com/office/webextensions/webextension/2010/11" id="{069898C2-41DC-438F-898F-2B8153A840DB}">
  <we:reference id="wa200003233" version="2.0.0.3" store="en-US" storeType="OMEX"/>
  <we:alternateReferences>
    <we:reference id="WA200003233" version="2.0.0.3" store="WA200003233" storeType="OMEX"/>
  </we:alternateReferences>
  <we:properties>
    <we:property name="artifactViewState" value="&quot;publicSnapshot&quot;"/>
    <we:property name="backgroundColor" value="&quot;#FFFFFF&quot;"/>
    <we:property name="bookmark" value="&quot;H4sIAAAAAAAAA+VVUW/aMBD+K8jP0URIAoG3wfq2VQhQXyY0XZwLuDV2ZDuhDPHfd3bo2lXVOmlCaNpL4tx95/vy3Z19ZKWwtYTDLeyQTdhU64cdmIdezCKmOls+rLKkyrMqywbDcQJZFY/Iq2sntLJscmQOzAbdnbANSL8RGb+uI1YbtGhavMV956OnKIQU7sAmzjQYMZByDhsfUIG0ZKjRWK1Aiu/YxdgOeooYPtZSG/BZlw4c+swtwembWMYfEiIF3IkWl8hdZx0O0n45hqRMRyMYDvIE8pxgtgME8m9C/NYh/UwrB0JRmoCtsioZj9M4r/K05ByTgnt7JaQ7Q4rDzWNtSACS5VB7/WbEdaON4CBZ+AuSpSN9ZDMtm11Y3fxiX+rGcFxgFVzKBclYQdURamPZieSYG01iBTvfglIov22Mburg3Or9zCAlLtmkf4p+cvlYtqA4WV8T+YJgG4N/y2SlHcje9KX3ulQW2KJq8A0ma7JYCpTnRnuu+aojWICZbcE43+vFPXWMry8FaVOimR5CiT8J89Rrg+gV3UtJelo/9Tmh7l908rnROmaX6az1yQMG1SjLgcdpFSdJn0MKcfbuGFy73v/lECywpqy9hT8uf8fj+mfUu+NYi1a7FRQS/5mBXOi9vfAwhnl8VoPtkK5iv9CNszVwnIPCwKHuNhIYcFRiUKWXPqyNf38WNL2d8ncgGy96uJVZSNL6y1vinwac6f0ARWC002EIAAA=&quot;"/>
    <we:property name="creatorSessionId" value="&quot;ed8b6a3f-ec09-4dc2-ad9c-dec7575b305a&quot;"/>
    <we:property name="creatorTenantId" value="&quot;aa0fb800-7011-42c3-bffb-1f3a9e9b2ed9&quot;"/>
    <we:property name="creatorUserId" value="&quot;1003200245A7A7A9&quot;"/>
    <we:property name="datasetId" value="&quot;a85d4ca9-4c1a-43dc-be16-18b7333ed1bb&quot;"/>
    <we:property name="embedUrl" value="&quot;/reportEmbed?reportId=2713a51e-c6c1-464a-a8d5-bdef182f38cf&amp;config=eyJjbHVzdGVyVXJsIjoiaHR0cHM6Ly9XQUJJLVNPVVRILUFGUklDQS1OT1JUSC1BLVBSSU1BUlktcmVkaXJlY3QuYW5hbHlzaXMud2luZG93cy5uZXQiLCJlbWJlZEZlYXR1cmVzIjp7InVzYWdlTWV0cmljc1ZOZXh0Ijp0cnVlfX0%3D&amp;disableSensitivityBanner=true&amp;storytellingChangeViewModeShortcutKeys=true&quot;"/>
    <we:property name="initialStateBookmark" value="&quot;H4sIAAAAAAAAA+VVTW/iMBD9K8jnaEVIKKE3YDl1aRGgXlaomjgTcGvsyHZoWcR/37FDP7aq2sMKodWe4sw8zzy/mbH3rBC2krC7hg2ySzbU+mED5qEVs4ipo+3m5moymF3dXQ8mYzLrygmtLLvcMwdmhe5W2Bqkj0DGn8uIgZRTWPm/EqTFiFVorFYgxS9swORypsZDxPCpktqADzl34NCH3RKc/il3/C2hjMCd2OIcuWusF520XfQhKdJeDy46WQJZRjDbAAKzDyE+dEg/0sqBUJQmYMtumfT7aZyVWVpwjknOvb0U0h0h+W78VBk6HZ15V3lVRsR1pY3gIFk4hUHbkN6zkZb1JqzGf9jnujYcZ1gGl3LC7ShSTpoLtbLsQHJMjSaxgp2vQSmUdyuj6yo41/pxZJASF+yyfYheuAyKLShO1vdEJgi2Nvi3TBbagWwN33rPS2WGW1Q1fsBkSRZLG+Wx0V5rvmgI5mBGazDON3J+Tx3j60ubtCnQDHehxN+Fee61TvSO7qkkPSyf+5xQ9286+dhoDbPTdNby4AGdstfNgMdpGSdJm0MKcffLMTh3vf/LIZhhRVlbM39dfsbj/HfUl+NYia12C8gl/jMDOdOP9sTDGObxVQ22QXpn/ULXzlbAcQoKA4eqCSQw4KjEoAovfVgb//0haHob5W9B1l708CqzkISKIbz4n2/wbzULtAK73wvAa1E2CAAA&quot;"/>
    <we:property name="isFiltersActionButtonVisible" value="true"/>
    <we:property name="isFooterCollapsed" value="true"/>
    <we:property name="isVisualContainerHeaderHidden" value="false"/>
    <we:property name="pageDisplayName" value="&quot;Page 4&quot;"/>
    <we:property name="pageName" value="&quot;6240d9a3d477a6283a88&quot;"/>
    <we:property name="reportEmbeddedTime" value="&quot;2026-07-16T16:18:00.982Z&quot;"/>
    <we:property name="reportName" value="&quot;Assignment&quot;"/>
    <we:property name="reportState" value="&quot;CONNECTED&quot;"/>
    <we:property name="reportUrl" value="&quot;/links/Z5hzbPhkQI?ctid=aa0fb800-7011-42c3-bffb-1f3a9e9b2ed9&amp;experience=power-bi&quot;"/>
    <we:property name="snapshotLastRefreshTime" value="&quot;7/16/26, 4:17 PM&quot;"/>
    <we:property name="snapshot" value="&quot;data:image/png;base64,iVBORw0KGgoAAAANSUhEUgAAA9UAAAIlCAYAAADbr9uyAAAQAElEQVR4AezdB4AU5f3/8e9Rj3bA0RRQkaZSLWAUFRELWBJj7B3/NsTYiCWiRomKJdhQEZMoYo8lxvKLYEFEsAFRESwUCwpKOQ6OjpT/fh6Yc25vb2/vbvd2dvad8NzMPPPMM8/zmtlzvvPM7NXYyv8QQAABBBBAAAEEEEAAAQQQQKBSAjUsY/5HQxFAAAEEEEAAAQQQQAABBBAIlgBBdSqOB3UigAACCCCAAAIIIIAAAghkhQBBdVYc5rI7yRoEEEAAAQQQQAABBBBAAIHKCxBUV96OLatXgL0hgAACCCCAAAIIIIAAAoETIKgO3CGhQZkvQA8QQAABBBBAAAEEEEAgWwQIqrPlSNNPBGIJkIcAAggggAACCCCAAAJVEiCorhIfGyOAQHUJsB8EEEAAAQQQQAABBIIoQFAd56hs2bLFli1bZt9//73Nnz+fhAHnAOdAIucAZdJ8nnz77bf2888/29q1a+P8hmcVAggggAACCCCQHAGCap/jihUrbMqUKfboo4/abbfdZn/729/spZdesvfff9/+97//kTDgHOAcCNk5EM7fax9//LFNmDDB/vnPf9qIESPs3nvvtVdffdXmzZvn+43PLAIIIIAAAgggkBwBguqI44wZM2zUqFH22GOP2S+//GIDBw60a6+91q655ho7//zz7dRTT7UTTzyRhAHnAOcA50C6zoEK7Pfkk0+2s88+2y699FIbNmyYnXfeeda2bVv78MMPXZCtAFs3USO//vmHAAIIIIAAAghUWSCrg+qPPvrIjUgvWLDABc6XX365HXLIIda6desqw1IBAggggEAwBBo2bGh77bWXnXHGGS7IbtmypT388MP2/PPP25o1a5LeSCpEAAEEEEAAgewSyMqgWu/aPfDAA6ZgWiMZxx13nLVo0SK7jjy9RQABBLJU4De/+Y17Eqldu3buKSW99pOlFHQbAQQQQAABBJIgkHVBtd6PHjt2rA0YMMA9xtmgQYMkMFIFAggggECmCfTu3dv+/Oc/26JFi0z/Xdi8eXOmdSGL2ktXEUAAAQQQCK5AVgXVr7zyis2ZM8e9L92pU6fgHhVahgACCCBQLQI5OTl20kkn2R577GEjR4605cuXV8t+2UmIBegaAggggEDWCWRNUK135zQKMWjQoKw7yHQYAQQQQCC+wH777Wd6FUjvWi9dujR+YdYiEBIBuoEAAgggkByBrAiqX375ZatZs6a7YEoOG7UggAACCIRNoHPnzu61IP0prtWrV4ete/QHgUwWoO0IIIBAoAVCH1RPnTrV9KdT/vCHPwT6QNA4BBBAAIH0C3Ts2NGOPvpo059YTH9raAECCGSeAC1GAIFsFAh1UK0vn5k8ebL7e6XZeHDpMwIIIIBAxQV69Ohh+t4NPeVU8a3ZAgEEEMgQAZqJAAJJEwh1UP3CCy/YySefnDQsKkqNwNatW62wsNCWLl1SnLSs/GTuce3atW4/sepVnvapMsncp1fXhg0brKCgwPRev5dX1anqUp1yi263t077rep+UrF9ou3zysXqYyralUidqT5XEmkDZVIvoL8QoT+7OH/+/NTvjD0ggAACCMQVYCUCQRcIbVD9wQcfWJs2bax9+/ZBPwZZ375169bZZZddagf06VOcfrNvbzty4ED74osvkubz1FNPuv1of9GVKk9tUJnodclY1msIJ590oi1fXpCM6pzL0UcdZfvv9xtnts/ee9ktN99sXnCt/Wh/2m9SdpjkShJpn459vD4muUkJV5fqcyXhhlAw5QL64jL91YiU74gdIIAAAgiERYB+ZKlAaIPqSZMm2VGRoCNLj2tGdlvHa+r775vS6+MnWIsWze2vw2+yVatWpbw/9erVs/vuG2Wnn35GyvdV1R2sWLHCbrrxL87nzbfetlmzv7Db77jTXn75P5aqmwJVbXNFtw9yHzPpXKmoO+VLCrRt29Zat25tn3zySckVLCGAAAIIIJDxAnQgmQKhDKo/+ugj69atm+niN5lY1JVagbq5uZFAsaVLHTp0sDPPOsuWLVtm69evK96xHgeeNWuWTZw40X0BXfGK7TPlrd9ezE00qlvWY8V6bFqPVms6bdo0m/X557Zp0ya3nfdDjwF/9+23NmXKFFu5cqV7tFx1eutjTX/5ZZO5+iJ9UFtVRlPty79trDyVVfrii9n2bWS/l19+he2yyy5Wp04d+93vfmc3/OUvViOnhqnNKqfkb2P0zQn1R/166803beHCH01ltY2S6lCbNHXtjeq/1z6N2noG0fWrHuXJR4/QahvlJZIS6aPaq0f216xZY14b/Iaa177VfvXV26/a4fXNy1NZ1aU6lTSveuUy+d13Y55r3rYy8urTvmTq35/KqU6vjYmeK9qOlH6BQw891N555530N4QWIIAAAgggkK0CGdDvGhnQxgo38f3IaOeBBx5Y4e3YIDgCCnw+jwRyzZs3t9zceq5hCtDOO/dc+8Nxv7fBF15gh/Q72N54Y4Jbpx/lrVcZLy1cuNBOOP4P9rc773RZCg79j3/rsWnVr3T6aafaH/5wnF100eDiUXO17+ab/2pHHjnQ/t85g6zP/vvZgQf0iTtSvHz5cjvt1FPM1Rfpw0033egCdQVgw6691m64/vrid65nzpxpvz/2d/b111+79vl/rF+/wRo3bmw777Kzef/LycmJBNbH2rnnnWd169b1st1Iv9fGIwcOcDcHtFJB4Bmnn+b6NWTIRRHLfnbFFZcXPz5eXv+9x7cHDjii2MBfv/ahY9P3oAOdj9YNHnxhsZ/Wx0uJ9NE7ZocfdmhxG3QMlT9z5md2aP9D3L63eR8XuXGw0O3Sa7v66DIiPzTC722r7TWvY3pYJKA677xzTfuYMX16pKSZt17bKEP16DxRcvv6Q9XPFdVLCoaAfgfl5eXZ999/H4wG0QoEEEAAAQQQCJxAje0tCs1EI5sauWvatGlo+pQtHXljwgQXCCkY0rvC/3npJbv++husUaNGjuCVl1+2hYsW2htvvmVffPmVnXTyyTbqvvvcaLYKlLdeZZT0aPF1w4ZZq1Y7REZ3b7T69esru1RScHrfqPvt6zlz7ZlnnrWZn31mn/zvf67cd999Z2rvrSNGuPWPP/5EmfW4DSI/NKJ50UVD7Muvvra777nH3n7rLfvqq69cEKyR5k8//cR++umnSEmzKe+9Z7u2b2+77babW67sDxl9Pmu2TYsEhO3atbNnnn3GVdWsWTMb8/Df7dPPZtqcufPs3nvvs3cnTTK1wRWI/IjX/8hq96+s+jXSe//999sxv/2tO1ae3/jx4912Ff2h96tvuOF6U7pr5EgrKioqrqJv34Ptk08/s5mfz3L9yMnJsVGjRtnBB/dzeZPfm2K1atW0Rx75Z4nR+OIKypjZa6+97cOPPrIZ//vEunXrbn//+99LPAXg3yyeVWXOFX/dzKdfYN9997UZM2akvyG0AAEEEEAAAQQCKZCBQXV8R41u9uzZM34h1gZSoEWLFtbngANcOqR/f/vll1/sX8/9y43mbt261QV8e+21lyk4rFWrlh1z9DFuZPXnn392wZICwrLWex1eUbjCLr3kEvv222/s5ltuKQ7YvfX+qUaD27XbxXJyctyosIL7r+d87Yp8Hxm1UpDcufNubv0eXbqYkltZxo8dd9zR+h/a32rWrGm9evWOjMDn2pIlS1zpnnvu6aafffqpG82dOnWKDThiQLmButsozo899ugSCShrRUa2m1ibtm3thx9+cGbaRP1TH/QIfNud2lrDhg1NI8Rap6T1ZfVf65XKql9PAixbutRatmhpb0VuHugYaf/Tp0/TZhVOK1YU2vtTp9qESFD++uv/jQS364vr6NCxg7PMzc21Bg0a2IoVK+yb+fPtiAEDXP4OO+xgR0Qs582b50aZizcsZ+aAAw9wbjrufQ7oY+vWryt+kiB603hWlTlXoutnOb0C+hNbsZ4aSW+r2DsCCCCAAAIIBEWgRlAakqx2zJkzp8qje8lqi1FRhQT22ntvu/nmW1y644477d77Rpne91WgqUduF28PQL1Kc2rUcAGtlstbrzJKX331ZSSwWmt6f/uF5593wbjyqzvVrFnDakTa7+1X31R/cL9+7l3x2bNnu9H3/fbf31tdarply5ZIgLelVH6iGQqk9fi3HnE+8YQT3I0GPeWR6PbllVteUODeM38uclPkb3feYXfffZetjAS7TZo0KW/T4vX+Pvbpc4C9PfEdO/+CC6xe/fqRGwW1i8tFz6gfehXAn18zMlLtX2YegYoK6BFw3bCp6HaURwABBBBAAIHwC9QIWxf1rqhGPMPWr1T3J4j1146MRut94w0bN7gRW430rl+3LhJMbnbN3bB+vZuvGRn51SPc8da7DSI/2u26q/39H/+wa675s73wwvOmd5cj2RX+l5tb12rXrl3h7bwNNCKskXhvOScnx/r1OyTSns/sySeesJ4997R27dp5q0tMG+flRW4MrDM9Vuyt0Dvet99+m1115Z/cOi+/rOnbb79tCxYsMH3L+qR3J9vzL7zg/gRdWeUrmt+iZUvLz8+3W0fc5oJhBcRK1147LKGqyurjV19+Za13bO3Oh7IqatWqZWSEubGtXr2quIiC7Jo1ahbfhNGKTZt+0cSlxT8vdtOyfmzetO2cK2t9vPyqnivx6mZd9QnoSwH9n7nq2zN7QgABBBBAAIGgC4QqqF4fCbL4xu+gn3Jlt2/RwoWmd26V/vXss3bdddfZjpEAarfddncb6Vt4p0yZYs8//5zp26Tvvfce23mXXUwXuypQ3nqV0aPATZvm28EHH2y9eve2kX+70z1urXUVSbvu2t4FbuMeG+uC0yeeeNw+LefP7uiR6MfHPe7KvxgJYvUIe+fOnYt3q9cWNJL79ttv2VFHH+0eEy9e6ZvRY+ZdunSx64Zda/oysO++/dZu/utf7YnHH7cDD+qb0Lfe6yaEbljoy9MUcL7xxpvF73P7dlXp2V0jNy/0yKyOkb6t/csvv7ShV1xhejfaX6narm/e9udpPlYf7x81yt56603T++d1fV/GpvL+lJ/fzH6z3372wAMP2GeffWbvvDPRnn/uOdMj3Pr90KBBQ2vdpo09NvYxU7u0/v/+7zV/FW7+2Weecb6q498v/ds6duyYkK3b2PejMueKb3NmAyKgP621eHH8my8BaSrNQAABBBBAAIFqFghVUK0AIT8yOlbNhuwuSQL6U2iXXvJHU7rpphutfftd7aExD5m+VEu76N//UDvvvPNtxK23mr5NWsHgjTfeVDxqWd561eElBbQXX/xH942+//rXsxV+DFyj4hp1fe+992zAEYfbe5MnW7t2u3rVb5+WnChg1kiXyo8b95j9v3PPMz327ZXSe7n79+ljHTp0iIxU9/SyS00VEN9+x53WvUcPu+zSS+2IyP4nTBhvw4ZdZ8ccc0yp8rEyDjmkv+2/fx/3TeT79u5l41//b7FjrPIVzdP7qxGKKQAAEABJREFUzX+JHJsG9evbiSccb/rGdj1yrrarLt3YOPDAg+xvkZsa3rdoK99LKhfdxyeffMIuv/wKGzBwoFcs5rRmzZqu3M477WSnnHySDbnoIut/6KF2+ulnuPKq+89/vtb0++LY3/3W7rj9Duvatatb5//RuEkT07eyqw7VddFFQ0qMdPvLxpuvzLkSrz7WpUdAv4d0zqRn7+wVAQQQQAABBIIsEKqgWn9XVl+2FGRw2lZaQEGOvj1b30LtJX1D9uiHxkSCzrbFGygQvmjIENO3PKvcf15+xQWgXoHy1p9//gWm/Wh/2qZTp06mb4ZWoK4vuNI6ldG6/v3721tvT3R/M1vLLfSFW5Flb73y+h58sH340cfu27wVAOpxY32pldZFJ9X3wYcf2f2R0VP17ZNPP4sEeaeXCNL0pWFff/W17bff/qY/4xNdh39ZrzjoG7tVlyxU9+lnnFE8uu21V/v1ttN76uqj+q926hvItb3SE08+ZdOmzzCvvKbx+l9e/dqnngp4IlKv6lfSfLt27bTKdKxuGj7c2flN3crtP6L7OH3G/+yc//f/3LYqon6oP7G217b/fORRV7/2feutI0rcNNBI//gJE9w3n2uqsqpLdapupSOPPNK0T22v9apT+Sqjst5+y7PSNhU5V1SeFDwB/bdl9erVwWsYLUIAAQQQQACBtAuEKqjWO6pVec817UeDBmSMgEbJ/3jxxaa/Vf3KKy/b0CsuN32xlkZ/K9MJPVb66COPmP6+8tEJjjZXZj9h2CbT+pDscyXT+h+W9upGkP4bE5b+0A8EEEAAAQQQSJ5AqILq5LFQEwLxBTRqddRRR9nUKVPtthEj3DdSazTTe787/tal1+obvx9/fJxdcumltueee5YuQE4mCrg2J/tccZXyo9oFcnJySjxZUu0NYIcIIIAAAgggEFgBgurAHhoaFmSBnJwc92VienRYj16PG/e4+yKryrZZjxCrntNOK/lIeGXrY7vKC0Q/3l35mrZtmZOT3HNlW63J/kl9CCCAAAIIIIAAApUVIKiurBzbIYAAAghUvwB7RAABBBBAAAEEAiZAUB2wA0JzEEAAAQTCIUAvEEAAAQQQQCA7BAiqs+M400sEEEAAAQTKEiAfAQQQQAABBKogQFBdBTw2RQABBBBAAIHqFGBfCCCAAAIIBE+AoDp4x4QWIYAAAggggECmC9B+BBBAAIGsESCozppDTUcRQAABBBBAAIHSAuQggAACCFRNgKC6an5sjQACCCCAAAIIIFA9AuwFAQQQCKQAQXUgDwuNQgABBBBAAAEEEMhcAVqOAALZJEBQnU1Hm74igAACCCCAAAIIIOAXYB4BBKosQFBdZUIqQAABBBBAAAEEEEAAgVQLUD8CQRUgqA7qkaFdCCCAAAIIIIAAAgggkIkCtDnLBAiqs+yAJ6u7Pyz43latKkpWddSDgBOYPWumm/IDgWQJLFm82AqWLUtWddSDAAIIIIBAyAToTjIECKqToZiFdey08y7WqFFeFvacLqdSoGu3HqmsnrqzUKBlq1bWrHnzLOw5XUYAAQQQQCBkAgHuDkF1gA8OTUMAAQQQQAABBBBAAAEEEAi2QHRQHezW0rrACGzZsiUwbaEh4RHYsGFDeDpDTxBAAAEEEEAAAQSyQiCDg+qsOD6B7eTin3+yNWtWB7Z9NCwzBRb+uCAzG06rAytQsGypFRYuD2z7aBgCCCCAAAIIZL4AQXV1HMMQ7mPH1m2sQYOGIewZXUqnQPsOndK5e/YdQoFmzVtY06b5IewZXUIAAQQQQACBoAgQVAflSASkHTQDAQQQQAABBBBAAAEEEEAgcQGC6sStKOkTWLM67Y9++1rDbFgEVhQWhqUr9CMgAnpPf+PGjQFpDc1AAAEEEEAAgTAKEFSH8ahWQ5/Wr19vG/lSqQSlKZaowLp1axMtSjkEEhLYsCHyu2ojX4CXEBaFEEAAAQQQQKBSAgTVlWJjo2bNm1udunWBCJtAmvujd/XT3AR2HzKBvLzG1rBho5D1iu4ggAACCCCAQJAECKqDdDRoCwIIJCxAQQQQQAABBBBAAAEEgiBAUB2Eo5CBbXj5v2/YhInv2duTPyBhkLRz4MVX/pu0ugJ0btKnCnxGkv3rsGjlSlvNd0Akm5X6EEAAAQQQQMAnQFDtw2A2cYElywrtvoeftLsefIyEQdLOgUeeejlpdXFuVuazmd5tpn8yO/FfQgmWrJtb1+rWrZNgaYohgAACCCCAAAIVFyCorrgZW0QEatfmIjXCwD8EEEiXQIL7rVs31/h9lSAWxRBAAAEEEECgUgIE1ZViYyMEEEAAAQQSE6AUAggggAACCIRbgKA63Mc3Zb1bvXpVyuqmYgQQQCBZAgXLllnh8oJkVRf2eugfAggggAACCFRCgKC6EmhsYtagQUMYEEAAgcAL6M//Nc1vFvh20sCKClAeAQQQQACB4AgQVAfnWGRUS3JycjKqvTQWAQQQQACBtAiwUwQQQACB0AsQVIf+ENNBBBBAAAEEEECgfAFKIIAAAghUToCgunJuWb9VUdHKrDcAAAEEgi+wZMliW7Z0afAbSgsRQKAiApRFAAEEAiVAUB2ow5E5jcnLa5w5jaWlCCCQtQItW7ay5i1aZG3/6TgCCKRbgP0jgEA2CBBUZ+BRXr9+vY249WY75+wzXdK88tSVMQ+NthnTp2u2VCosLHTbaVpqpS9Ddame8sr5NmEWAQQQSKmAfh9d+acr3O+8V1952e1Lv+u834Oad5n8QAABBBConABbIYBApQUIqitNl94NO3bsZA89/A8bO+4JGzDgSLv7rr+ZguHBFw2xfXr1itm4pk2b2rDrbjBN33rzDfvmm/kxy5GJAAIIBE1gynuT7dRTT3e/9xYuXGgKsvW7Tr8D7753lE2b9rH7HRi0dtMeBBBAAIHkC1AjAkETIKgO2hGpRHt0YdmmTVtbtGihaQRHIzYKsDWCrVGce+4eaeMeG+suODUC/e6kSfbUk0/YzcNvcqPaKq9ySto+kSasKipKpBhlEEAAgaQIrF+/ztp36GC5ubnWsWPHSFC9vES9zZrlu3UlMiMLSxYvtoJlyyJz/EMAAQQQQKDaBdhhlggQVIfkQLdp06ZET2bPmmXdu/dwI9kdI6Pa69atK17fo2dPO/2MM+2GG28yBeRK3miPRoAUkBcXLmOmUV5eGWvIRgABBJIvUFCw3L6ZP9/dHPz444+scHmhabRaj4Tfestf7bDDB8TcactWraxZ8+Yx15GJAAIIIIAAAp4A06oI1KjKxmwbHIHCwuXWtGl+cYO03LVbN7esab169dx8rB96DHzI4Att6OWX2vLlBbGKkIcAAgikVeDkU061Z555yi668HzXjqb5TSO/85rayLvuseuu/4s9NPoBF2S7lfxAAAEEEEAAgfAKBLBnBNUBPCgVbZIe2dYojt6V9rbVyLRGq7VcGBnR0bLmo5NGpd+YMMFuve1203uJ+fnNoovEXN6yeXPMfDIRQACBVAjo95sCaO/3VOvWvz6do5uGZf3u2rJlSyqaQ50IIIAAAggggECxQFlBdXEBZoIpMG/eXDdio/eg9ci2vqDM39IDD+pr7747yX1T7jNPP2m66PSv16i23qlW4K1HxzVKrbQ8wZHqdet/fZzcXy/zCCCAQCoEvO9+uO7aP9sRAwa496f1HRH6HajR696993Uj19H7Xrmi0FZEUnQ+ywgggAACCCCAQLIEQhBUJ4sic+rRF/XoW7z1HrSSP6D+7e+Ode9Je6M6Wn9wv0MsP3/bl/iorNZ571Frqm1UTkn1NmnSxLxyZak0aNCwrFXkI4AAAkkX0O8q/Y4aPeZha9++g6tfv6eUp6T1LjPqR9P8ZtakSdOoXBYRQAABBBBAAIHkCRBUJ8+y/JqqsYQ3qqNRnM8/n2mHHxH7S3yqsUnsCgEEEEAAAQQQQAABBBAInQBBdegO6bYOadRGozdKGn3W6Pa2NYn9LK/Uhg0byivCegQQQCDtAuvWrnXfGJ72htAABBBAAAEEEAitAEF1aA9taju2devW1O4g8dopiQACCJQpsHnzZtuyhS9WLBOIFQgggAACCCBQZQGC6ioTZmcFyR75zg5FeokAAtUt0LBRI6tfv0F175b9IYAAAggggEAWCRBUZ9HBpqsIJCxAQQQQQAABBBBAAAEEEEhIgKA6ISYKRQusXbs2OotlBNIiwE4RiCegP6lVtHJlvCKsQwABBBBAAAEEqiRAUF0lvuzduE6dOtnbeXqOQOUE2CoNAvUbNLQGDfkTgGmgZ5cIIIAAAghkjQBBddYc6uR2tFatWsmtkNoQQCBAAuFpSu3ata1mzZrh6RA9QQABBBBAAIHACRBUB+6QZE6DduvYzkgYcA5wDiTrHKjUbz82QgABBBBAAAEE0ixAUJ3mA5Cpuz/8oF52y7WX2D23XkvCIGnnwJCzjktaXZybmffZvOay85L+K3HZ0iW2vGBZ0uutTIVsgwACCCCAAALhFCCoDudxTXmv2rTdifcUU66cfTto37Fj9nWaHqdUoHmLlpbfrHlK9xHCyukSAggggAACCFRAgKC6AlgURQCB1ArUrFkrtTugdgQQCJkA3UEAAQQQQCD9AgTV6T8GtAABBBBAAAEEwi5A/xBAAAEEQitAUB3aQ5vajv2w4HtbVVSU2p1Qe9YJzPr8s6zrMx1OrcCSxT9bwbKlqd0JtSMQMgG6gwACCCBQMQGC6op5UXq7wE4772KN8vK2LzFBIDkC3br3TE5F1ILAdoGWrXawZs1bbF9iggACIROgOwgggEAgBAiqA3EYaAQCCCCAAAIIIIBAeAXoGQIIhFmAoDrMRzeFfVs5e6SRMEjGObB109riM3Xz5s3F88wggAACCCCAQBoE2CUCCFRYgKC6wmRsIIFVK5dFguq7SLMxWFlFA51PXpo/b443yxSBpAgsXbLEli8vSEpdVIIAAgggECwBWoNAUAQIqoNyJDKsHY0a8T51hh2yjGhu5932yIh20sjMEWjRsqXl5zfLnAbTUgQQQACBMArQp5ALEFSH/ADTPQQQQAABBBBAAAEEEEAgMQFKVUaAoLoyamxjmzZtQgGBpAusXrUq6XVSYXYL6HcV7+pn9zlA7xFAAAEEQioQoG4RVPsOxvz58238+PGl0rRp0wgifU6a3bhxgyYkBJIqUFi4PKn1URkCq1YV2ZrVq4FAAAEEEEAAAQRSJlBeUJ2yHQex4q+//tr+OvwmG//6f23q1Cn25BOP298fHmM3//WvNvSKy239+vVBbHZa2lS/foO07Jedhltgp513CXcH6V21CzRtmm95jRtX+37ZIQIIIIAAAghkj0CIguqqH7SiopV21lln2733jbKbb77FRt51t+XlNY5M77LVkZGOb7/9tuo7oQYEEEAAAQQQQAABBBBAAIHQCBBURx3Kb779xn7++WdbunSJffPNfBdMRxWp+mIIamDUPmpOa8IAABAASURBVAQHMYBdWLL45wC2iiZlsoAe/V63bm0md4G2I4AAAggggEDABQiqfQfo6KOPsZycHDty4ADre9BBduNf/mKXXnqpNWjQwPbv08c6derkK50ds2X1Micnp6xV5CNQaYEaNWtWels2RCCWQE6NnMjv9RqxVpGHAAIIIIAAAggkRYArDR9jo0aN7I477rRPPv3Mvvzqa3vzrbet78EHW5s2bez88y+wWrVq+UpX/6xGh0fcerPNmD69+ncetce6detG5aR9kQaEQKB58xaleqHz/p67R7onRzSvz8A5Z59pYx4aXaosGQhEC+j7H3Jzc6OzWUYAAQQQQAABBJImQFDto9SfXZk06R0bftONdsMN17t018iRVlRU5CuVvtlFixba2rVrbdasz9PXCPacBAGqqIjA7FmzbO6cuW4TzXfv3sPGjnvC6tWr5wJtt4IfCCCAAAIIIIAAAgikSYCg2gc//vXX7dZbbrHdd9/DDjjgQJd69+5tderU8ZVK36wCiiOPPMrWrVtnhYWFriEatdao3ZV/usLijea9+srL9ty/nrUhgy80jfRpxE8VaLRP2yvvpX+/WDwKrnq1jcrESmvW8CdqYrmELq+aO/T9dyW/DFDn+bRpH1uPnj1dSwoLl1vXbt3cfLdu3a1w+bbPgcvgBwIxBAqXF9jKFStirCELAQQQQAABBBBIjgBBtc9xydKldtLJJ9vJp5xiAwcOdEmPfwfh0UEFwQsXLrQuXbu5x9G/mT/f/YkvBRx33zvKrrv+L7a8YNvf+FXwPWDAkW40r2PHjsWjefPmzbW7773P8vObmcoocG7Tpo0rN+y6G6zfIf0jZec5EY2Ge8GLy4j6kZtbLyqHRQSqLtCyZasSlcyYPs2OGDDAjUprhW4o6dzVvM59Pb2heSUSArEEGjdpao2bNIm1ijwEEEAAAQQQQCApAgTVPsZ99tnbZn420xYsWOC+/VvfAF5QUGB6LNxXLC2zCh5mfvaZDb38Uvv3iy+YAgoFGM2a5VvTpk1d6rj9i9RU9oH77zONQD/15BPFo3kKtHNzc11Qrk74R/20rHo0/emnRa5M+/YdtBgz1eQLpWK6kFk1gXr16xdXoG/f14L/PDz8iAH2+ecz3bn9448/WOvWbVQk0xLtrUaBGjX4z1w1crMrBBBAAAEEslKAqw3fYZ89e7Z98cVsO2fQ2XZKZMRa6bJLL7EVK1b4SqVnVqNz5553vhtVfujhf7hGrFy50ubOnWuFhYVu1Hr58gKXrx9/vOQyV1bvnu7Tq5eySiUF5arXv6J9+4723uTJBCt+FObTIvDGhAmmm0K6OTTpnYk2+sEH3KsPeqpCn4G2bXey9h3KvvGTlkaHbqd0CAEEEEAAAQQQQKA8AYJqn9Cpp55mb098p0R68qmnrVmzZr5S1T/rPfrtBRDeaHPBsmWmL20aGhm9Hnr5ZaZRdbVOo3kTJrzuRvP0rrWCbuVHJ5XzRv30TrX2o33oMfEdW7eOLl5ieVVAvrytRKNYyHiBr76cXdyHwRcNKb4xpFcThlz8x8gNpOXuewEuuvB86917X/eERvEGzGS3QBm9X7pksRUsW1rGWrIRQAABBBBAAIGqCxBURwyff/75yAj1Fzb53XfdN3573/ytaRC+/VtBtAIM7/HsSJPtt7871jQCralGo2+97XarX79+JMjIN5XXaJ7yR951TySvaXF5/7b+ciqv5cLC5damTVu3jcqWlRrl5ZW1inwEKi2w+x5dY2579qBzTI+BK40e87ALtnX+xyxMJgI+gRYtW1mzGH+qzVek2mfZIQIIIIAAAgiES6BGuLpTud507tzZjUa3advWfeO3983fmgbp27+je6eRZY0w6/HYoZHRar0z7Q+8o8uXt6xv+x555512UN++5RVlPQIIIIBA+AXoIQIIIIAAAggkIEBQHUHq2bOntWrVyjp06OC+8dv75m9Ng/Lt35FmlvqnkWWNMGtEWqmqI3ca9dYooEYDS+2MDAQQQAABBAIrQMMQQAABBBBInwBBtc9+1apVdtWVf7I9dt/NOnfqaAcdeIB7JNxXhNntAkVFK7fPMUEgeQKzZ81MXmXUhEBEYMnin23ZUt6pjlDwLygCtAMBBBBAIHQCBNW+Q/p///ea5dSoYTP+94l9PWeu3X3PvTZq1ChbtmyZrxSzEsjLa6wJCYGkCnTt1iOp9VEZAi1b7WDNW7QAAgEEKiHAJggggAACiQkQVEc5td+1vfvCr5ycHNtpp52sYcOGUSVYRAABBBBAAAEEEAiQAE1BAAEE0ipAUO3j1+jro48+YkOGXOS+Bfzyyy+zlStX2H333Wu33nKLLVz4o680swggkGyBjRs3JrtK6kMAAQQQQCBAAjQFAQTCKEBQ7Tuqu+22m/315lvsd7871n0L+KBB59iFgy9y87/Zbz9GrX1Wq1ev8i0xi0ByBH5Y8F1yKqIWBLYL6G9U608Fbl9kggACCCCQqADlEEAgYQGCah9VrG//1jeAKx122GHWuHETX+nsnm3YsFF2A9D7lAh06Ng5JfVSafYKNGvewpo2zc9eAHqOAAIIZIEAXUQg3QIE1b4j8MwzT9uh/Q8pkc44/TQrKCjwlWLWE2iwyx+MhEFVzwHvfGKKAAIIIIAAAgiEXIDuhVSAoNp3YI899vf27L/+VZyGXXe9tWzZyho0aOArxawEare/zJr95kESBlU+B3Jq1dcp5dLKFSvclB8IJEtg44YNtumXX5JVHfUggAACCCCQJQJ0syICBNU+rfr161uLFi2LU48e3W1ZwTJbtarI+F9JgXXr1trGjRtKZrKEQBUF1qxZXcUa2ByBkgLr16+3dZFUMpclBBBAAAEEEAiNQAA6QlDtOwiT333Xfev3DTdc76bDhg2zOrVrR0aq+bNaFvU/vadYp07dqFwWEaiaQOs2batWAVsjECWQ17ixNWrEd0BEsbCIAAIIIIAAAkkUSDSoTuIug1tVm7Zt3Td9H3DAgW566qmn2b33jTKNYAe31bQMAQQQQAABBBBAAAEEEEAgXQIhDKorTxn97d/9+/fnz2iVwbm8YBmPf5dhQ3blBX5atKjyG7MlAjEEiopWGn8CMAYMWQgggAACCCCQNAGCah/lpk2b7O6777K99uxpe+y+m/3ut7+1jz/+2FL2vwyuuE7dusbj3xl8AAPa9Hr1cgPaMpqVqQJ169Q1pUxtP+1GAAEEEEAAgeALEFT7jtGE8eNt7pw59s6kd23W7C9s6J+G2n333mOFhYW+Utk5G93rhg15RzHahOWqCzRpml/1SqgBAZ9A3dxcq12nji+HWQQQQAABBBBAILkCBNU+z0U/LbKePfe0Jk2aWM2aNW333fewGjVq2KZN/DkWH5Ob/XTStTb1lTOCmGhTGo7L+rVL3HnBDwQQQAABBBBAAAEEsk2AoNp3xPUFZc899y+7/LJL3bd/X375ZdZu112tKaNnPqVts3pH8dvZTxmpKgbh2XbbWVH1n9/Mn1f1SqgBAZ9AwbJltoKnjXwizCKAAAIIIIBAsgUIqn2iXbp0sX8995ztt//+ltcoLxJcX2433niT1apVy1eKWQk0aMCfGZND1qRq6qi+gb+adsVuskSgWfPm1qRp0yzpLd1EAAEEEEAAgXQIEFT71OfMmWMLvl9gp5xyql119dUuuCag9gH5ZnNycnxLzCKQHIG6dXOrXBEVIIAAAggggAACCCBQnQIE1T7td9+dZB9+9KFt3brVl8ssAgggkBIBKkUAAQQQQAABBBAIgQBBte8g6vHvJYuX2ObNm325zMYSWFVUFCubPASqJDB71swqbc/GqRLI3HqXLP7ZCpYtzdwO0HIEEEAAAQQQCLwAQbXvEH3xxRf2zDNPW5c9drfOnTq6dNih/W3pUr7Z2MfkZhvl5bkpPxBIpkDXbj2SWR11ZaNAVJ9bttrBmjVvEZXLIgIIIIAAAgggkDwBgmqf5fnnX2Bz5s4rkd56e6K1aNHSV4pZBBBAAAEEqi5ADQgggAACCCAQDgGC6u3HccWKFfbDDz/YypUr7K233rLx48fbd99+y/vV232YIIAAAghkrQAdRwABBBBAAIE4AgTVERw99n3M0UfZxx9/FAmsf7S77xppb77xhp111pn2yCP/JLCOGEX/453qaBGWkyHw5RezklENdSBQLLB0yWLeqS7WyIYZ+ogAAggggED1CxBUR8z//eKLdtFFQ+z440+ILJnt2r693XzLLfb4E0/apHfesYKCApefrh/PP/esFRYWut1/8818u+fukbZ+/Xq3PO6xsaY8t+D78eorL9uM6dNd0rxvVYlZbeuvr8TKOAu8Ux0Hh1WlBHS+6jzT+eatjJW3R5du3mqmCCRFoEXLVrxTnRRJKkm6ABUigAACCIRGgKA6cihXrV5lO7ZuHZkz69atmz344GirX7++NWhQ32rUrBkZqd7i1qXrR25uPftm/ny3e03XrVtnSgpKNG3aNN+tq8yP9u072BVDr7Tc3NzKbM42CCQkMHvWLJs7Z26JsrHyShRgAQEEEEAgEAI0AgEEEEAgvgBBdcRnzz33tCcef9yWLPn1W743bdpkL77wouXWzbVGjfIipdL3r2sk0C8sXO4aoGmbNm1dkK2Aulmz/Mgo9nIbMvhCO+fsM23MQ6NduegfhZGR7huuG1ZqVFv52kbvlGs6LjLyrXrijW6r7i1b0nujQW0gZYaAzrFp0z62Hj17Fjc4Vp5Wrlu7VhMSAkkT2Lp1a9LqoiIEEAi8AA1EAAEE0iJAUB1hP+64P1jXrl1Nfz7L+1Na3bt1tUnvTrJhw4alfRRXI9Hz5s2zn35aFGmt2UF9+7pAWqPWuZFRbI02jx7zsD308D/cegUsbmb7DwXf/3r2GRt65VWmstuzS02WLy+w/Px8u/veUfb55zMj+9j2yHmpgpGMdesIfiIM/EtAYMb0aXbEgAFWr1694tKx8rRy8c8/aUJCIGkChZHfaytXlP27LGk7oiIEEECgQgIURgCBMAkQVEeOZm5url151VU28/NZxX9O68uvvrZnn/2Xtdt110iJ9P5r2rSpaUR60cJFpgBbSUH2okULbdsodqFd+acr7KILz7d58+aWauzr//0/691738i2Td272CNuvdmNakePRufnN7MDD+rrgh/Nl6rIl9GgQUPfErMIxBbw3qH238yJledt3a59B2+WKQJJEchv1twaN2malLqoBAEEEMhKATqNAALlChBUl0sUjAK5kRHpCRNet/YdOrjgWKN+CxcutNat29grL//Hhlz8RzdS3bFjp1INPvKoo23y5Enu0e/cyA2EYdfdYGPHPWG//d2xpcqSgUAyBd6YMMGeevIJdxNn0jsTbfSDD9hrr75aKi/66YpktoG6EEAAAQQQQCA7BOglAukSIKhOl3wF96sR6XVr10UC6m1fSpafv22qILlbt+528/CbyhypVgA+6JxzXUCjbwSv4K5h9rb+AAAQAElEQVRjFt+4cUPMfDIR8AsMvmiIu4Gjmzj9Dunvbv5cetnlpfL0NIa2W16wTBMSAkkT0KsqG7b/tYSkVUpFCCCAAAIIVE2ArUMmQFAd54Bu3rzZvVesaZxi1bJKj8/efOuISFC97TFGjTIrYNHO9+nVqzhIGXnXPa6M1itfSfMKWrROy9rGS8pXPU2aNDFNtaxA3Zv3ykVPt2zZGp3FMgJxBc4edI7pPPYXis77ZdMm/2rmEaiywKZNm21T5Hd5lSuiAgQQQAABBLJSgE4nIkBQHVEqKiqypUuXlEqzZ8+yiwZfaPoCr0gx/vkEFHj7FplFICkCrVrtkJR6qAQBT6BRo0bWoEEDb5EpAggggAACCIRVII39IqiO4D/44AN2ysknl0pXXnmlHXjQQZGR322PWkeK8g8BBBBAAAEEEEAAAQQQQACBYoGKBtXFG4Zp5tprh9nbE98pld5440374x8vsVq1aoWpu0npy7q1/EmtpEBSSQmBH39YUGKZBQSqKrBiRaGtKiqqajVsjwACCCCAAAIIlCkQ4qC6zD7HXfHTTz+ZRq6ff/55WxsJHJct44uTYoHVrlMnVjZ5CFRJoHHjJlXano0RiBbQn/+rV79+dDbLCCCAAAIIIIBA0gQIqn2UX3zxhZ1+2qn2TmTUevr0afbZp5/a1VddaatWrfKVSsFsBlbJ6H0GHrQMaHKjvLwMaCVNzCSB2rVr87RRJh0w2ooAAggggEAGChBU+w7a1KlT7KSTTrYhF1/scjt26ui+NXb9+nVumR9mGCCAAAIIIIAAAggggAACCPwqQFD9q4W13rG1vf/+VFuw4HvT3zV9++233drc3Hpuyo9fBVatCvw7ir82lrmMEZg75+uMaSsNzQyBZUuX2PKCgsxoLK1EAAEEEEAAgYwUIKj2HbYBAwfagAED7dlnnrUpU6bY66+/bn8d/lfTn2TxFWM2ItCoEY/pRhiS9I9qPIFd23fwZpkikBSB5i1aWn6zZkmpi0oQQAABBBBAAIFYAgTVPhW9J3z6GWfY+AkTbPqM/9m4cY9bu113Nf5XWqBGzTrW48C/kLLNoIz+lj5DKpejz2DltmQrBBBAAAEEEEAAAQTSI0BQHeWub/9+6803bfz48S5NfvddW79+fVQpFnscNNxIGHjnQG79loH7UNAgBBBAAAEEEEAAAQSqQ4Cg2qesLyo77vfH2muvvWqaV5o2bZpt3LjRV4pZCfyw4Htbzbeii4KURIFZMz9LYm0ZUxUNTaHAksU/W8GypSncA1UjgAACCCCAQLYLEFT7zgD9Sa1Bg86xe+8bZTfffItLf7rySsvjz/z4lLbN7rTzLtawUaNtC/xEIEkC3Xr0TFJNVJMagcyrtWWrHaxZ8xaZ13BajAACCCCAAAIZI0BQ7TtUvXr1tiVLl9imTZt8ucwigAACCGScAA1GAAEEEEAAAQSqSYCg2gc9ffo0e/KJJ6zLHrtb504dXTrs0P62NBJo+4oxiwACKRLYsmVLimqmWgSCK0DLEEAAAQQQQCCzBQiqfcfv/PMvsDlz55VIb7090Vq04EuYfExuduGPP/BOtZPgRzIF5s75KpnVURcCtnTJYv5OdfLOA2pCAAEEEEAAgRgCBNVRKHz7dxRIGYtt2u7EO9Vl2JBdeYHddu9S+Y3ZEoEYAi1atuLvVMdwCX8WPUQAAQQQQKD6BAiqfdb6tm++/dsHEmf2q6++sqlTp5KyzIA/LxfnQ8EqBBBAoDICbIMAAgggkPECBNW+Q8i3f/swypndvHmzFRYWkrLMoJzTosqr16xeXeU6qAABv4C+eJJ39f0izCNQeQG2RAABBBCILUBQ7XPh2799GOXMbli/vpwSrEag4gIFBcsqvhFbIBBHYPWqVbZ69ao4JViFAAIhFKBLCCCAQLUKEFT7uPn2bx9GObP1GzQopwSrEai4wM67tKv4RmyBQByBJk2bWl5e4zglWIUAAgikU4B9I4BAGAQIqn1HkW//9mEwiwACCCCAAAIIIICAJ8AUAQTKFCCojqLR+3fLli2zpUuXuFRQUGB6fziqWNYv8oVVWX8KpARgyZLFKamXSrNXYM2a1bZu3brsBaDnCCCAQBYK0GUEqluAoNonPn/+fDu0/yE2cMARdszRR9vRRx1lZ55xuq1YscJXilkJ5OToJwmB5ArU4MRKLii1WY7+nwMEAggggAACgRSgUSERIKj2HcjJkyfbb3/7O3vssXF2zG9/a/99fbz17Lmn1alTx1eKWQnUrZurCQmBpAo0b9EyqfVRGQL6/ofc3HpAIIAAAggggECVBNg4ngBBtU9n06ZfrGHDhlazVi3bsGGD1a5dy5S3fj2PDvqYmEUAAQQQQAABBBBAAAEEgimQhlYRVPvQDzjgQGvcpLHttNNO9vNPP9kRhx9uGzdutEaN8nylmJXAmjVrNCEhkFSBBd9/m9T6qAyB5csLrGjlCiAQQAABBBBAAIGUCVQ2qE5Zg9JZcZcuXezUU09zo9VjHv67jZ/wht19z72Wm5tboWa9+srLds7ZZ7o0Y/r0hLcd89Boi1VeXwqmdYWFhcV1KW/ErTeXKq99KxUXLGNG23t1ahprv2Vs6rIrauI24kfoBXRe3XP3SPvmm/murzq39Fm48k9XmP/8dStj/ODx7xgoZFVJoHHjJtaIP6lVJUM2RgABBBBAAIH4AlkQVMcH8K/Vt3xPmvSODb/pRhs+/Ca7++677N577rGioiJ/sbjzChz0uPjYcU+Y0j69esUt7185+KIhVpHy+fnNbNasz4ur0L4//3ym1atXsfcHK7pf7bBmzZqakBAoITB71iybO2euy9P52L17d/c5OPXU023Ke5Ndfrwf9es3iLeadQhUWEC/q3Jyciq8HRsggAACCCCAAAKJChBU+6TGv/663XrLLbb77nuYHgVX6t27d4W/qGzu3LklRuU0eqdRZY3YDRl8YfEonkbztKx8jRS/Ghnh1tSfr5E+XxNLzObn57s/FaPyWvHN/PnWsWMnzbqkulS39uGV0Si28m69+a+Rbde6cspTWZVRWa2Pt1+3ET8QiBJQED1t2sfWo2dPt6Zp06Z2wIEHuXl+IIAAAggggAACCCAQVgGCat+RXbJ0qZ108sl28imn2MCBA13qe/DBFXr8W4HERUP+GAnO/2peYKrRu+7de7gRuyuvvtremzzZFGi/MWGC3Xrb7S7fP0Ldvn0HGz3mYXvo4X+41sX7k159+x5sCqZVnwKaDh06um20PH/+PFeH9jFj+jQX6C9cuNDlnXPuuba8YLkr6/2I3q+CJG9d9HRVBUbvo7dlOZwCOseOGDCg1JMSOo90bh5+xIByO/7Vl7PLLUMBBCoisHTJEisoWFaRTSiLAAIIIIAAAghUSICgOsKlx7uXLl1iu++2m838bKYtWLDAtKxUUFBgeiw8UizhfwqsR951j/Xuva9pFLiwcLl17dbNbd+6dRsXdChQbtYs31TWrfD9KCwsNL2DetGF59u8edsepfWtLjG7Y+vWtnz5chdYd+zY0ZrmN3Xr161bZx9//JGpjqGXX2oaPV+8+OfISHZHd5NA7WjTtq0r6/2oyH4b5WXMl7d53WOaQgE95aDqdWNGUy8p/+6Rf4vcqDrVnXdeflnT3XbvUtYq8hGolECLli2tWbPmldqWjRBAAAEEEEAAgUQECKojSg8++ICdEhmhvv766+yLL2bbOYPOdsvKu+zSS0wBcKRYhf8pwFXAqwBXo9WqYNGihablunXrukBXgazy/emVl/9jQy7+oxtR7uh7nNtfxpvX+9NK//nPv619hw5etptqW412693uYdfd4B5j1zvXGsVWG/StuK7g9h8V2e/2TZgkVSBzK9NTF089+YT7cr5J70y00ZHP1HfffWfKv+6Gv8S8eRSrtzk5vPsay4U8BBBAAAEEEEAAgeAKEFRHjs211w6ztye+EzM9+dTTkVGOZpFSif375pv55r2XPPLOO+2gvn1Nj70qmNW7ygo2fnfs712QMWDAkaZRZOXrnWZvD926dbebh9/kRpnLG6nWNgce1Nc6depk/lFCjYBrpFwj1apfI+ZaX69efVfvddf+WZuWSBXdb4mNWcgugaje6svudPNGqd8h/d1NoS1bNtvMzz5z55vOQX2vgG7oRG3KIgIIIIAAAggggAACGS1AUB05fJs2bbKnnnzSXnzxhcjStn9zvv7abhtxqy1dunRbRoI/FbjqfWgFF5pqWX9+SiPFytNj4Qp4VZ3eo1aekuZ/+7tjTVMl5Smp/A477GAKWrzttK3qPOnkU9wjtco/8aRTlO0C68MOP8LN++tR3cpUPapXbVObtK3WqayS1ilpv1qnbWKloqKVsbLJQ8DOHnSOOw917us80/mkpPNN5208olmffxZvdaXWsVF2CyxZ/LMtW1ax3+PZLUbvEUAAAQQQQKCiAgTVEbEJ48fbv1/6t+2z9z6RpW3/2u60k9WuXcduvPEv7kvFtuXy0xPI4+++ehRMkyjQrfu2bw5PYpWZVBVtTYFAy1Y7WPPmLVJQM1UigAACCCCAAALbBGpsm2T3z8nvTbYLL7zQ2u26azFE/fr17Ywzz7RVRUW2alVRcT4zCCCAAAIIIIAAAggggAACCHgCBNURiVq1atnq1asjcyX/6f3PrVu3Wk4OTCVlIksRl8hP/iGQVIFfNm5Man1UhoBBgAACCCCAAAIIpFiAaDEC/Ifj/mAP3H+/3XnHHTZ+/HiXnn/+ebv0kkusS5euFfqiskh1WfEv1k2IrOg4nUypwPfff5fS+qk8+wSWLV1i0X/pIKgKtAsBBBBAAAEEMlOAoDpy3PQFXY88+qjl5OTY1KlTXPpi9iwb+qehds2f/+zyI8X45xNo2KiRb4lZBJIj0LFT5+RURC0IbBdo3qKl5ecn/hcctm/GJL4AaxFAAAEEEEDAJ0BQvR1j113b21VXX20333yLSzfeNNz69TvEatasub0EEwQQQAABBBDILAFaiwACCCCAQOoFCKpTbxzKPfzyyy+h7BedSq/AypUr0tsA9h46gY0bN5j+bGLoOkaHwidAjxBAAAEEMlaAoDpjD116G75pE0F1eo9AOPfOu/rhPK7p7NW6detsfSSlsw3sG4GwCdAfBBBAAIGSAgTVJT1YSlCgRYuWtueee5KyzCDB06PSxdq0aVvpbdkQgVgCjRs3Mb4DIpYMeQhkhQCdRAABBKpFgKC6WpjDt5O2bdsaKfsMcnNzw3cy0yMEEEAAAQTSLkADEEAgkwUIqjP56KWx7csLCmzjxo1pbAG7DqPAzz8tCmO36FMaBVYVFdma1avT2AJ2jQACCIRMgO4ggEApAYLqUiRkJCJQp24dq127diJFKYNAwgJ16zISnjAWBRMSqF0n8rsqkhIqTCEEEEAAgVAJ0BkEqkuAoLq6pEO2n4YNG1lOTk7IekV30i3QND8/3U1g/yET0CsLdQiqQ3ZU6Q4CWCMx7AAAEABJREFUCCAQOgE6lOECBNUZfgBpPgIIIIAAAggggAACCCBQPQLsJZYAQXUsFfLKFfhp0UJbu2ZNueUogEBFBL6ZP68ixSmLQLkCBcuW2YrCwnLLUQABBBBAAAEEQiZQjd0hqK5G7DDtqkXLVla/QYMwdYm+BECgNX9SKwBHIVxNaNa8uTVp2jRcnaI3CCCAAAIIIBAogaoG1YHqDI2pPoEbbrjBmkcuViuT7r///uprKHvKKAG9/5pRDaaxCCCAAAIIIIAAAlkvkEVBddYf66QDFBQUWGVS0htChQgggAACCCCAAAIIIIBAmgQIqtMEH3e3GbCyqGhlBrSSJmaawBezPs+0JtPegAssWfyzLVu2NOCtpHkIIIAAAgggkMkCBNWZfPTS2Pa8vMZu7/xAIJkCXbp1T2Z11IWAtWy1gzVv3gIJBBBAAAEEEEAgZQIE1SmjpeKACdAcBBBAAAEEEEAAAQQQQCDpAgTVSSelQgSqKsD2CCCAAAIIIIAAAgggkCkCBNWZcqQC1s5VRUUBaxHNSYtAknf65exZSa6R6rJdYMnixVawbFm2M9B/BBBAAAEEEEihAEF1CnHDXHWjvLwwd4++pUlgj67dUrZnKs5OgZatWlmz5s2zs/P0GgEEEEAAAQSqRYCgulqY2QkCCCCQsAAFEUAAAQQQQAABBDJIgKA6gw5WkJq6ZcuWlDTn1VdetnPOPtMlzadkJ1QaWIH169YFtm00LJZA8PO2bt0a/EbSQgQQQAABBBDIaAGC6gAcvsLCQhvz0Ghbv369a42Wn3/uWTcf64eCzRnTp8daVW1569auTcm+6tWrZzfceJONHfeE/fZ3x6ZkH1QaXIGffloY3MbRsowUKFy+3FYULjfLyNbTaAQQQAABBBDIBAGC6kw4SgFsY4OGDQPYKpqU6QK7tu+Y6V2g/QETyG/WzJo0zQ9Yq+I3h7UIIIAAAgggkFkCBNUBPl4audYI9rjHxsZ8HPqbb+bbDdcNs++++86NdN9z90hXzhvF1tR7lFr1qL7n/vWsGxHXOuWp+2+9+YZ99dWXro6y9qVy1ZHmzZtnNw+/yYYMvtDUv+rYJ/tAAAEEEKiUABshgAACCCCAQESAoDqCEOR/y5cXWH5+vt197yj7/POZpkfD1d7CwuX2xoQJdt0Nf7HGjRvbvHlzrW/ffu7R6cmTJ9mKFSts2rSP3XZ6lFqPVS9atNDWrVtnmq5fv87VW1hYaMuXL7cddtgxMo29L+0vOm3cuCE6KynLgy8a4h79vvW2213/dCMgKRVTSUYI6HzPiIbSyIwR0O+8DRtS8/sqYxBoqJmBgAACCCCAQOoECKpTZ5twzQp4FTjH2iA/v5kdeFBf21amWXGRf7/4oh0xYIDl5ua6vI4dO1nXbt2sadP8SNn6bjS6WbP8yHJTt75bt+5WuLzQNP1p0SIXXOdHgvVv5s+3nBxz9eSXsS9XQdSPLVtS++U/hZGbBuqz17+o3bMYUoFfNm4Mac/oVroENm36xZTStX/2i0CFBdgAAQQQQCDjBAiqA3LIFi780Y0gqzkKdHNz62m2zPSH44+3Z5952gojI81lFZo7d27x+lmzPrem+U1dev31/7pN2nfoYMpvX4n3WHO3B/OuoiT90Kj0iFtvdo+wj7zzTjuob98k1Uw1mSLQaocdM6WptDNDBBo1yrMGDfgOiAw5XDQzwwRoLgIIIIDANgGC6m0Oaf2pAPXY3x9nCiT1DvQzzzzlRqfjNUoj0qeceprdevNwW7Dg+1JFmzRpYgMGHGlDL7/UBan5kVHp9u07WOvWbaxZs2amgFp1KJjXfKkK0pAhh2HX3eAe/x495mFTe9PQDHaJAAIIIIAAAuESoDcIIIBASgVqpLR2Kk9YQAGkAkm9/zzyrnvcY9sKMvWOcdOmTd3j2d68/tTUPr16uaBz5N33Ws+ee5rWqbzKevMqo/qUtI0aozJXDL3SbauyCmI1Vb62i57XNrFSqv6kVqx9kZc9Agt//CF7OktPq0Vg5YoVtmpVUbXsi50ggAACVRegBgQQyEQBgupMPGoBaHPt2rUD0AqaEDaBRnl5YesS/UmzQP0GDdz3TKS5GeweAQQQCJ8APUIAgWIBgupiCmYqIlCLoLoiXJRNUCAvr3GCJSmGQGICugFYq1atxApTCgEEEEAglAJ0CoFUCxBUp1qY+hFAAAEEEEAAAQQQQACB8gUokaECBNUZeuDS3ezVq1aluwnsP4QCc+d8HcJe0aV0CixbusSWFxSkswnsGwEEEEAAgRAK0CW/AEG1X4P5hAUaNmqUcFkKIpCoQLtd2ydalHIIJCTQvEVLy2/WLKGyFEIAAQQQQACBEApUQ5cIqqsBmV0ggEBiAnr/NbGSlEIAAQQQQAABBBBAIBgCyQqqg9EbWoEAAggggAACCCCAAAIIIIBANQpkYVBdjboh3lVR0coQ946upUtg1uefpWvX7DekAksW/2wFy5aGtHd0CwEEEEAAAQSCIEBQHYSjUFYbApx/+uln2NSpUyuV9tlnnwD3jKalU6Bb957p3D37DqFAy1Y7WLPmLULYM7qEAAIIIIAAAkERIKgOypHIsHb06dPH/Kmi8xnWXZqLAAIIIIAAAggggAACCMQUIKiOyUJmiAXoWoAFtmzZEuDW0TQEEEAAAQQQQAABBEoLEFSXNiEnAYEff1hgq1fzt6oToKpCkezbdO6cr7Kv0/Q4pQJLlyy25QXLUroPKkcAAQQQQACB7BYgqM7u41/p3rfdaWdr2JC/VV1pwLBtmKT+7LZ7lyTVRDUIbBNo0bKV5Tdrvm2BnwgggAACCCCAQAoECKpTgEqVCCAQXAFahgACCCCAAAIIIIBAMgUIqpOpmUV1bdiwIYt6S1erS2DNmjXVtatM2A9tTILA5s2bbetW3tVPAiVVIIAAAggggEAZAgTVZcCQHV9g5YpCW7duXfxCrEWgggL8PeEKggWmeHAbUlS00oqKioLbQFqGAAIIIIAAAhkvQFCd8YcwPR3Q336tV69eenbOXkMrsPMu7ULbNzqWHoGmTfOtceMmv+6cOQQQQAABBBBAIMkCBNVJBqU6BBBAAAEEkiFAHQgggAACCCCQGQIE1ZlxnALXypUrV9jmzZsC1y4alNkCS5csyewO0PrACeg9/fW8qpLq40L9CCCAAAIIZLUAQXVWH346j0DQBLYGrUG0BwEEQiVAZxBAAAEEEEi+AEF18k2zoka9o1izZq2s6CudrD4B/U3h6tsbe8oGgQYNGlgu3/+QDYc6fH2kRwgggAACGSNAUJ0xh4qGIoAAAggggAACwROgRQgggEC2CxBUZ/sZUMn+L1n8M39Sq5J2bFa2wPfffVv2StYgUAmBwsLlpu+AqMSmbIIAAuEToEcIIIBASgQIqlPCGv5KGzdpavxJrfAf5+ruYfMWLap7l+wv5AJ5eY0tr1FeyHtJ9xBAIHwC9AgBBDJJgKA6k45WgNpat27dALWGpoRFoEGDhmHpCv0IiEDNmjUtpwb/qQvI4aAZCCAQRgH6hAACxpUGJwECCCCAAAIIIIAAAgiEXoAOIpAqAYLqVMlSLwIIIIAAAggggAACCCBQcQG2yDABguoMO2BBaO6M6dPtnLPPtCGDL7RvvpkfhCbRhgwVePWVl925pPNJ8+oG55cUSJUR0O+je+4eaevXr3ebxzqX/Hnf8cV4zokfCCCAAAIIVF6ALSVAUC0FUsICulidNu1ju/veUXbl1Vfby/95qfgCNuFKKIjAdgF92d0NN95kY8c9Yb/93bHuXOL82o7DpEICuikz+oH7i7eJ9btqxYoV5j+//vt/rxWXZwYBBBBAAAEEQi6Qwu4RVKcQN4xVr1u3zpo1y7emTZta69ZtrF69+vxprTAe6DT1ifMrTfAh2K1uylx3w43ud5K6E+tcUlBd8vdXPRUlIYAAAggggAACVRJIdlBdpcawcfAFCguX29q164LfUFqYEQLz5s2zm4ffVPwqAedXRhy2jGhkrHNp5coV/P7KiKNHIxFAAAEEEMgsgSwOqjPrQAWltU2b5lv9+ozuBOV4ZHo7Bl80xD36fettt9sbEyZEzq0GkcT5lenHNQjtj/W7qnHjJpxfQTg4tAEBBBBAAIGQCRBUZ8IBDVAb9Q5sQcFyKywstEWLFpqW9Sh4gJpIUzJQoLBwuTuXmjRpYpxfGXgAA9hk/W6KPpd22GGHEudXbi43cAJ46GgSAggggAACGSdAUJ1xhyy9Dc7NzbXevfe1oZdfaiPvvNMO6tu3RINYQCBRAX2R1Ihbb3bf/u2dS5xfiepRrjyBWOdSdN7+ffqUVw3rEUAAAQQQQACBcgUIqsslokC0wD69erlHdkePedjat+8QvTpTlmlnmgUU4Ay77oZS5xLnV5oPTAbvXk/N6JUCnVvqRqxzyZ/Xrt2uKkZCAAEEEEAAAQSqJEBQXSU+NkagOgTYBwIIIIAAAggggAACCARVgKA6qEeGdiGQiQK0GQEEEEAAAQQQQACBLBMgqM6yA053EUBgmwA/EUAAAQQQQAABBBBIhgBBdTIUqQMBBBBInQA1I4AAAggggAACCARYgKA6wAeHpiGAAAKZJUBrEUAAAQQQQACB7BMgqM6+Y06PEUAAAQQQQAABBBBAAAEEkiQQqqC6Ro0atmXLliTRUA0CCCCAAALbBPTfFv03ZttS9f5kbwgggAACCCAQbIFQBdX169e3devWBVuc1iEQIIEvvvjCbrjh+hLprpEjraioqNKtVJ3PP/98qe2V79/Xv5591tavX1+qXCIZqivWPpSndYnUQRkEKiKwdu1a8/7+dUW2y7KydBcBBBBAAIGsFAhVUJ2Xl2eFhYVZeSDpNAKVEWjWrJkdcMCBtvPOO5uC0V69elvv3r2tTp06Mau75pqr7R//+HvMdV7mzz//bNOnT/MWi6fK/9+MGaZ97L/f/jZx4kS7/bbbbPPmzcVlEp1RXbH20blzZ1OfEq2HcggkKrBixQpr2rRposUpF3gBGogAAggggEDyBEIVVDdp0sRWrlyZPB1qQiDkAq1atbKBAwfa/vv3sR122MEOP/xw63vwwVarVi17d9Ike/zxcfb99987hZUrV9iSxUtsztdf2+LFi10w/NFHH9nDY8bYhx98YJs2bXLl4v1o1ry528dRRx9tl1x6qS1dttQ2bNjgNlm4cKHb3zvvTCwxgl1Wvtso8kPr1dbVq1dHlrb9U6A+Y/p0+/LLL12ds2bNsq1bt7qVKvfvf79o48ePN7VffdEKjZorb+zYsabyqkP5JAQkoPOkRYsWmiUhUL0C7A0BBBBAIPACoQqqpa0RNl0ca56EAAIVF1Dweecdd9jTTz/tAt7BF15gc+fOLVWRRotf/s9/LD8y2n3n3+60kSP/VqpMdEbBsmX25ptv2n//7/9s9IMP2F577WX16tVz9Z937v9z+3v2mWft7rvuckGw9hsr36tXAfUfLx5i63psnJcAABAASURBVDest4YNG0ba/JTNnj3b1XPfqPvsjttvt40bN9rQKy6399+f6vKHXftnmzplqs387DM7/7xzXXn9zhg69Aqb/O67bpT+/lGj7IcFC7zdMEXAFkTOh5122gkJBBCII8AqBBBAIFsFQhdUd+zY0V2gZ+sBpd8IVFVAj7l+Pedru/qaa+z88y+ww484wqZMmWKNGzexlq1aWufddjONcLdp08b+evPNdsghh9hZZ57lHh/Xe6fx9r9y5Uo3qj116hSbN3++1axR0xWfMWO6ewxd+7v+hhsiI8xfWEFBgZWVr42WL19u1w0bZqeeepoNGDBQWSVSo0aN7MqrrrLzzjvfTjzpJNe+oqKV7hWRq66+2pQGDBjgtvnll19sVVGRde3WzY3cj37oIWu3665uHT8QkIBu4LRt21azJAQQyHwBeoAAAggkVSB0QXWXLl3co5tJVaIyBLJIYNOmX9wocV5eI9drBafKcwu+H3onuv8h/ezWW2+xV199xbem7Nn2HTrYDX/5i9064jZ75JFHbeLEt13wvGrVKmu1Qyu3YW5uXcupUSPShi1WVr4KfvThh9a8eXN7++23XTnlJZJUd82aNSwnJ8dq1NwW1KuPN9403PTI+PF/OM7ULz06bvwPgYjADz/84F6PiMzyDwEEEKhmAXaHAAKZIFAjExpZkTZ26tTJvv3224psQlkEEPAJNGjQ0GrXquVuTumxaD1O3XrH1q6E3rV2M5EfH3/8kZ151ll2zz332smnnBLJSfyfHjH/fOZMW7tundWMBLbt23dw7zdrpHv+vPlWK5KXm1vPysrXnjTKfPsdd7jR8xdifNu4ykSnWrVq24b169174trXsqVLXRG9D66R8RG33WZvT3zHPZb+008/uXX8QGDGjBnunEACAQQQQCCOAKsQyGKB0AXVOpbdu3d3F+iaJyGAQMUE9KfpLhoyxG64/nrba8+eViOnhvvyMtWibwrX+84apT7m6GPsmaeftkP69XPf4q31Srvssot7xDvWt4TrC8327NnDduvcyUaPftCuuebP7huVDzjgAGvZoqXts/dedvnll9mgQeeYRo/Lytd+atSs6b5Q7ayzzrZXXnnZEhlZ1rc3n3veeXZ+JB1x+GH2w48/qipbtmyZPf3Uk66/3bp2MX15mr4F3a3kR9YL6Jvx9f5/1kMAgAACCIREgG4gkGyBUAbVffv2tUmTJiXbivoQCK1At27d7MEHR5sCanVSf/ZqytT37cuvvra777nHBbjKP+qoo1xe//79rVvk5tXEdybZO5MmmaaPP/6E275Dhw727uT3TO9HaxsvaZs5c+eZl177v//avvvu61bn5uaaRom1vw8/+rg4iC8rX3Xdccedbls9nfLSf162PfbYw5SndeqH+qN+qZDaoqT5/v0Ptekz/mfaf4vmzU2Pm+ubz+8bdb/rm9rw0JiHi/usbUjZK/Duu+8aAXX2Hn96jgACCKRZgN1niEAog+rGjRubvrDso48+ypDDQDMRQKA6BDQCrW8EP+vMM23w4AutT2SE/De/2a86ds0+MlRg6tSpdthhh2Vo62k2AggggAAC1SWQ3fsJZVCtQ3r00Ue7LzDSu5JaJiGAAAJ169a1666/3p56+ml79tl/2cUX/9G9040MArEEXn75ZevTp4/Vrl071mryEEAAAQQQQCATBVLQ5tAG1Xps9JBDDrHnnnsuBWxUiQACCCAQZoE5c+a4L7Tr169fmLtJ3xBAAAEEEEAgCQKpCqqT0LSqV7H//vvbli1bbMqUKVWvjBoQQAABBLJCYM2aNfbiiy/aqaeemhX9pZMIIIAAAgggUDWBUAfVojnjjDPcN4HPmjVLizESWQgggAACCPwq8M9//tP0pXwtWrT4NZM5BBBAAAEEEECgDIHQB9Xq9wUXXGCvvvqq6c+iaDljEw1HAAEEEEipwJgxY6xXr17Ws2fPlO6HyhFAAAEEEEAgPAJZEVTr791efPHFLrCeNm1aeI5egHtC0xBAAIFMEli9erXde++91r17dzvggAMyqem0FQEEEEAAAQTSLJAVQbWM8/Ly7E9/+pN9+umnpm90VR4JATMDAQEEslzgyy+/tFGjRrk/nUVAneUnA91HAAEEEECgEgJZE1TLplatWnb++edbvXr17M477zR9u6vySQhkhgCtRACBZAr88ssv9sILL9g777xjF110kXXr1i2Z1VMXAggggAACCGSJQFYF1d4xPeKII+zMM890F1KPPvqo+7Mp3jqmCCCQBAGqQCDAAgqm33jjDfvb3/5mrVu3tiFDhljTpk0D3GKahgACCCCAAAJBFqgR5Malsm077rijXXjhhXbggQfahAkT3Lt0U6dONb1Xl8r9UjcCCARLgNZkj8DXX39tzzzzjI0cOdJq165tw4YNsz59+mQPAD1FAAEEEEAAgZQIZG1Q7Wl27tzZ9O3gZ511lq1bt87+8Y9/2O23325PP/20G8meOXOmzZ8/341mL1iwwEgYcA5wDqTpHOD3T4K/g7/77jvTe9IffPCB+w6NBx980G677TbTd2rsvffedu2119ohhxzi/WeAKQIIIIAAAgggUCWBrA+qPb38/Hz3JTVXXHGFXXXVVW70Ijc313788Uf73//+Z++//75pJJs0FYepGPA54ByIfw6k1+ejjz4yjUqvX7/eOnToYKeffroLpE8++WTbbbfdvF/7TBFAAAEEEEAAgaQIEFTHYKxZs6a1a9fO9t9/fzvqqKPsxBNPtFNPPZWEAecA5wDnQAacAwqef//737vRaH35WJMmTWL8pt+exQQBBBBAAAEEEKiiAEF1FQHZHAEEEEAAgeoQYB8IIIAAAgggEEwBgupgHhdahQACCCCAQKYK0G4EEEAAAQSySoCgOqsON51FAAEEEEAAgV8FmEMAAQQQQKDqAgTVVTekBgQQQAABBBBAILUC1I4AAgggEFgBgurAHhoahgACCCCAAAIIZJ4ALUYAAQSyTYCgOtuOOP1FAAEEEEAAAQQQkAAJAQQQSIoAQXVSGKkEAQQQQAABBBBAAIFUCVAvAggEWYCgOshHh7YhgAACCCCAAAIIIJBJArQVgSwUIKiOc9DXrl1rCxcutDlz5tgXX3xBwoBzgHOAcyADzoGvvvrKvvvuOyssLIzzG55VCCCAAALZLkD/EUiWAEG1T3Lx4sX29ttv20MPPWQjRoywv//97zZx4kT7/PPPbd68eSQMOAc4BzgHMuAcUFD94Ycf2r/+9S+7/fbb7Y477rAXX3zR3RDx/cpnFgEEEEAAgUwRoJ0BFyCojhyg999/30aOHGkvvfSS5ebm2kknnWTDhg2zyy+/3M4880w7/vjj7Xe/+x0JA84BzgHOgQw4B37/+9/bKaecYoMHD7Y///nPNnToUOvSpYvNnj3b3TBVgL1kyZLIb3/+IYAAAggggEByBbKztqwOqqdMmeIusFasWGHnn3++uwA74IADrFmzZtl5NtBrBBBAIIQCtWvXtj322MNOPPFEd8O0ffv29vTTT9tTTz3FI+IhPN50CQEEEEAAgYQEklgoK4PqBQsW2F133WUFBQV21VVX2VFHHWWNGzdOIitVIYAAAggEVWCvvfZyTyJ17drVxowZ417zCWpbaRcCCCCAAAIIBF8g1UF14ATeffdde/bZZ92IxbHHHmsawQhcI2kQAggggEDKBfbcc0+79tprraioyH2Hxvr1643/IYAAAggggAACFRXIqqD6hRdecN/mffXVV9vOO+8cZcUiAggggEA2Cugd7F69etm9995r+sLKbDSgzwgggAACCCBQeYGsCar1/py+hOy0006rvFZQtqQdCCCAAAJJFdh7773t5JNPtkceecQWLVqU1LqpDAEEEEAAAQTCLZAVQbVGqPPy8uyYY44J99EMYO9oEgIIIJApArvuuqudccYZNm7cONMXWGZKu2knAggggAACCKRXIPRB9bvvvmsbN24koE7veZYJe6eNCCCAgHs1SN+3MXbsWDQQQAABBBBAAIGEBEIdVOtbvj/66CPjke+EzgUKZYwADUUAgVQKdOnSxXr27GkvvvhiKndD3QgggAACCCAQEoFQB9XPP/+8nXLKKSE5VHQDgQwUoMkIZKhA//79benSpfb1119naA9oNgIIIIAAAghUl0Bog+opU6ZYx44d3aN8ZWGOHj3aSMkxuPDCC7FM8fk0YsQIjFNoXNXfBddffz3HJ03HZ82aNWX9mi+Rv3XrVtu8eXOJvHgLv//97+3VV1+NV4R1CCCAAAIIIICAhTaonjx5sh111FHlHuJHH33USFU3EDSOVXeMZ6hXGeKtZ11q/cvz/fbbb6vrdwn7ifq9rd8/5aX169fbrFmf24cffGBz58yxjRs2lLeJ7bDDDqYvL5s2bVq5ZSmAAAIIIIAAAtkrEMqg+v3337c999zTateunb1Hlp4jgAACaRcIRgM2RALoDz943+bPm2dLly6x2bNn2aeffeq+xLK8Fh566KE2adKk8oqxHgEEEEAAAQSyWCC0QfUBBxyQxYeVriOAAAIIeALr16+z6D+RtWjhQtuyZYtXxKyMuSZNmljz5s1NTyKUUYRsBBBAAAEEEMhygdAF1YsXL7aGDRta48aNs/zQ0n0EEEAAAQls2hT7PWq9Y6315aXevXvbjBkzyitWbevZEQIIIIAAAggESyB0QfWsWbOse/fuwVKmNQgggAACGSvQrVs3mzt3bsa2P40NZ9cIIIAAAghkhUDoguo5c+bY7rvvnhUHj04igAACCFSPgB4DX758efXsjL2kQYBdIoAAAgggUHmB0AXVhYWF1qxZs8qLlLOlHgP873//a9OnT3fpueeeM+Vpmsi3jZdTfUKr4+3vhhtucO3y2qc/E5RQpQErFN0P9UfGlW3mk08+aYMHDy6xuZY/+OAD56WplksUSHAhum4dn5dffrnU/hKsLuOK6RzT8fEn5VWmI7LTcY7+LKk+r/6qHKvKtCnTt5GnZ5foX0VIdp91PLVvrx1qU7L3ker6dtllF/v+++9TvRvqR6B8AUoggAACCAROIFRB9dq1a61+/fopQ9aF4V133WW6qO/Vq5cpnXTSSSnbX0UrVuCx//7720UXXeTapvYNGTKkotUEovzNN9/s+qDg9OOPP3bzZVkrGFZgW5mGe8dy3LhxduCBB1amilLb6M/vHHvssTZmzJhS68KYoXNM55qOk46X5pUXq686R3XDJNa6eHn6c0j//Oc/3Xmgm1r9+/ePV5x1PoFVq1bZX/7yF2en12OOOeYY39rkzsb7LOrxaZ0b+v1Ut27duDed9HlWXcltXdVq23HHHe3nn3+uWiVsjUCWCdBdBBBAIFsEQhVUp3qUWhejuihVwBfrBDnttNPcqKcu+jXipjIakfFGZxRMKF95umhUvldWF5DK17LyFXxoe5X38jTSo8Be+dFJ+e3atbMHHnjAFNRFr9f+FPB4dWhf2o9CBZ0mAAAQAElEQVSS5lVe7fP2q/qUr/0rX9trW5X3ymib6kxqi2fhtUPtlLse+Vf7tKx2a72S2p5IG1u0aGFFRUWuqI6Fgm1tr6mWtUJTLUfna52S1qsNmspLUyW1x2u3Z+fvi46Lyqjtaq/qV/rTn/6kajMyqd/RVurbvvvua7rh4PVXXuqrpup/op1dtmyZK6o6tb2SbLWsurVSxrJVW5S89njrVVbHSfvW9lrWNlrvtcWrU/VpvcopKV95mZh++ukn12z1U32Ri3y8vstE+XLxHGL1XdtoW5XV+f3HP/7Roj+LbkcxfuhPXC1YsMCt8dqherQf2erzfN5555nm1S7Vr/X+NrmNq/GHnoDi8e9qBGdXCFSvAHtDAAEEqiQQqqB6zZo1KR2p1mjZzJkzY4LrG8cVlGkkZvXq1TZw4EBXTqOrytMo22677ebyyiq7ww472CuvvOJGlRQg64L2nHPOKR4Zf/rpp+2www5zdcT6oYtlXXxqnXehqqmW69SpYwsXLrS+ffvaPvvsoyw3cqW2aUEXs5qWlXbeeWe7/fbb3Sh4mzZt4o4ylVVHVfNl8d1337l2a7RL7VC75PLVV1+5vqn/sczL2rdG9nWxfvjhh9trr73mHuU/8sgjTSPXstFUy2eccYZpqmV/vi74VXfnzp3degXC0SPUZR1Xry/av8qoHp0jOle0Dz0VobxMSzKJZTV+/HjzRrN1jHSsdD6qr7pZ5Z2Xsfqbm5trCrJkpS8i1Ei4Ph+a17mgOjT6qRtr2l7rVJ9GafWtzRrZ1s0wlfvxxx+Lz1+dPzqvPXP5a/vopPqi99W6devoYoFcbtSokf31r391N/zUQDno864bE/LQso6Z1vl/N7355ps2aNAgi9V35ek81+dHdSjY3LRpk0V/FlWnlzp16uTaMGrUKJs4caLp+GudzgXVoWMgfx1bfZ61rHl97hW8q4zqj/c7UPWlKjVo0MD0NFSq6qdeBBBAIDEBSiGAQBAFagSxUZVtky7qateuXdnNy91OF/Ya0YxVUIG0gjKt08WqpkoaaVEgoIAgPz/fdNFYVlmN3OhCdenSpaYy2l5/H1Uje14dbdu2VXbMpItn7+JYF6q6KN24caMrq6l3Q0CPMX7++ecuXz80rzzNl5UU9OgiWKPgCs7Lcihr+2Tk5+XlmdeHeO2INvdMYrXBu1hXYKWRNl2waxRNgZjKa6rlnXbayTTVsj9fDrphoQv+hx9+OOZTArGOq78vCja9x0oVNGi0T9Z77bWXdpVxSSZlWfk7o+Oifurc1gh2vHNQN7R0PusxZgV+CuoUEOu4PPTQQy5Y69Kli+l3gD5/Cqh79OhhX3/9tak9umnhBZYK5JWntnjntY6R2qy8WCnWvurVqxeraODydGNBbvLTjSi5y1rmspeLlqN/N3nn+n777WfRzvLQMdDIserQyLJnWhaA9/j3J598Yjo2XrnyPq8V+R3o1ZmKaa1ateyXX35JRdXUiQACCIRTgF4hkEUCoQqqU33cFNBpRFOPPSayL5VTMKCASxe0lbkgU4CgR1hVh5KC5Vj7VnCisldddVWs1SXyNKKtUTcvU/PK07IuYDXVRbNG/jSv5OXrglwX5gr8lV+dSU8CeBfjZbWjquYKQNRvBWXqm6Za/uGHH0xTLfvz5aAbFhrVU1CuQEPry0v+vqhO3XDRNjqOCvr0xMIFF1ygrIxLMinLyt+ZU0891T2ZofNaI9iWwP/koxF+vYqhQFjHxRup1qipbkrpc6pzWjfBdMNC7dFNCwWW2peSRmfL2p3arvNf673zPta+5s+fryIZk2SjGwd6ikafd5nLQknnrW5A+Puu81Kd+/DDDy2W8/HHH++eXtH233zzjYomlHTzsV27dm4EPJHPq36vJfI7MKGdV6FQTk6O5eTkVKEGNkUAAQQQCKoA7UKgqgIE1RUQ1EWpRhLPPvtsNzKmERrv8epY1ehCXBecKqfRx1hlyssbO3asKVhQHUp6bLOsbfSopNapnJLaOWXKFGWVSF5AoTJKumhVngIQjQIqL7q9ep9Q+RoV1Ei1LEpUWg0LstDFuNcOTdUOjagpKNWoWdOmTd3j4VoX3YdYTfRsNVqnUWu9k/7666+b7Lw6NAKt90xj5WvEXPUqcFMgrOOjpLx4SYFFt27d3Hl0wgknmF5dUHmdT9qv9v/RRx8pK+OSTMqyUsCrAE791KPaeoJD/dUoaaId9c4DBX16ykLnpOpQwK2bLTonVJduaKktSnrcWMdF5XSeqA0qE50UWKqM1y6d9yqjuqP3pXNO6zIpPfbYY3bwwQebzlfdMFBflTRa7PVDnxvl6Qaiysfqu5wVoOtzo7Kek/+zWJax6tNnTTehNPob63ekjoOOgdql4+19TrUvHUevrUwRQAABBBDIMgG6G1ABguoKHhhdsOsCTxeCSho51kW7prpYVHUKbhWkalmjjiqnqR7jVnAWq6zq1Xu72t5fn+Z1cao6lFSv8vx1aBsvKV/llNRO1at1qtub17K/nNqrPNXr7ctrr/K0The5qlPJK6/8VCf119uf2uK1T+3QOu3fy1ebb7vtNvdutdZrWeZaH91/bScPGamsklefP1916DhGl/fne3V726kef57mtb3aIXfVp6Q6tN93333X9NqCAh2tV57apYBG22VK0nFS39Vez0J9UT/VX3+++qmyWq906KGHmrb3G6m8l4YOHVr8beoqo/NA2ytpeyXlaZ22Uf2qT/NKsdqjbb0yap+20fbKV31KapeWVYemylPSvvQesfKDns4999zi95fVT73iIA/1V31R8hwUKOtVCOX5j1t03+WkbVROyXNSvmz828pH+1U7NK+k+lRON7FUVnVo6n1etV552odXp5aVtE51kBBAAAEEEEAgyALZ1TaC6uw63vQ2IAIabdOom5KCC41yK3gISPNoBgIIIIAAAggggAAC2SGQhF4SVCcBMexVaGRII0YV6aceD1WwGJ30Pmf79u0rUlUoy8pUo25KGpXWyGEoO0qnMkZAN3U0eq1R5YxpNA1FAAEEEEAAAQQCIFBdQXUAukoTqlNAX/R05ZVXuj/lo/culYYPH25nnXVWdTaDfSGAAAIIIIAAAggggAACKRUgqC7FS0YyBF588UV78MEHTd9yrfq2bt1q+pM6119/vVXkm4K1LQkBBBBAAAEEEEAAAQQQCKoAQXVQj0wi7Qp4GS+wXrlyJQF1wI8VzUMAAQQQQAABBBBAAIHKCRBUV86NrRIUUGB9/vnn2+WXX84IdYJmFEMAAQQQQAABBBBAAIHMESCozpxjlbEt1ePeS5YsyZT2004EEEAAAQQQQAABBBBAIGEBguqEqSiIQNAEaA8CCCCAAAIIIIAAAgikW4CgOt1HgP0jkA0C9BEBBBBAAAEEEEAAgZAKZHVQ/Zvf/MaeeeYZUhIMunTpgmMSHOOdj1dccQXGKTaWf2XTjTfeyPFJ0/EJ6X+f6RYCCCCAAAIIZIhAVgfVnTt3toYNG5KqaKC/SX3yySfjWEXH8s7F7t27Y5xi4/KOQVnrmzRpYo0aNaru48P+IudDq1atrEGDBhnyn1yaiQACCCCAAAJhFMjqoDqMB5Q+IYAAAsEToEUIIIAAAggggEB4BQiqw3ts6RkCCCCAQEUFKI8AAggggAACCFRQgKC6gmAURwABBBBAIAgCtAEBBBBAAAEEgiFAUB2M40ArEEAAAQQQCKsA/UIAAQQQQCDUAgTVoT68dA4BBBBAAAEEEhegJAIIIIAAAhUXIKiuoNnMmTOtV69epml5m6pMomWj67rsssvswQcfjM5mGYHACqxZs8buuOMO0zSwjaRhCCCAQFgE6AcCCCCAQGAECKp9h+LNN9+01q1bl0jHH398iSChR48eNn36dNPUt2nMWZXxlyVQjsmUFZkKNHUueeeX/4aJbr506NCh+LzTeVhdKNH7Vvu8tqnN55xzTqkbSIsXLzb1RVOvnapH5/t9991nnTp1Mp3rWqcyvXv3Lu6b6lf/VLfq0LI/qay20bZKiZTTvj2/6O3jrVP9XopXTu1RvWqn9qOy3nZM4wvoXJKdDL2SOjdkqaRzQMdY6zTVcln5Om9UjoQAApknQIsRQACBsAsQVEcd4RNPPNEWLVpUnPr37+8CaC6ko6BYrJDAsGHDrG3btu68+uSTT+yll14qDlbnz59v77//vls3btw4U1l/EFKhHVWgsIKU4447zrXFO+fVNgU3FajG9UP1jBw50gXTqmOfffYprmLnnXc25Xn7OPzww93fFX7xxRddn718ffYGDRpk+rvD3sb6+8Pxyslp6NChxX3Q9kOGDHE3wuKt8+rXNF45Wai+ESNGuLaOGTPGzj33XNM22pZUtoCMHnvssRIFlNevXz9nOXfuXLfOK6Opft/qfNBUyyqgz4aWdd5omYQAAgikUICqEUAAgUoJEFSXw3bxxRebLtofeeQRV1LB9WGHHVZ8Ua2LRI3EaHRF08cff9wFFirslf3222/dyN7zzz9vt956q6mctlPSvLZV0qiOtiOFS0DH+ccff3TBsnqmoFFB6HvvvadF07zytKDRXgWhmk9l0rmpR7UVsGif3r7UjquvvtpbTGiqz4aCzSOOOMKVb9iwoZ111lluXn3Py8sz5bmMMn6oPUVFRaaguIwiLju6nJa7du3qbnypwAknnGArV6403aiIt05lvRSvnOpR+/v06eOKa6rjo21cBj/KFNCNCB2Pxo0bF5fR+aXzXRm6YaJgWfNKCqYPOuggzVrnzp3dVOfPa6+9Vu554QrzAwEEEMgqATqLAAJBEiCoTuBo6EJv9uzZxYG0t0n0KJYu/u6//35vdfG0fv36ptE2jcRdd911Nm3aNDcapwtzXXjqYnL8+PE2duxYN+pXvCEzoRVQ0DBnzpxS/dM5oRFtBR+lViYxQwG9gtGq7kdBj24Y+APz6GZOnjzZPRIe78aRAvPTTjvNjWBHb+9fji4nQ1l6ZRS8K4hTu+Kt88prGq+c6lFQrQBQZTXV8dE2WibFFtBTEFpz5JFHahIz6fenXo/R71cV0Pmh81Lz8tVxHTVqlHsyQO7KJyGAAAIIZKAATUYgCwQIqhM4yAo8dKEeXVSjfMrT6JWmKqcgWfOJJD3OqKSyeleze/fumiWFTECBnrr0wgsvaOIeTdbIrluI/FDg5j2xoBszei85kp3yfwpavJ0omNc5qMBG77Uq4NE6jR4PHDiwxDvRe+21ly1YsECr3Y0mjQy7hRg/FGxrtFc3jvQIuB7p9QIur7j2rZtWKuvlxZrGKqfgy19WwZeCXuXFW6f1XopXLnqdtvG7aZlUUkDHSU9B6DWGkmu2LemJHJ1nOt5XXHFFiacMdH5o3cSJE2316tXuvFOgrTyl6HNnW438RAABBBBAIDkC1IJAZQUIqhOQU9Cj0SovOPJvogt4Xcj78xKdV+CiAEYXi/pyJ43oJbot5TJHQOfH6NGjzQsYFEzstxz5NQAAEABJREFUu+++xR3QzRg9vaDA85hjjjEFtwpMigukaMYfMKpNCn71xITOdW+Xmlee2uYlBcd6BFpl1PZYN5y0LjqprG466caBf52CJj0SrPX+/Oj5WOWiA1x9pjRyrm3jrdN6L8UrF71O2/jdtEz6VUD+99xzj919993uaZxf1/w6p1dqdC7pHB8+fHjx6zI6/t7nQJ+XJ5980j0GrtFsvX+t8/Dpp592N6V+rY05BBBAAAEEslKATgdMgKA6gQOiR071p7EUHEUX1wW8LiS9/EQvuLWN3jsdPHhw8Zf29O3b16uGacgE/AGDglcFFQqgo7upJxeUrxs50euSuaxHbjU6XNX9eDeaFCAl0r7oz4c+Bwqa1J5428cr569To5saOZe36ou3Tuu9FK+c/zOudmg5VrDt1ZXNUz29M2HCBPOebtD0iy++MD3NE32O6PfpjTfeaHoaQq5+N9180e9G5enGjsrqZpPmdYyVT0IAAQQQQACBTBDIjjYSVJdznPXnX3QRPWjQoFIlNbqnx2B1IamVClA0Gqn58pIuDP0X/wq0Pv/88/I2Y30IBPQIq84pBRoKJvTldl63FHhMnTq1zFE+r1xVpzp39U51VQN4BTsKfpQ+++wz1yyd216fNFWftML7fGifWlbSea+pAiZNy0plldMXYenmgLcPPWKvfql/8dapvPeFg/HK6RipTd5n3Jt6+VpH+lVAN4V0w8hLGl3u0qWL+3Z7HRP5yd7bQjcsFSjrPPLy9PnQvOrSzREv6NY5oHnvRo7KkBBAAAEEEEAAgaQJVKEiguooPH1Dtx7H9pJGpPQlY/6LPm8TXfDpolABhcorWLjkkku81aWm+lM8eixS789q5TXXXFM8oqNvGN9ll12UTQqhgPceqc4TvU+tYFPnlNKMGTPcu6Nap8egH3300eL3TFNJoXe3NSKod6S1byXtX++5ql2J7lvBj/qk4FR1qr4dd9zRbb5q1aric1z52p/Ku5WRH3qkOzqoimSbAivd0NK8Ulnl9Bn0f470Lq72oW3irdN6L8UrJweNpnqfcb0nrEeTle9tzzRxAQXEOsd0rilpS50zmirpxovOJTlrWYG4nhLS6zHarqLnpuogIYAAAggggAACqRao7qA61f2pUv262PdGWLyp3v/zV6qLvLfeeqt4JFHLGkFReb0PqCBCgbi20bpYZVVOF/L+/amcgndto211oRm9b+WTMlNAx1LniJKOsz8o07FWvpLOJe8cqI6e+s/B6P2rjfpG+uj26NxVHzT12qh69N6rAmFNtax1/n6rfi9f65S0Xv3XvD/pcWzdpPLyyiqn9apTdSupXWq38pXKWqc+6TPn9aGscqpDZXVcVL/32VU+qXwB2fmdtexZyjP62Ot46Bhq6tWuY6+y2k7be/lMEUAAAQQQQACBoAgQVJd5JCq+Qo81Kggp7/3QitfMFggEX0DBrEaNNa1Ka/VIvIJqAqiqKLItAggggAACCCCAQHUJEFRXQVqPKupRbj3GqKQv5bntttuq5dHdEs1mAYEQCSgo1wimf7QyRN2jKwgggAACCCCAAAIhEyCorsIB1UW/HgfVo4le0mOkVagy9JvSQQQQQAABBBBAAAEEEEAgTAIE1WE6mvQlmQLUhQACCCCAAAIIIIAAAgiUK5D1QXVOTo7l5JBycipvoLOsRo0aOFbBMCenfH855+TEKkdeTg4GOTnZaaDPBQkBBBBAAAEEEEinQI107jzd+87NzbUddtiBVEWDunXrWosWLXCsomN552KzZs0y3zjFRuUZpmp9kyZNODZpOrb6k2zp/m8J+0cAAQQQQACB7BbI6qC6du3a2X30k9j7nJycJNZGVQikX6AiLahVq1ZFilMWAQQQQAABBBBAIEQCWR1Uh+g40hUEEMheAXqOAAIIIIAAAgggkEYBguo04rNrBBBAILsE6C0CCCCAAAIIIBA+AYLq8B1TeoQAAgggUFUBtkcAAQQQQAABBBIUIKhOEIpiCCCAAAIIBFGANiGAAAIIIIBAegUIqtPrz94RQAABBBDIFgH6iQACCCCAQCgFCKpDeVjpFAIIIIAAAghUXoAtEUAAAQQQSFyAoDpxK0oigAACCCCAAALBEqA1CCCAAAJpFyCoTvshoAEIIIAAAggggED4BeghAgggEFYBguqwHln6hQACCCCAAAIIIFAZAbZBAAEEKiRAUF0hLgojgAACCCCAAAIIIBAUAdqBAAJBECCoDsJRoA0IIIAAAggggAACCIRZgL4hEGIBguoQH1y6hgACCCCAAAIIIIAAAhUToDQCFRUgqK6oGOURQAABBBBAAAEEEEAAgfQL0IKACBBUB+RA0AwEEEAAAQQQQAABBBBAIJwC4e4VQXW4jy+9QwABBBBAAAEEEEAAAQQQSFSgEuUIqiuBxiYIIIAAAggggAACCCCAAAIISCBdQbX2TUIAAQQQQAABBBBAAAEEEEAgowUIqss9fBRAAAEEEEAAAQQQQAABBBBAILYAQXVsl8zMpdUIIIAAAggggAACCCCAAALVKkBQXa3c7MwTYIoAAggggAACCCCAAAIIhEGAoDoMR5E+pFKAuhFAAAEEEEAAAQQQQACBMgWyOqhetWqVFRUVkaposGnTJlu5ciWOVXQs71xcvnx5Ocacy+UZpmp9YWEhxybF53+8Y1fmf+FYgQACCCCAAAIIVINAVgfV8l2zZo2RqmawefNmW7duHY4pPpe2bt0aHuMUW1X3Z1o3lqp7n+xv2+8t/R4nIYAAAggggAAC6RTI+qA6nfjsGwEEgi9ACxFAAAEEEEAAAQQQiCdAUB1Ph3UIIIBA5gjQUgQQQAABBBBAAIE0CBBUpwGdXSKAAALZLUDvEUAAAQQQQACB8AgQVIfnWNITBBBAAIFkC1AfAggggAACCCBQjgBBdTlArEYAAQQQQCATBGgjAggggAACCKRHgKA6Pe7sFYHQCejbqO+44w73DeWh6xwdQgCBZApQFwIIIIAAAqESIKiOcTgXL15svXv3tgcffDDGWrIQqJrAZZddZscff3xx8KlgVMutW7c2peo872bOnGkdOnRw+9W+lbz9q13nnHOOqYy/x/p8qL2aevkq06NHD7vvvvusU6dOpj5qncros6R6lby6y1un9f6k7bS9kle3t1779vqgfWmfiazzymgarw7Vp3q1b+1HZbUNKbaA30tmOnb+kjp+ylfSeaTzTOs11XJZ+W+++aaKkRCoZgF2hwACCCCAQPkCBNUxjF544QXr1q2bTZ8+vTjwiVGMLAQqLKCA7LXXXiux3bBhw6xt27a2aNEi++STT+yll14qFciW2CBJCwpSjjvuOLc/7VtJ+1dwU5FdqE+qZ+TIkS6YVh377LOPq2L+/Pn2yCOPuL6NHz/exo4dW9y3CRMmFK/TNo899pipTW5D3w/lTZw40ebOnevSjz/+WHzDSwHc0KFDi/swaNAgGzJkiPvcxlvnq97ilZOF6hsxYoTrw5gxY+zcc8912/jrYP5XgXjHXNb9+vVzljqe2krH3Zv279/frdPUy3///fdNy4cffriKkRBAoCwB8hFAAAEE0iZAUB1Fr4toBdPnn3++W6MLRDez/YcuCr1RK00ff/xxF0hsX+0utpWv0Rb/qJYCj8MOO8xUXuuUokdwtKx8JY3YfPTRR6ZttE+vfpXRSI+3zDRzBHRu3XPPPXbBBRcUN1rHVkGiAmtltmrVyhSgvvfee1pMWdL5qEe1FbBohNnbkfZ/9dVXe4sJTRU0K9g84ogjXPmGDRvaWWed5eb79OljXv36PHTv3t3l64fKeOu0X5WdM2eOVpVIugkxePBga9CggUuaV5AtT/Wja9euxfs44YQTbOXKlabPbbx1/h3EK6d68vLyTG3TNpruvPPOxTcGlEcqKSAj77hGH3MdZ53f2kLHU8Gy5pV0U+eggw7SrHXu3NlN9fnQ8dfNEpfBDwQQCIUAnUAAAQTCJkBQHXVEdRGtrJ49e1qvXr3cSJqWlXQR7x+10sXe/fffr1UuRa/XiKNG0XRhqALffvutzZgxw43ERI/aKVhWoKDRG11cHnvssda+fXtr3Lhx8QW86lfAr5Ey1UfKLAGNvOmc2nvvveM2XAFFrOAy7kYVXKmgXcGogpwKblqiuM5t3RTwgqgSK6MWvM+WAq2oVW5kuaioyLygyluvc175/nZqXoHz6tWrTU7y8soroNdnRu2Kt84rr2m8cqpHQbUCQJXVVE8VaBstk+ILlHfM9fvMO+a6majzUjXKV8d11KhR7skAuSufhAACCFSzALtDAAEEEhIgqI5i0qibAh9dxOlib/bs2W70WcU0qqepRmI01cW9HgvVvFL0egUPO+20U/H2u+66q3kjklq3yy67uHUKHHRxeeONN7qRONWlUbwWLVq4xx51gam8eBeoWk8KroD3CHP0iJuCQLVarxxoqnNBo76aT3VS0OLtQ6O1OicV2OgpCbVD6xTQDhw4sMQ713vttZctWLBAq935qwDXLcT4oXpUn+odPny4PfDAA8XnuL+4PhcKXqODcwXOP/zwg7+o6XOnwFmZ3mdD80r63Cro1Xy8dVrvpXjlotdpG7+blkklBco75rqBqPNBx/qKK64o8ZSBbjxpnW4w6thrXoG2pkr6HJXcG0sIIIAAAtsE+IkAAukUIKj26WtUSkG0gmllK8jQxbsCDi0r6YJdF+6aj5U++OAD90VNugDUFzbpvVHVG11Wdagu5eviUcGLggUt+5PaooBbF6q6uPQCfn8Z5oMtoOOvQHn06NGlAkqdB8r3ggkFGvvuu2+1dMgfMGq/ummjJygU3HoN0Lzy9PSEl/T+sx6BVhmds/qMaD5WUv9efPFF93SGbhppP/7ASDZ6XeKYY45xX3IWXYduOujGlD9f23iBfHSAq8+JRs5VPt46rfdSvHLR67SN303LpJIC5R3ziy++2J0P+r2qGy3e6yw6l6ZNm+bW6TPx5JNPusfA9ftPT/DoPHz66afdUw0l98gSAggggEBGCdBYBEIoQFDtO6i6yPviiy/MG5lTUKwgWQGRLtZVVBfs3ryWoy+wTzzxRHdR6AUgmibyBTsKEhQsqE5/UhCiAP2zzz5zX5ymINu/nvngC2gUWueRRnh1LM8++2zTsr6wScfcH0wosNU5oyAzlT3TeaQbSNp/VfajoFfb67Ojabykc1mvQ3ifGe1br1PoNYp4nxHdcFJZr27NK5D39u3Vp/W6QaXPkky1HG+d1nspXjn/Z16ffS3HCra9upj+KhB9zH9dY+4Gk2606PjK1b9OTwDp3Xnl6caOAnXd5NS8jrHySQgggAACCKRagPoRSFSAoHq7lC7qFDyPGzeuRFCsUTldpCvY0QWiHnv1HvPWxb1GGLdX4R5j1Dr/SJy3Lt5UAYDeb9WojdqhsvpCM29ewdc//vEP9wiu2qD1pMwR8EbmFCwr6Rzbf//9bdKkSe5RZn9PdO4oaFPlaCUAABAASURBVPNeMfCvS+a8ziOdcwredR5Xtm4FOwp+lHTjR/Uo6NH5q3lNvfNY+9HnxQtIvcBJ57/Kxkpe/fpsqh4lzWt/WqcvJtPNAS+o1w0M9Uv9i7dO5b0vAYxXzjsO+lyrfd7Uy1ceqaRAvGMuP9l7W+h1GwXKOpZenj4DmteNFp0bXtCt38Ga926mqAwJAQQQQAABBJwAP9IsQFC9/QDogk3Bsy7Gt2e5iS7qdJGuiz/Na6oLeo04KiC55JJLXDn9iF6vMnqfVIGA1sdL9913n/uzShod13b6QjPvQlNtmjVrlvXr1y9eFazLUAHvHVMddwWMCkq8Y5/KLumcU2DrjaBr//pmZr3nWpH9K/hRuxWcqk7Vt+OOO7qmr1q1qvh1COVrfyqvz4RuHmjUXvv1kvd5UWDlPRas8npVQp8NJX1jtPK0A33mrrnmmuKnS/QurvZR3jqt91K8OuSg0VTvM693v/VosvK97ZmWFCjrmKuUAmKdY97xVp7OGU2VdONF55KctazffXrlRcdd21X03FQdJAQQQAABBBAIkkA420JQvf246uLtrbfeKjVyqNW66FPSvMopANeIo97/0wWkN/IWvV5l9D6pLsC1XXT9qtMLDrStlrWNkuaV5yW9w6o6vGWmmSugY+6dF+qFfyTbn691qU5qi843L+nc9s4znbdjx451T2D426EgVO3U1MtXPXrvVYGwplrWOn/ftA8vX3WrDuX5k/K0To9j66aV6lDS58ErpzqV5yXV6a3zti9vnfro/zzGq0Nl5aJ96DPv77e3H6a/Cuj4yMpLsvXW+i21XsfVW6epbHUMNdWyklefjoG2Vx4JAQQQQAABBBBIuUAFdkBQXQGs6KJ6jFFBh95PjV6XzGU90qrROf+FZjLrpy4EkiGgYFijxppWpT6NYiuoJoCqiiLbIoAAAggggAACCFSXQLqD6urqZ1L2o0cT9U3F3qOL+kKz2267rdRIXlJ2FqlEQbu+nEePtEb/KabIav4hEEoBBeUaweQmUigPL51CAAEEEEAAAQRCJ0BQnfAhNfdouB7/1GOLXvI/2liBqhIqqpE6PfKoxyEVaCS0EYUQQAABBBBAAAEEEEAAAQSqTYCgutqoq3FH7AoBBBBAAAEEEEAAAQQQQKBaBAiqq4WZnZQlQD4CCCCAAAIIIIAAAgggkMkCWR1U16lTx1q0aEGqooEcmzVrFnbHtPcvPz8/7W3g8xL790VeXh7Hpoq/Ryp7bvFqTCZfgtB2BBBAAAEEwiGQ1UF13bp1rVatWqQqGuTk5Fjt2rVxrKJjeediTk5Ogsac0+VZJns9v0vSd87VrFkzHP81phcIIIAAAgggkLECWR1UZ+xRo+EIhEWAfiCAAAIIIIAAAgggkOECBNUZfgBpPgIIVI8Ae0EAAQQQQAABBBBAIJYAQXUsFfIQQACBzBWg5QgggAACCCCAAALVKEBQXY3Y7AoBBBBAwC/APAIIIIAAAgggkPkCBNWZfwzpAQIIIIBAqgWoHwEEEEAAAQQQKEOAoLoMGLIRQAABBBDIRAHajAACCCCAAALVK0BQXb3e7A0BBBBAAAEEtgnwEwEEEEAAgVAIEFSH4jDSCQQQQAABBBBInQA1I4AAAgggULYAQXXZNqxBAAEEEEAAAQQyS4DWIoAAAghUuwBBdbWTs0MEEEAAAQQQQAABBBBAAIGwCBBUh+VI0g8EEEAAAQQQQACBVAhQJwIIIBBXgKA6Lg8rEUAAAQQQQAABBBDIFAHaiQAC6RAgqE6HOvtEAAEEEEAAAQQQQCCbBeg7AiESIKgO0cGkKwgggAACCCCAAAIIIJBcAWpDoDwBguryhFiPAAIIIIAAAggggAACCARfgBamSYCgOk3w7BYBBBBAAAEEEEAAAQQQyE6BcPWaoDpcx5PeIIAAAggggAACCCCAAAIIJEsggXoIqhNAoggCCCCAAAIIIIAAAggggAACsQSCElTHaht5CCCAAAIIIIAAAggggAACCARagKC6woeHDRBAAAEEEEAAAQQQQAABBBDYJkBQvc0hnD/pFQIIIIAAAggggAACCCCAQEoFsjqoXrdunZGSY7B27doqWXIcyj8OK1euxDign9lVq1ZxbNJ4bFL6X0kqRwABBBBAAAEEyhHI6qB606ZNtmLFClIVDWrUqGFFRUXZ4pi2fnK+Bvezun79+rSdFyuq+PnN9O1/+eWXcv4zx2oEEEAAAQQQQCC1AlkdVKeWltoRSLcA+0cAAQQQQAABBBBAAIFUCxBUp1qY+hFAoHwBSiCAAAIIIIAAAgggkKECBNUZeuBoNgIIpEeAvSKAAAIIIIAAAggg4BcgqPZrMI8AAgiER4CeIIAAAggggAACCFSDAEF1NSCzCwQQQACBeAKsQwABBBBAAAEEMleAoDoFx27x4sV22GGH2cyZM13tl112mT344INuPpEfKq+USFnKIBAUgTVr1tgdd9xhmgalTbQDgaQLUCECCCCAAAIIIBAlQFC9HUQBsAJhBcTbs0zzvXv3tjfffNPLcgHD8ccfXyKveGWSZu677z5TSlJ1VBMwAd0w0TkUK/iMty4V3dB536FDB2vdunVx8m4AqX3nnHNO8c0hb//6XKj9mnp5qqdHjx7uvO3UqZOpH1qnMvoMefV7dZe3Tuujk7ZVW7Uv/zrty6tfUy1761VW2yhf7VB7vHX+abxy2kbbqg7VpbL+bZkvKeD3kpmOm7+Ejo/ylXQe6TzTek21XFa+//ewypPKF6AEAggggAACCFSPAEH1dmddLDdu3LhEAKGLw+XLl9trr722vZTZ6tWr3bwCCDfDDwQqIKCAzH8++TeNt85fLlnzClKOO+44e+mll2zRokUuffLJJ+7GUUX2oXarnpEjR7pgWnXss88+ror58+fbI4884uoeP368jR07tvgzNmHChOJ12uaxxx6LebNKn0MFtWrjrrvu6uqN/jFu3Di3D5Xxbkhpu6FDhxb3b9CgQTZkyJBS/YtXToGethkxYoSrf8yYMXbuuee6G27RbWB5m0C8Y65zReeGjpNS27ZtbdiwYW5DHf/+/fs7Z021rBXvv/++afnwww/XIimcAvQKAQQQQACBjBYgqN5++Bo0aOAu3ObMmbM9x+y9996zvn37WlFRUfGFuC4KVaBhw4buwloX+xpZUYoekVG56KRARmU1jV7nLWskx6tLUy0raTsF/14bvPJMM0NAAdo999xjF1xwQakGx1tXqnASMnQO6VFtBSz+G0StWrWyq6++ukJ7UNCsYPOII45w2+mzcdZZZ7n5Pn36mFe/zt3u3bu7fP1QGW+d9quy/s+fyihp3bRp0+zSSy/VYokkN30+VabEisiC+ti1a9fi/Z9wwgm2cuVKU9AXWV38L145lc3LyzO1TRtouvPOOxffGFAeqaSAjLzjGn3Mla/j7m1xzDHH2I8//uh+vyrIPuigg9yqzp07u6lueOgmlG6IuAx+IJB2ARqAAAIIIIBAaQGCap+JLuQmTpzoLvB0sT59+nQ7//zzXQldXGtGF3gaNVEQrotxbwQrehROZaOTyl977bWmshUZdXn++edNF5+66NTI2/Dhw10bo+tnOdgCGnnr1auX7b333qUaGm9dqcJJyNANIwWcsYLRilSvoEdBkYKl8rbzPkMKtKLL6vOm4NgLqqLXx1vWdgMHDnSPr+vxYdWl8grQ9ZnWvJKCfT2NojZr2Uvxyqmsgmp93lVeU42uahstk+ILxDvm2lKO3u9T3TTUeenl69iNGjXKPRkgd+WTEECgAgIURQABBBCoNgGCah+1AgNvJMu7GOzZs6fpoloXe7pY1wW8d+GvwFhJVShQ8I/CKc+fFBDrsdHbbruteORMF+z+ke6yRq9PPPFE8/ajfauN3mPo/n0wH1wBHVvdsIk14hZvXSp7pKDFq183fHQOK7DxB6Y6372AVeuU9tprL1uwYIHbVOewzke3EOOHPjOqT9vpZtADDzxgsQIkPQKsz5k+gzGqKTNLdb344ovukWF9xhTwqi5toIBNUy+prNZ7y940XrnoddrG76ZlUkmBRI+5znvdTNITBKpBUy3rXNFnRb/jNK/fvZoqaRuVJSGAQLgE6A0CCCCQ6QIE1b4jqFE7jd4pUFDSRb4uxDVKrItrBdo//PCDqZw281886suZJk+erOyYSe+S6rFILzhWIdWjx1oVDCj512l9rKRtNNoWax15wRTQuaTHo0ePHl0qoIy3LtW90Tnt7UPBrM5vPUWh897L17zydH56Se8/6xFolSnvfNTnxwt6b7zxRndDyR8Yqf+6saTPmPcutOqtbFJArZFz1Rsd/OrzqnXRdccrF71O2/rdtEwqKVDeMVdpvc6ip370+0/nkPI01bLOM31WnnzySZO/nhiaO3eue8Ln6aef5ikdYZEQQCBdAuwXAQQQiClAUB3Foot7XewpaV6rFXDoYvzTTz81Bd26+NMFut4NHDx4sBsl00Wf3r9W+VhJF5GqQ+9Ix1pPXngFXnjhBfvggw9MI7wabTv77LPdcr9+/dwXd5W1ToFhqlT0xMPs2bPd9wJUZR96pFrba6Rb03hJnyO9vuAFpeqfvgRMn7VEbijFq9tbpzr9I+fevrReI59ap8+vlv0pXjl9bvV5V3lNtaxgT8uk+ALRx1yl9btQv1vj3UTRazX63aryurGjQF1PUmhex1H5JAQQQACBeAKsQwCB6hQgqI7S1gW3LvL9X+CkPD02+uc//9m926xNdGHnv0DXKN/nn3+uVTGTgg+NvujxRgLrmEShzbz44ovdjReNwCmNGzfO9t9/f5s0aZLpnFKel/zrdN6lCkXBjm4QKbhRIFrZ/SjYUfCj9Nlnn7lq9Nl4/PHH3bymCkS1oP3o/PcCUi9wqko/FcxrH6pfSV+apn6pTj1OrBsHKqN1urmhdeq78rw/oRevnJ4u0bb6feCfevnKI5UU0PEo65h7TynEu4niL6PjqFcQVJ9+x2pev0tL7pElBBBAAIGMFqDxCIRAgKA66iBqNGTPPfd03/arCzpvtQKBNm3auMdXlad111xzjXnvm2oEbpdddtGqMpO20UX/3Xff7f70UJkFWYFANQhopFCBrTeCrlF0/WmsK664otRj6vGaowBJj7crOFWdqm/HHXd0m6xatcr0aoTqVr72p/IKkjTiq1F7rfOS3r/WOgVWGtF0lZTzQ+9qe9urqNqgqT5v/s+o3tPV/rXOn+KV000DPbaumwbahx4v180x5fvrYP5XgbKOuUroiQB98aIsvaTfubrJofW68aJzSc5a1g0QfbmfzqHKnJuqg4QAAggggECyBKgHgbIECKqjZHSxrHdAvQtzb7VGG/W+ny7AvTwFB94I41tvvWXaTheBKqNlzaus6tL2mleeRlyUp+VYSeu88ppq2SunurUfTb08ppkloPNGx1DnWnTL462LLpuMZe3PO4c11bmpc1R1q336LgBvWXlKOvc32WhtAAAQAElEQVTUfk21rKR69AqEAmFNtax8nb+q10tevupWHV6+N1We1in40ii66vCS9uf/XClfbVObve39nxWt1/68dV7dytd2qkt1armsclqnst4+on8HaD2ppEBZx1ylotfp2MhWxlqv46HjpKmWlbxt/OWUT0IAAQQQQACBMgVYUc0CBNXVDM7uEAirgIJhjQxrWpU+aqRaQbUXaFWlLrZFAAEEEEAAAQQQCLJAONpGUB2O40gvEAiNgIJyjTj7RytD0zk6ggACCCCAAAIIIJCZAnFaTVAdB4dVCCCAAAIIIIAAAggggAACCMQTCFpQHa+trEMAAQQQQAABBBBAAAEEEEAgUAJZHVTXqFHD6tWrV8nEdp4djtVzLtStW5dzNaCfV45N9XwGvN85/mnt2rUD9R9VGoMAAggggAAC2SeQ1UG1Lsb0/mboU4MG7k8kpaqftWrVSmn9qWp3ptWrwC3T2pwt7c3NzeUzkOLfM2WdS/r9k33/6abHCCCAAAIIIBAkgawOquvUqWMKrEm1q+SQk5NjurBNhiN1VO1Y4JceP36XpMfdO9+D9B9V2oIAAggggAAC2SeQ1UF19h1uepxEAapCAAEEEEAAAQQQQAABBIygmpMAgdAL0EEEEEAAAQQQQAABBBBIlQBBdapkqRcBBCouwBYIIIAAAggggAACCGSYAEF1hh0wmosAAsEQoBUIIIAAAggggAACCEiAoFoKJAQQQCC8AvQMAQQQQAABBBBAIIUCBNUpxKVqBBBAAIGKCFAWAQQQQAABBBDIPAGC6sw7ZrQYAQQQQCDdAuwfAQQQQAABBBDYLkBQvR2CCQIIIIAAAmEUoE8IIIAAAgggkFoBgurU+lI7AggggAACCCQmQCkEEEAAAQQyUoCgOiMPG41GAAEEEEAAgfQJsGcEEEAAAQR+FSCo/tWCOQQQQAABBBBAIFwC9AYBBBBAIOUCBNUpJ2YHCCCAAAIIIIAAAuUJsB4BBBDIVAGC6kw9crQbAQQQQAABBBBAIB0C7BMBBBAoIUBQXYKDBQQQQAABBBBAAAEEwiJAPxBAoDoECKqrQ5l9IIAAAggggAACCCCAQNkCrEEggwUIqjP44NF0BBBAAAEEEEAAAQQQqF4B9oZAtABBdbQIywgggAACCCCAAAIIIIBA5gvQg2oSIKiuJmh2gwACCCCAAAIIIIAAAgggEEsgs/MIqjP7+NF6BBBAAAEEEEAAAQQQQACB6hKIsR+C6hgoZCGAAAIIIIAAAggggAACCCCQiEBQg+pE2k4ZBBBAAAEEEEAAAQQQQAABBNIqkNVB9apVq2zJkiVVTGy/ceNGDKvhPCooKMC5Gpwr8zth6dKlHJs0HZuioqK0/keUnSOAAAIIIIAAAlkdVOvwb9682bImpaivW7dutS1btuCYIl/v/OR8De5nlWOTvmMjexICCCCAAAIIIJBOgawPqtOJz77LFmANAggggAACCCCAAAIIIJAJAgTVmXCUaGOQBWgbAggggAACCCCAAAIIZLEAQXUWH3y6nm0C9BcBBBBAAAEEEEAAAQSSLUBQnWxR6kMAgaoLUAMCCCCAAAIIIIAAAhkiQFCdIQeKZiKAQDAFaBUCCCCAAAIIIIBAdgsQVKf4+D/44IN2/PHH25o1a+LuSeUuu+yyuGVSsfLNN980b78zZ860Xr16maap2Bd1hltA5/gdd9xR7rkeboVA947GIYAAAggggAACCKRAgKA6ClUBZuvWrU2pQ4cOVQ4wL774YnvxxRetQYMGUXtKfFEBd7y2qM2JBO7l7bFHjx42ffp007S8sqyvvED08dJNDB1fnXNKutFR+dortmX0vrV/nW+qRUHyOeecU+ozsHjxYnejSFOVU1I9Om/uu+8+69SpU/GNGpXp3bu3+zxF161zVnn+pLLaRnX6k9riL++1UWW0b88vevt467Stl+KVU3tUr9qp/aistx3T0gJ+L5n5j5VXWnlap6TjquOrpPlteb/eiPTyq/Nz4bWTKQIIIIAAAgggkIgAQbVPScGOFhctWmRKL730kq1evVpZaU/t2rWzRx55pFQ7dIH/2muvlconI5gCsY7X+PHj7f3333fnnOavvfbaUoFsKnqjIOW4444znec635U++eSTCo80q0+qZ+TIkS6YVh377LOPa/KECRPceevV/dhjj5n2q5tMutmkfC+deOKJNmjQIGvVqpXb1vuhoOqss86ywYMHOyOV180qrVcAN3To0OI+aPshQ4a4PsRbp229FK+c9q36RowY4fY9ZswYO/fcc03beNszLSkwf/784mOu83ns2LElzmcF1HPmzHGeOpY6D3Q+6Nzo37+/y9dUy6pZnw0tH3744VoMXqJFCCCAAAIIIJD1AgTVUafAMcccU5yjkbc+ffoUL+tiUKMoSrFGrPzrNeKiC3LlecG6KtK8tlfyyii/vLTffvvZjz/+WOpiXoH2BRdcYHl5ecVV6IK/rJE1/zqV+emnn4q3U3B02GGHFe9DbVc7lVRW2xYXZqbCAjof7rnnHtPx8m989dVXFweSOq922WWX4mPgL5fMeR1rPaqtgEXnuVe3Alq1x1tOZKpzUMHmEUcc4Yo3bNjQFARrQVOvftWtz5MCKq3zJ7WnqKjIFBT78zWvNpYVVGm7rl27Fj9dccIJJ9jKlStNgV28darXS/HKqR59ttRuldd05513LhEkKp/0q4CMvGOu87l79+7FK/U7RMdfNymKM7fPKMA+6KCD3FLnzp3dVOV10zDWeeEK8KNCAhRGAAEEEEAAgdQIEFT7XBVQazRMF9m+bDer0TWNnGgUThd/Gt3TCJku+lRAAejEiRNt7ty5bqTl2GOPVXaJpLJt2rRx61VOK1WnpuUlBbYKLF544YXiomrn7Nmzbe+99y7OU+DmH1nztzN6nS5W77///uJt/TMqq1F6tVP91YVyrAth/zbMxxfQsdY76/7jFb2FzJXnBSWaT0V67733TMGoAt2q1K9zWjd7EmmvzikFzl7g5N+vAvPTTjst5msSOk/logBNnwP/DR4FaF4ApvoU0Ddu3NjdlIi3TmW9FK+c+qegWiOpKq9p27ZtTdtomRRfQDclVELHTlP9ztI5oJstOpZK+t2qdZrXeal5+eq4jho1yj0ZIHflk7JGgI4igAACCCCQUQIE1b7DpccLFYTqUVZdBOoCUKsVDGgkTkGlF4QoiFBQojJar3eRb7zxxuKgQBeN0ReC2tYbBdQ6BcmqP9GkYETt04W+ttEFqNqqerWspFE9TRUEa6p+7LTTTi7IiF6n7dQnlYtOat8111xT3B/dcIguw3LiAgocdNMl3oibziPdENF5oWOTeO2VK6mgxdtS57HOFQU2/icoFAANHDiw+J1ord9rr71swYIFblOdixoZdgvl/Bg2bJh7okKfHX9R7Vs3h6LzVUYmCto//vhjNzqsGzwy9M5bBV8q5yWdtwp6tRxvndZ7KV656HXaxu+mZVJJAR0znUM6V4YPH24PPPBA8e8ReU6ePNn0u1LHUo+H64kJnUd6ykA3nrSdPiu6kaJ5/Z7TVEmfo5J7YwmBdAuwfwQQQAABBMwIqqPOAl3Ya3RFwasCVu8iTqNV0YGOLq51kaiLPwUf0eujqnaLGtHWxaHSrbfe6vIS/aG2eYG8LkJ14akL0ejtP/jgA/dlUdqHvjRK77WqvMop4FDgofnykvquOpTOPvvs8oqzvgwB2eumzOjRo4uDi+iiCiwPPvhgU7DhvS9sKf6fzl1vFzq3dN4ryNG57uVrXnkKgLykpzX0CLTK6JzXyLDmy0rqv0aXdWNGX2QWXU5Bkz5rqit6nbesJ0i881Y3lxSEq159Br0ymiqgUxCu+XjrtN5L8cpFr9M2fjctk0oK6DjpPWmdLzqfdW7pd4lXSueB8rSsGzk6f3T+6/hPmzbNPcmjz8qTTz5p8tcNSz0xo/Pw6aefdu/La1sSAghUUIDiCCCAAAIpEyCoLoNWF30KhPToqYooaNZFvOa9pItrXfRpWaN10euV708KqLWNLjaVrrvuOv/qhOb1JUm6sNSITlkjmvrCJ9XvTxqF1w4UcCjw0LyS2qNpdNJFsPqvi1nVM27cuOgiLCcooEf2daNDI7zeDQot9+vXzz1BoIBC71q/++67xe8GJ1h1pYv5A9NKVxLZUI9bRyZuFFnT6KTPhEbf9TnyzkF/GZ2LCprUHn++N68ATTeCvOVYU/85rBtc+iwqQFPZeOu03kvxyvk/M2qvlr3Pvbc909gC+j2q12Q830Td9CSCbqSoVt3Y0XmgAFzzOsbKJyGAQHgF6BkCCCCQaQIE1duPmC6W9RiiptuzTIGA5nVBpwBWj68qSFCeAiGNlumiURfwGkEePnx48SjK448/Xjyv8kq6sPQuKrUfjTQrvyJJF5YK8P/+979brEBE7dFj3gqKo+vVOj22q/Vap74oONd8dFJbFcyo71rnWWieVDEBjTzrxoSXdINi//33t0mTJpmCUgXUV1xxRZmj2BXbW2KldS7onNWooc6DxLYqXUrnh4Ifpc8++8wVUNCj818LXnCkz4iWo5NGx5Wn81rTWElt9H/29P612q469aSGPof6PGpb3cDQOvUv3jqV976UL1457zUK7zPjTb187ZNUUkDHXr/flKtzS79jvN97Oi4y9H4/aV6/k5Sv8kreOt2E0THW7zvVp3NF8/rMqBwJAQQQCIAATUAAAQScAEG1YzAX0OgLpPS4tEYTlbTKe1xVgZHe5fRGGzVi/NRTTxV/a7PKKQj1tp8xY4arU3V4SYGBLjBVty4iNerirUt06gUxCjRUR/R2ughV0KEgR/tR0vuNuiiNXqc6Lrnkkugq3LL6qhE5ba/kMvmRdAEFoLNmzbLo95b1LfFJ31lUhTpnFfR657SOsx7DrmiAr+BHTzUoOFWdqm/HHXd0N5V0DunVAdXtJe98VHP06Lc+BzqvtewlBVaegerX+ah6VYfKaD+a6pzWu/+en25UqU/lrdN6L8WrQ+3SI8ze50mfYT2arHxve6YlBVatWlX8+omOmY6HjqFKydr/+0meumGnfK1XEK5zSfla1u84fbmffq9W5txUHSQEEEAAAQmQEEAglQIE1T5dXfh5o4maehfuXhEF1spX0rt/3oWgt17ltU5J88rXNt68yms7rdeoy9ixY03ro8tp2Z9URsnLUzu9OpWnC0/V5V3oa1n1az9Ker8x1jq1RV+o5tWl7d566y13o0DltZ22V1IZJe2PVDUBHT/Zyth/TsjZS9VlrbZ4+9RU543OA/VQ7dN55S0rT0ltVvs11bKS6tGrAgqENdWytlc51etPytM6bafzOlZf9aSEbvqojJLKeXVEl9e+vHX+urVdWevUJ+9cj1dO61RWLtqHPjP+fms9qaSA/1jJTMfAXyKep2x1DDX1tvHq0zHQtl4+UwQQQACBkArQLQQyUICgOgMPGk1GIIgCCpQ1aqxpVdqnY24XuwAAEABJREFUpyoUVBNAVUWRbRFAAAEEEEAg1QLUj4AnQFDtSTBFAIFACCgo12i0f7QyEA2jEQgggAACCCCAQGYK0OoUCxBUpxiY6hFAAAEEEEAAAQQQQAABBBIRyMwyBNWZedxoNQIIIIAAAggggAACCCCAQLoEfPvN6qA6JyfHatWqRaqiQU5OjtWsWRPHKjqWdy5iHNzPao0aNTj/U3z+l/X5kL3xPwQQQAABBBBAII0CQQ+qU0pTt25da9GiBamKBnXq1MGwioaJnIdNmjTBuRqcEzkW0WU4Nun7PdqwYcOU/neCyhFAAAEEEEAAgfIEsjqorl27dnk+FVhPUQQQyFYBPUWQrX2n3wgggAACCCCAQLYLZHVQnbUHn44jgAACCCCAAAIIIIAAAggkRYCgOimMVJIqAepFAAEEEEAAAQQQQAABBIIsQFAd5KND2zJJgLYigAACCCCAAAIIIIBAFgoQVGfhQafL2S5A/xFAAAEEEEAAAQQQQCBZAgTVyZKkHgQQSL4ANSKAAAIIIIAAAgggEHABguqAHyCahwACmSFAKxFAAAEEEEAAAQSyU4CgOjuPO71GAIHsFaDnCCCAAAIIIIAAAkkUIKhOIiZVIYAAAggkU4C6EEAAAQQQQACB4AsQVAf/GNFCBBBAAIGgC9A+BBBAAAEEEMhaAYLqrD30dBwBBBBAIBsF6DMCCCCAAAIIJFeAoDq5ntSGAAIIIIAAAskRoBYEEEAAAQQyQoCgOiMOE41EAAEEEEAAgeAK0DIEEEAAgWwWIKjO5qNP3xFAAAEEEEAguwToLQIIIIBA0gUIqpNOSoUIIIAAAggggAACVRVgewQQQCBTBAiqM+VI0U4EEEAAAQQQQACBIArQJgQQyHIBguosPwHoPgIIIIAAAggggEC2CNBPBBBIhQBBdSpUqRMBBBBAAAEEEEAAAQQqL8CWCGSQAEF1Bh0smooAAggggAACCCCAAALBEqA1CBBUcw4ggAACCCCAAAIIIIAAAuEXoIcpEiCoThEs1SKAAAIIIIAAAggggAACCFRGILO2IajOrONFaxFAAAEEEEAAAQQQQAABBIIiEGlHVgfVq1atshUrVpCqaLBp0yYrLCzEsYqOK8rZvqCgAONyjMozTNV6js2KtJ2bRUVFkf+U8Q8BBBBAAAEEEEifQKYE1SkTWrdunZGqZrB582bbsGEDjik+l/Qh4Fyt2rmaKr8tW7Zw/qf4/C/r2OlzQUIAAQQQQAABBNIpkPVBdfLxqREBBBBAAAEEEEAAAQQQQCBbBAiqs+VIx+oneQgggAACCCCAAAIIIIAAAlUSIKiuEh8bV5cA+0EAAQQQQAABBBBAAAEEgihAUB3Eo0KbMlmAtiOAQMAE6tevX6pF9erVt5ycnFL5ZCCAAAIIIIAAAhUVIKiuqBjlEQiNAB1BIDsE6tata/v+5jdWq1Yt12EF2b/Zbz/Lzc11y/xAAAEEEEAAAQSqIkBQXRW9GNtedtll9uCDD8ZYQxYC2S1w55132uLFiyuHwFYIVEGgRo0a1rp1Gzv8iAE2YOCRdvDB/axJkyZVqJFNEUAAAQQQQACBXwUIqn+1cMGwgmJflptV3ptvvunm+YFAsgVmzpxpHTp0iFz0t3ZJ88pL9n4qWp8C4N69e7s2tW69rW36LKieNWvW2DnnnGPR7dQ2xx9/fIngWXmq595777W99trLtF7be/le3fFuRmm/XjnNqw1eUhtkpvXaj+pNZJ1XRtN4dag+1av6tR+V1TZlJfLNdHx1nGWm5D+28pOj8uUqX5n5t9G2WvbnJ+N3sEas69WrZ3UZoRYtCQEEEEAAAQSSJEBQnSRIqkGgKgJ9+/a1uXPn2qJFi2z+/PnWo0ePqlRX5W0V+PTp08dGjBjh2qR2qX0KhLxgJ5GdKGA65phjbNCgQXb55ZfbJ598Yscee6zbdMKECfbII4+4+pX/2GOPWazASXk//vij81EbNK88VaL6hw4dai+99JKrR/sZMmSIC+rirdO2XopXTn1VfZ7DmDFj7Nxzzy1x08CrJwOnKWmyzM466ywbPHiwOyY6dy6++GK3r3jWOv79+/d322iqZW30/vvvm5YPP/xwLZIQQAABBBBAAIHACRBUV/CQKNg47LDD7PHHHy8ewfOPwvir04W/ghBNE9lOI3Aqr+QfwVG+6lDdumDVKI63Ty17I4bKU1kl1aHRIO1X25GCK6BAIy8vzxo0aBCIRqo9XqDqD2TUvmuuuaZC7XzhhRdcQO0FVeqgAi7Vpal386BVq1amIH7OnDkqUiIpT0GVtlHSvPJUSOd3165di29CnHDCCbZy5Up3YyLeOm3rpXjldINDx0ZtU3lNd95551Ij9FpH2iYQLwiOZ63g+6CDDnKVdO7c2U11Lr722ms2aNAgt8wPBBBAAAEEEEAgiAIE1ZU4Kt9++63NmDHDjaiMHz/exo4dW+oiWxeP1157rWm9F5jE204BsUbgNBKni0uNjGmETEGzRvp0Yammrl69WhO3b83ool9TBdCaPv/886byqkOB0fDhw92ondaRgiug46YbIUreDZR0tVbnbuPGjd0j6VVpg87d6dOnmxcoxatLZYuKimKWVYA1ceJEdx6rnOaVp/oUXHvzWm7YsKGp7QrG4q1TWS/FK6d6FFQrmFd5Tdu2bWvaRsuk0gL6XaXfU/qdpPPZf4NQbmUdL5V97733XIVeuVGjRrknA+TuVmTCD9qIAAIIIIAAAlknQFBdiUO+66672rBhw9yWunDcZZddSjwOqoBWj4jedtttxSNoKlzWdrpw1+OrN954Y/EooEbEdDGvoFmjeLNnz3b7UMCz++6721dffeWWtW2vXr2KtzvxxBPNC+IVzGjUThe42j8pmAI6XjpnlHQTRjdjdJzT2VoFjl4go3NMgZGCHk21rLYpCB44cGDxExtar3emFyxYoNWm8+6HH35w8+X90OdJ57s3cu0vL5/Bgwdbp06dXNK88lRGwZemXlKb1XYtx1un9V6KVy56nbbxB4VaJv0qoJseujn48ccfuxuNOqf1SL5uEqpUtKf/eOkpAz3yrfNIN050/mhegbamSum+4aQ+hCnRFwQQQAABBBBIjgBBdRUd/ReFXlUauVZQ7F34e/n+afR2Gl1T8OyV0XoFGQpgFLjvtNNOLoieNGmSnXzyyabAWus0KlTWRb7qU71enUyDL6CgUo/zK5BIZ2sVGClAUht0Hk2bNs29D61Hn5WnpPNTNwEUOHlJ70Z7ZTRqrPNWZctKOocVqOvpivvuuy9mMb3OoPPc24fmlafC0ee+2qy2l7dO671UkTq0TXRgqDxSSQHd+NDvMOXq5p53UzCetXee6TiPHj3annzySVN5Pe2gJ3h0rj399NPuiQXVS8oqATqLAAIIIIBAoAUIqn2HRxdwuiDXhbmXrXmNyOmCz8srb6oLftWjR7rLK+ut14iyAgxv2b9fXZxqNPr11183BTIKsjVqo2WVVyCmKSkcAukO2nQ+6XzUUxJVEdV5q/O1rBsEOt/1ioOC5LJuQKmMAjI9+eG1RfPK0zrl+b00uqm2e5/XeOu0rZfildNnWZ9HldVUy/pdoWVSSQEdc+9JgZJrfl2KZ+2V0si2AnMt6xxSvfq9p3kdY+WTEAimAK1CAAEEEMhGgVAF1fpbpFu2bKn0cVQwoUdX9UU7XiV6HFFBtS7ovLzyphqh00iLtk0ksFYAoC9b8r//rDb496uLeL13qzxdYGr054033jDtS9uX1ybWB1fgzjvvdE8hqIV67Hvq1Kkx3y3W+upIOp+OO+44U1J7qrJPBcB33313iW/11pf8KTj1Aiftr6x9aJ0+G/7AXPN6AkPnvh4ZVoDttVNfjKby+izHW6fy+sJBBebxyumJE7VNn0f/1MtXHqmkgJ460OP8stUafcO7jomOZTxrlVXyHvHWjRZto995Ol90k0fzOu4qV91p69atlpOTU927ZX8IpE6AmhFAAAEEkiYQqqC6bt26tn79+krj6AJOF4AaIdFIsJICYwXICmQrUrFXlwIKjVyXt60efdUIj94b1X71p3sUfHj7VZCQk5Nj/fr1c1UpyG/SpIl7n9Vl8CNjBRYuXGh6F1nHXYHso48+WuJd/HR0TN/Wrff81R61S0lt1GdD53aibdJ5+//Zu5eXqN44juPfkSIJikoqQihpEbYKgoIKI2gR1qoidCFeViquRPDyF4g7l+JCVLyAILrxgoog7gRRF4quBC8L3agorlz8+Bx+J1Ry1DnjzJnnvBdPM3POc57L63nmeL6dy6gcbdfa2ur18/Dw0NtcZ3zLysq8OazylfRkewVQCqz8742Cb91jq/VKeu9/N9QWPZHcv7db65RfFcRbp/V+ipdP3z8960DtV90KFhPZH/h1ReFVwbDuo9Z8kZn6rP2bXuNZa70Cce375KzPmj+6Skf7Rc3F2trav8+P0PpUpuPjY8vOzk5lldSFAAIIIIAAAhki4FRQrSBTl34GsddBnM6I6L4+Jd1LqgNBv0ytn5qastPLdMCoA0nl0XsFJHqvvCpLy/Q+3nbKr3yqU2lwcPDMwaPqU1v8enSwrzx+Xdpe71WG3itpG+XRqz6TwimgMdOYK2m+aK6EoaVqh9qjdvnp9PzTswOU53RbNdfOzznlUTn+71Rrnvrz1y/Xf9W2WqdLhHXGU2Xrs5afz6N1SmrTddepTae/j/+X4T1VX3WpTpWtpLxqv+rQd1B91HLSxQIaY3kpaX6fzhnPWrby16u/jV+WxkBj4S9P9av+tugKiVTXS30IIIAAAgggEH4Bp4Lqhw8f2t7eXvjVaSECERSor68/859RFxHoTLWC6nQGUBe1LTzLaUmqBXZ3d+3Jkyeprpb6EEAAAQQQQCADBJwKquUdi8Xs5OREb0kIIJCBAjpLrLObp89WZmA3aLIv4Mirfh4uNzfXkd7QDQQQQAABBBBIpoBzQbXuNdZZrmQiURYCCCCAgPsC8Xqoh1jm5eXFy8I6BBBAAAEEEIiogHNB9evXr21lZSWiw0m3EUAAAQSSLaAHqOn2omSXG6A8NkUAAQQQQACBEAk4F1Trp1uueqb69u3b9ujRI1JAAznqgBPLm51L+o1ejG/WOFHfu3fvsh8JuB8JYn/Tf1Pn5+e9J9ffdD1ulk+vEEAAAQQQcF/AuaBaQ/bq1StbXFzU27hJP8FFumNBDbKysgKXEbQNUdj+1q1bON8JPl9vYq4oqL6Jcinz8vHW9yLujj4JK5eWluz9+/dJKIkiQi1A4xBAAAEEEEhQwMmguqCgwGZmZi4licVil+YhAwJhEYjFmK9hGYvz7YjFGJvzJq58npubM91WFIsxxq6MqQv9oA8IIIAAAuEScDKo1lODc3JyTGcXwsVNaxBAAAEEMklgenravn79mklNpq0IhEmAtiCAAAKREHAyqNbI/fjxw0ZHR/WWhAACCCCAwLUFJiYm7M2bN3bv3r1rb1cF2DgAAAPOSURBVMsGCCCQaQK0FwEEEEhcwNmgWg/O0j1ww8PDieuwJQIIIIBAJAW2trZsYWHBCgsLI9l/Oo0AAiEWoGkIIBA6AWeDaknrkr3d3V3vwEifSQgggAACCFxFoKenx4qLi6+SlTwIIIAAAhcIsBiBqAg4HVRrEEtLS218fNzW19f1kYQAAggggEBcgY6ODvv8+bO9ePEibj5WIoAAAgg4I0BHEAgkkBVo6wzYODs728rLy62/v982NjYyoMU0EQEEEEAgXQI6Q52bm2sfP35MVxOoFwEEEEAAgTgCrAqjgPNBtdCfPXtmZWVlpoOl1dVVLSIhgAACCCBwRkBnqB8/fmzfvn07s5wPCCCAAAIIIJCAQIQ2iURQrfHUmYfq6mobGRkx/USKlpEQQAABBBDQQ8laWlosPz+fgJrpgAACCCCAQAQFgnY5MkG1oPRE8Lq6Otvb27O2tjbb2dnRYhICCCCAQEQFJicnvauYioqKuOQ7onOAbiOAAAIIIBBUIIVBddCmJm/7379/25cvX6yrq8sGBwdtf38/eYVTEgIIIIBA6AXm5uasubnZTk5OrLGx0fLy8kLfZhqIAAIIIIAAAuEUiGRQraHIz8+3+vp6e/78ubW3t1tnZ6etrKxolRn/IoAAAgg4J6Crk8bGxrxgent722pqaqywsNC5ftIhBBBAAAEEEEitQGSDap/53bt3XnCtn09ZXl72DrZ0abgOvJaWlmxzc9O7XPzw8NCOjo5Cl2gTY8IcYA4wB87OgYODA+/2nrW1NZudnbXe3l5v3z40NGQPHjywhoYG+/nzp92/f9//U8ArAggggAACCCCQsEDkg2pf7uXLl/bnzx9ramryXp8+fWo6kzEzM2MDAwPW3d3tXS7e1dXFa2IGuOHGHGAOpGQO9PX12ejoqOk/SrWP//Tpk7dvr6qqsg8fPlhWFn/65EJCAAEEEEAAgeQIcGTxD8ecnBx7+/atff/+3UpKSqyystK7TFCXCpJqImBBH5nnzIFMngP6pYeKigr79euXFRQUGPdL/+MPHYsQQAABBBBAIGkCBNVJo6QgBNIgQJUIIIAAAggggAACCCCQVgGC6rTyUzkC0RGgpwgggAACCCCAAAIIuChAUO3iqNInBBAIIsC2CCCAAAIIIIAAAghcWYCg+spUZEQAAQTCJkB7EEAAAQQQQAABBNItQFCd7hGgfgQQQCAKAvQRAQQQQAABBBBwVICg2tGBpVsIIIAAAokJsBUCCCCAAAIIIHAdAYLq62iRFwEEEEAAgfAI0BIEEEAAAQQQCIHAfwAAAP//H8+kjQAAAAZJREFUAwAGKdALsn9VSgAAAABJRU5ErkJggg==&quot;"/>
    <we:property name="snapshotTimestamp" value="&quot;1787918722404&quot;"/>
    <we:property name="snapshotAltText" value="&quot;Assignment, Page 4&quot;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653</TotalTime>
  <Words>552</Words>
  <Application>Microsoft Office PowerPoint</Application>
  <PresentationFormat>Widescreen</PresentationFormat>
  <Paragraphs>66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Calibri Light</vt:lpstr>
      <vt:lpstr>Dreaming Outloud Script Pro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Solomon Gyamfi</dc:creator>
  <cp:lastModifiedBy>Solomon Gyamfi</cp:lastModifiedBy>
  <cp:revision>14</cp:revision>
  <dcterms:created xsi:type="dcterms:W3CDTF">2026-07-16T12:30:31Z</dcterms:created>
  <dcterms:modified xsi:type="dcterms:W3CDTF">2026-08-28T12:05:36Z</dcterms:modified>
</cp:coreProperties>
</file>